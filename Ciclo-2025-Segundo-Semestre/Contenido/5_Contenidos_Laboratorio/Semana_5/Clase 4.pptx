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jSm17Kn2yRqHNmhtQJfBXMZ08Z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B234E5-0702-4623-8B13-855863E720D7}">
  <a:tblStyle styleId="{BCB234E5-0702-4623-8B13-855863E720D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d853e9ab9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2d853e9ab9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d853e9ab9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2d853e9ab9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d853e9ab9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2d853e9ab9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8fa948c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2d8fa948c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8fa948c4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2d8fa948c4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8fa948c4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2d8fa948c4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d8fa948c4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2d8fa948c4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d8fa948c4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2d8fa948c4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8fa948c4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2d8fa948c4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8fa948c4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2d8fa948c4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d8fa948c4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2d8fa948c4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dcf99f76a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2dcf99f76a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8fa948c4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2d8fa948c4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d8fa948c4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2d8fa948c4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9a09cea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39a09cea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9a09cea5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39a09cea5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9a09cea5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39a09cea5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{BCB234E5-0702-4623-8B13-855863E720D7}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Martes, 05/08/2025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17:20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476250" y="2132750"/>
            <a:ext cx="8659300" cy="9540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SOLO TERMINO UNA REUNION IMPORTANTE Y EMPEZAMOS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Mynor Israel Miranda López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3" name="Google Shape;63;p14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{BCB234E5-0702-4623-8B13-855863E720D7}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Martes, 05/08/2025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17:20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4" name="Google Shape;64;p14"/>
          <p:cNvSpPr txBox="1"/>
          <p:nvPr/>
        </p:nvSpPr>
        <p:spPr>
          <a:xfrm>
            <a:off x="3992650" y="2132750"/>
            <a:ext cx="5142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Sección P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Mynor Israel Miranda López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g2d853e9ab94_0_26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2d853e9ab94_0_26"/>
          <p:cNvSpPr txBox="1"/>
          <p:nvPr/>
        </p:nvSpPr>
        <p:spPr>
          <a:xfrm>
            <a:off x="2307575" y="240850"/>
            <a:ext cx="39315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Sistemas Empresariales (ERP-CRM)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2" name="Google Shape;72;g2d853e9ab94_0_26"/>
          <p:cNvSpPr txBox="1"/>
          <p:nvPr/>
        </p:nvSpPr>
        <p:spPr>
          <a:xfrm>
            <a:off x="23300" y="854650"/>
            <a:ext cx="91206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sistemas empresariales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el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ERP (Enterprise Resource Planning)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el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CRM (Customer Relationship Management)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son herramientas clave para la gestión eficiente de una empresa.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2d853e9ab94_0_26"/>
          <p:cNvSpPr txBox="1"/>
          <p:nvPr/>
        </p:nvSpPr>
        <p:spPr>
          <a:xfrm>
            <a:off x="0" y="2462975"/>
            <a:ext cx="9104400" cy="1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ERP (Enterprise Resource Planning) – Planificación de Recursos Empresariales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ERP es un software que integra y automatiza los procesos centrales de una empresa, como finanzas, producción, inventario y recursos humanos.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g2d853e9ab94_0_3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2d853e9ab94_0_31"/>
          <p:cNvSpPr txBox="1"/>
          <p:nvPr/>
        </p:nvSpPr>
        <p:spPr>
          <a:xfrm>
            <a:off x="38850" y="823575"/>
            <a:ext cx="9105300" cy="4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Principales módulos de un ERP: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Finanzas y contabilidad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Control de gastos, ingresos y presupuestos.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 inventarios y compras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Seguimiento de stock y proveedores.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humanos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Nómina, gestión de empleados y reclutamiento.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Producción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Planificación y control de la manufactura.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Logística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Control de envíos y distribución.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Beneficios de un ERP: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Automatización y optimización de procesos.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Mejora la eficiencia y reduce costos operativos.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Centraliza la información en un solo sistema.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2d853e9ab94_0_4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2d853e9ab94_0_41"/>
          <p:cNvSpPr txBox="1"/>
          <p:nvPr/>
        </p:nvSpPr>
        <p:spPr>
          <a:xfrm>
            <a:off x="31075" y="792500"/>
            <a:ext cx="90750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CRM (Customer Relationship Management) – Gestión de Relaciones con Clientes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2d853e9ab94_0_41"/>
          <p:cNvSpPr txBox="1"/>
          <p:nvPr/>
        </p:nvSpPr>
        <p:spPr>
          <a:xfrm>
            <a:off x="46675" y="1569500"/>
            <a:ext cx="9043800" cy="29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Funciones principales de un CRM: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 contactos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Base de datos de clientes y prospectos.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Automatización de ventas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Seguimiento de oportunidades y embudo de ventas.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Atención al cliente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Gestión de tickets, soporte y satisfacción.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Marketing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Campañas personalizadas y análisis de comportamiento.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2d8fa948c4e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2d8fa948c4e_0_0"/>
          <p:cNvSpPr txBox="1"/>
          <p:nvPr/>
        </p:nvSpPr>
        <p:spPr>
          <a:xfrm>
            <a:off x="54375" y="877975"/>
            <a:ext cx="9036000" cy="38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Beneficios de un CRM: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Mejora la retención y satisfacción del cliente.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Aumenta la eficiencia en ventas y marketing.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Proporciona datos para tomar decisiones estratégicas.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CRM está enfocado en la gestión de clientes y ventas, ayudando a las empresas a mejorar la experiencia del cliente y aumentar la fidelización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2d8fa948c4e_0_9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d8fa948c4e_0_9"/>
          <p:cNvSpPr txBox="1"/>
          <p:nvPr/>
        </p:nvSpPr>
        <p:spPr>
          <a:xfrm>
            <a:off x="31075" y="940125"/>
            <a:ext cx="9051600" cy="40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g2d8fa948c4e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75" y="885750"/>
            <a:ext cx="9104475" cy="40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2d8fa948c4e_0_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2d8fa948c4e_0_13"/>
          <p:cNvSpPr txBox="1"/>
          <p:nvPr/>
        </p:nvSpPr>
        <p:spPr>
          <a:xfrm>
            <a:off x="38400" y="893500"/>
            <a:ext cx="9067200" cy="3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Integración ERP + CRM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Muchas empresas integran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ERP y CRM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un mejor control del negocio, permitiendo: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Tener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información unificada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clientes y operaciones.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Mejorar la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toma de decisiones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 datos precisos.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Automatizar todo el proceso, desde la venta hasta la entrega del producto o servicio.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2d8fa948c4e_0_2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d8fa948c4e_0_21"/>
          <p:cNvSpPr txBox="1"/>
          <p:nvPr/>
        </p:nvSpPr>
        <p:spPr>
          <a:xfrm>
            <a:off x="1274225" y="854650"/>
            <a:ext cx="63168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Análisis Predictivo y Toma de Decisiones en Empresas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2d8fa948c4e_0_21"/>
          <p:cNvSpPr txBox="1"/>
          <p:nvPr/>
        </p:nvSpPr>
        <p:spPr>
          <a:xfrm>
            <a:off x="54375" y="1724850"/>
            <a:ext cx="89430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análisis predictivo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una técnica basada en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inteligencia artificial (IA), machine learning (ML) y big data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permite a las empresas prever tendencias, comportamientos y posibles escenarios futuros. Su principal objetivo es mejorar la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toma de decisiones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estratégicas y operativas.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2d8fa948c4e_0_2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2d8fa948c4e_0_25"/>
          <p:cNvSpPr txBox="1"/>
          <p:nvPr/>
        </p:nvSpPr>
        <p:spPr>
          <a:xfrm>
            <a:off x="0" y="854650"/>
            <a:ext cx="9051600" cy="3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proceso que utiliza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datos históricos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identificar patrones y realizar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predicciones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eventos futuros.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Tecnologías clave en el análisis predictivo: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Machine Learning (ML):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Modelos que aprenden automáticamente de los datos.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Data: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Manejo de grandes volúmenes de información en tiempo real.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Minería de datos (Data Mining):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Descubrimiento de patrones ocultos en bases de datos.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Estadística Avanzada: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Modelos de regresión, análisis de correlación y simulaciones.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2d8fa948c4e_0_25"/>
          <p:cNvSpPr txBox="1"/>
          <p:nvPr/>
        </p:nvSpPr>
        <p:spPr>
          <a:xfrm>
            <a:off x="2323125" y="334100"/>
            <a:ext cx="3597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es el Análisis Predictivo?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2d8fa948c4e_0_29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2d8fa948c4e_0_29"/>
          <p:cNvSpPr txBox="1"/>
          <p:nvPr/>
        </p:nvSpPr>
        <p:spPr>
          <a:xfrm>
            <a:off x="15550" y="792500"/>
            <a:ext cx="9075000" cy="4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Aplicaciones del Análisis Predictivo en la Toma de Decisiones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Finanzas y Gestión Empresarial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Predicción de ingresos y gastos.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Identificación de riesgos financieros.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Optimización de presupuestos y reducción de costos.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Ventas y Marketing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Predicción de tendencias de compra y comportamiento del cliente.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Segmentación de clientes para personalizar estrategias de marketing.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Optimización de campañas publicitarias según la respuesta del mercado.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g2d8fa948c4e_0_1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2d8fa948c4e_0_17"/>
          <p:cNvSpPr txBox="1"/>
          <p:nvPr/>
        </p:nvSpPr>
        <p:spPr>
          <a:xfrm>
            <a:off x="15550" y="893500"/>
            <a:ext cx="9090600" cy="4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Gestión de Recursos Humanos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Análisis de rotación y retención de empleados.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Predicción de necesidades de contratación.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Evaluación del desempeño y planificación de ascensos.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Logística y Cadena de Suministro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Predicción de demanda de productos para optimizar inventarios.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Optimización de rutas de distribución para reducir costos.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Detección de fallas en maquinaria con mantenimiento predictivo.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g2d8fa948c4e_0_3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2d8fa948c4e_0_33"/>
          <p:cNvSpPr txBox="1"/>
          <p:nvPr/>
        </p:nvSpPr>
        <p:spPr>
          <a:xfrm>
            <a:off x="38850" y="831350"/>
            <a:ext cx="9036000" cy="42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Beneficios del Análisis Predictivo en la Toma de Decisiones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Mayor precisión: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Reducción de incertidumbre en decisiones estratégicas.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Optimización de recursos: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Uso eficiente del tiempo, dinero y personal.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Automatización inteligente: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Procesos más rápidos y eficientes.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Mejor experiencia del cliente: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Personalización de productos y servicios.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dcf99f76a9_0_39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2dcf99f76a9_0_39"/>
          <p:cNvSpPr txBox="1"/>
          <p:nvPr/>
        </p:nvSpPr>
        <p:spPr>
          <a:xfrm>
            <a:off x="38850" y="831350"/>
            <a:ext cx="9036000" cy="42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Herramientas para el análisis y Modelados Predictivo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usa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entrenar un modelo que prediga la demanda futura de cada producto.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Herramientas recomendadas:</a:t>
            </a:r>
            <a:b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+ Pandas + Scikit-Learn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Para análisis de datos y modelado.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BI o Tableau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Para visualizar tendencias y predicciones.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BigQuery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Para procesar grandes volúmenes de datos.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g2d8fa948c4e_0_4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2d8fa948c4e_0_41"/>
          <p:cNvSpPr txBox="1"/>
          <p:nvPr/>
        </p:nvSpPr>
        <p:spPr>
          <a:xfrm>
            <a:off x="15550" y="730350"/>
            <a:ext cx="9043800" cy="43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2d8fa948c4e_0_41"/>
          <p:cNvSpPr txBox="1"/>
          <p:nvPr/>
        </p:nvSpPr>
        <p:spPr>
          <a:xfrm>
            <a:off x="31075" y="815800"/>
            <a:ext cx="9112800" cy="40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Integración del Análisis Predictivo en un ERP o CRM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ERP: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Predicción de demanda, optimización de costos y gestión de inventarios.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CRM: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Análisis de comportamiento del cliente y personalización de ofertas.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análisis predictivo transforma los datos en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conocimiento útil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permitiendo que las empresas sean más competitivas.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ERP (Ejemplo: SAP, Odoo, Oracle ERP): Para integrar la predicción con la gestión de inventarios y compras.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CRM (Ejemplo: Salesforce, HubSpot, Zoho CRM): Para personalizar recomendaciones según el comportamiento del cliente.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g2d8fa948c4e_0_3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2d8fa948c4e_0_37"/>
          <p:cNvSpPr txBox="1"/>
          <p:nvPr/>
        </p:nvSpPr>
        <p:spPr>
          <a:xfrm>
            <a:off x="8450" y="893500"/>
            <a:ext cx="9058500" cy="4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d8fa948c4e_0_37"/>
          <p:cNvSpPr txBox="1"/>
          <p:nvPr/>
        </p:nvSpPr>
        <p:spPr>
          <a:xfrm>
            <a:off x="1437375" y="652650"/>
            <a:ext cx="59748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Personalización y Automatización en sistemas CRM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2d8fa948c4e_0_37"/>
          <p:cNvSpPr txBox="1"/>
          <p:nvPr/>
        </p:nvSpPr>
        <p:spPr>
          <a:xfrm>
            <a:off x="81300" y="1219950"/>
            <a:ext cx="8981400" cy="37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personalización en un CRM permite adaptar la comunicación, productos y servicios a las necesidades específicas de cada cliente.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Estrategias de Personalización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Segmentación de clientes: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Agrupar clientes según su comportamiento, intereses o historial de compras.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Recomendaciones personalizadas: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Ofrecer productos o servicios según las preferencias del cliente (ej. Amazon, Netflix).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Automatización de emails personalizados: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Correos con el nombre del cliente, recomendaciones específicas y ofertas basadas en su historial.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Interacción omnicanal: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Personalizar la experiencia en todos los puntos de contacto (email, redes sociales, chatbots, llamadas).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39a09cea51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39a09cea51_0_0"/>
          <p:cNvSpPr txBox="1"/>
          <p:nvPr/>
        </p:nvSpPr>
        <p:spPr>
          <a:xfrm>
            <a:off x="38850" y="776975"/>
            <a:ext cx="91053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automatización en un CRM permite gestionar tareas repetitivas sin intervención humana, optimizando procesos y mejorando la productividad.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39a09cea51_0_0"/>
          <p:cNvSpPr txBox="1"/>
          <p:nvPr/>
        </p:nvSpPr>
        <p:spPr>
          <a:xfrm>
            <a:off x="2525125" y="147625"/>
            <a:ext cx="3411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Automatización en CRM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39a09cea51_0_0"/>
          <p:cNvSpPr txBox="1"/>
          <p:nvPr/>
        </p:nvSpPr>
        <p:spPr>
          <a:xfrm>
            <a:off x="57900" y="1484075"/>
            <a:ext cx="90282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Funciones Clave de Automatización en CRM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Automatización de ventas: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Seguimiento de clientes potenciales, recordatorios de reuniones y propuestas automáticas.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Flujos de trabajo automatizados: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Asignación de tareas a vendedores según la etapa del cliente en el embudo de ventas.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Chatbots y asistencia virtual: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Respuestas automáticas a preguntas frecuentes y soporte 24/7.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Automatización de marketing: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Programación de campañas de email, segmentación de anuncios y gestión de redes sociales.</a:t>
            </a:r>
            <a:b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Reportes y análisis en tiempo real: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Generación de informes automáticos sobre clientes, ventas y tendencias.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g339a09cea51_0_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39a09cea51_0_5"/>
          <p:cNvSpPr txBox="1"/>
          <p:nvPr/>
        </p:nvSpPr>
        <p:spPr>
          <a:xfrm>
            <a:off x="15550" y="784725"/>
            <a:ext cx="9128400" cy="2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empresa de software usa un </a:t>
            </a: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CRM con automatización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Capturar leads desde su página web y asignarlos automáticamente a un vendedor.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Enviar correos automáticos con información del producto según el interés del usuario.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Notificar al equipo de ventas cuando un cliente potencial interactúa con los correos o la web.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339a09cea51_0_1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39a09cea51_0_10"/>
          <p:cNvSpPr txBox="1"/>
          <p:nvPr/>
        </p:nvSpPr>
        <p:spPr>
          <a:xfrm>
            <a:off x="8450" y="893500"/>
            <a:ext cx="9058500" cy="4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39a09cea51_0_10"/>
          <p:cNvSpPr txBox="1"/>
          <p:nvPr/>
        </p:nvSpPr>
        <p:spPr>
          <a:xfrm>
            <a:off x="23300" y="800275"/>
            <a:ext cx="9051600" cy="41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Beneficios de la Personalización y Automatización en CRM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Ahorro de tiempo: Reducción de tareas manuales y repetitivas.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Mejor experiencia del cliente: Comunicación más relevante y adaptada a sus necesidades.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Mayor eficiencia en ventas y marketing: Seguimiento automatizado y segmentación inteligente.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Toma de decisiones basada en datos: Análisis predictivo para entender el comportamiento del cliente.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