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jOAWA+QW/oiEfwdk7UOcOAC8pT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ED00A3-3716-4CA9-BD94-F4D2FD865E7F}">
  <a:tblStyle styleId="{F2ED00A3-3716-4CA9-BD94-F4D2FD865E7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4156db329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4156db329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4156db329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4156db329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432684804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432684804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4326848042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432684804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4326848042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4326848042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326848042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4326848042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6e8a7765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46e8a776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6e8a7765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46e8a7765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6e8a7765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46e8a7765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6e8a7765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46e8a7765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c55b4c64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4c55b4c64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c55b4c640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4c55b4c64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"/>
          <p:cNvGraphicFramePr/>
          <p:nvPr/>
        </p:nvGraphicFramePr>
        <p:xfrm>
          <a:off x="5328200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{F2ED00A3-3716-4CA9-BD94-F4D2FD865E7F}</a:tableStyleId>
              </a:tblPr>
              <a:tblGrid>
                <a:gridCol w="1518200"/>
                <a:gridCol w="2172375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Martes, 09/09/2025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17:20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6" name="Google Shape;56;p1"/>
          <p:cNvSpPr txBox="1"/>
          <p:nvPr/>
        </p:nvSpPr>
        <p:spPr>
          <a:xfrm>
            <a:off x="3992650" y="2132750"/>
            <a:ext cx="5142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ORGANIZACIONALES Y GERENCIALES 2 Sección P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107100" y="4595250"/>
            <a:ext cx="429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Mynor Israel Miranda López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34156db3297_0_18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4156db3297_0_18"/>
          <p:cNvSpPr txBox="1"/>
          <p:nvPr/>
        </p:nvSpPr>
        <p:spPr>
          <a:xfrm>
            <a:off x="613800" y="815800"/>
            <a:ext cx="73656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Diseño y Herramientas Tecnológicas para la Gestión Documental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g34156db3297_0_18"/>
          <p:cNvSpPr txBox="1"/>
          <p:nvPr/>
        </p:nvSpPr>
        <p:spPr>
          <a:xfrm>
            <a:off x="38850" y="1266450"/>
            <a:ext cx="9043800" cy="3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gestión documental es un proceso clave dentro de las organizaciones modernas, ya que permite almacenar, organizar y acceder de manera eficiente a la información. Un diseño adecuado, combinado con herramientas tecnológicas, optimiza el flujo de trabajo, garantiza la seguridad de los datos y mejora la toma de decisiones.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g34156db3297_0_24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34156db3297_0_24"/>
          <p:cNvSpPr txBox="1"/>
          <p:nvPr/>
        </p:nvSpPr>
        <p:spPr>
          <a:xfrm>
            <a:off x="1802575" y="722575"/>
            <a:ext cx="51591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Diseño de un sistema de gestión documental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4156db3297_0_24"/>
          <p:cNvSpPr txBox="1"/>
          <p:nvPr/>
        </p:nvSpPr>
        <p:spPr>
          <a:xfrm>
            <a:off x="31075" y="1212075"/>
            <a:ext cx="8997300" cy="3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diseño efectivo debe contemplar: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Clasificación estructurada: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Organización por áreas, tipos de documentos, fechas o procesos.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Metadatos: 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Atributos que facilitan la búsqueda y recuperación de archivos.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de versiones: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rastrear cambios y mantener un historial actualizado.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Permisos de acceso: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Niveles jerárquicos que controlan quién puede ver, editar o eliminar documentos.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Flujos de aprobación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Rutas automatizadas para validar documentos en procesos administrativos.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g34326848042_0_52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g34326848042_0_52"/>
          <p:cNvSpPr txBox="1"/>
          <p:nvPr/>
        </p:nvSpPr>
        <p:spPr>
          <a:xfrm>
            <a:off x="2400825" y="0"/>
            <a:ext cx="3698400" cy="7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Herramientas tecnológicas más utilizadas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34326848042_0_52"/>
          <p:cNvSpPr txBox="1"/>
          <p:nvPr/>
        </p:nvSpPr>
        <p:spPr>
          <a:xfrm>
            <a:off x="23300" y="823575"/>
            <a:ext cx="9120600" cy="42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Microsoft SharePoint</a:t>
            </a:r>
            <a:b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Ofrece una plataforma robusta para colaboración y almacenamiento de documentos, con integración en el ecosistema Microsoft 365.</a:t>
            </a:r>
            <a:b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Google Workspace (Drive)</a:t>
            </a:r>
            <a:b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almacenar, compartir y editar documentos en línea, fomentando el trabajo colaborativo en tiempo real.</a:t>
            </a:r>
            <a:b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DocuWare</a:t>
            </a:r>
            <a:b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Especializado en la automatización de procesos documentales, con enfoque en seguridad y cumplimiento normativo.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g34326848042_0_6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34326848042_0_60"/>
          <p:cNvSpPr txBox="1"/>
          <p:nvPr/>
        </p:nvSpPr>
        <p:spPr>
          <a:xfrm>
            <a:off x="38850" y="854650"/>
            <a:ext cx="8989500" cy="4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Alfresco</a:t>
            </a:r>
            <a:b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Plataforma de código abierto que combina gestión documental con automatización de procesos empresariales.</a:t>
            </a:r>
            <a:b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M-Files</a:t>
            </a:r>
            <a:b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 la información basada en su contenido y contexto, facilitando búsquedas inteligentes.</a:t>
            </a:r>
            <a:b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Everteam y OpenText</a:t>
            </a:r>
            <a:b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Utilizadas especialmente por grandes corporaciones por su capacidad de integración con otros sistemas empresariales (ERP, CRM, etc.).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34326848042_0_68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4326848042_0_68"/>
          <p:cNvSpPr txBox="1"/>
          <p:nvPr/>
        </p:nvSpPr>
        <p:spPr>
          <a:xfrm>
            <a:off x="2408600" y="0"/>
            <a:ext cx="3558600" cy="6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Beneficios del uso de estas herramientas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4326848042_0_68"/>
          <p:cNvSpPr txBox="1"/>
          <p:nvPr/>
        </p:nvSpPr>
        <p:spPr>
          <a:xfrm>
            <a:off x="54375" y="986750"/>
            <a:ext cx="9005100" cy="39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Ahorro de espacio físico y digital.</a:t>
            </a:r>
            <a:b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Reducción del tiempo de búsqueda de documentos.</a:t>
            </a:r>
            <a:b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Mejora en la seguridad de la información.</a:t>
            </a:r>
            <a:b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Mayor eficiencia en auditorías internas y externas.</a:t>
            </a:r>
            <a:b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Acceso remoto y colaboración en tiempo real.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g34326848042_0_8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4326848042_0_83"/>
          <p:cNvSpPr txBox="1"/>
          <p:nvPr/>
        </p:nvSpPr>
        <p:spPr>
          <a:xfrm>
            <a:off x="2455200" y="62150"/>
            <a:ext cx="3543000" cy="5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Integración de gestión documental y workflow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4326848042_0_83"/>
          <p:cNvSpPr txBox="1"/>
          <p:nvPr/>
        </p:nvSpPr>
        <p:spPr>
          <a:xfrm>
            <a:off x="69925" y="862425"/>
            <a:ext cx="8997300" cy="4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integración de gestión documental y workflow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 un enfoque estratégico que combina dos componentes clave en la automatización y optimización de procesos empresariales: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¿Qué es la gestión documental?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el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conjunto de procesos y tecnologías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permiten capturar, almacenar, organizar, recuperar y archivar documentos de forma eficiente. Incluye: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Digitalización de documentos físicos.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Clasificación y metadatos.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de versiones.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Seguridad y acceso.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Archivado y cumplimiento normativo.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g346e8a7765d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46e8a7765d_0_0"/>
          <p:cNvSpPr txBox="1"/>
          <p:nvPr/>
        </p:nvSpPr>
        <p:spPr>
          <a:xfrm>
            <a:off x="31075" y="839125"/>
            <a:ext cx="9059400" cy="42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¿Qué es un workflow?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flujo de trabajo es la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secuencia de tareas y decisiones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se siguen para completar un proceso. Los workflows pueden ser: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Manuales o automatizados.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Lineales o con múltiples caminos condicionales.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Integrados con sistemas (ERP, CRM, etc.).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346e8a7765d_0_5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46e8a7765d_0_5"/>
          <p:cNvSpPr txBox="1"/>
          <p:nvPr/>
        </p:nvSpPr>
        <p:spPr>
          <a:xfrm>
            <a:off x="54000" y="341850"/>
            <a:ext cx="9036000" cy="42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¿Por qué integrarlos?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integración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que los documentos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formen parte activa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los procesos de negocio. Ejemplo: una factura recibida inicia automáticamente un flujo de aprobación.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Beneficios: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Reducción de tiempos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Menos tareas manuales.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Trazabilidad y control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Seguimiento de cada paso del proceso.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Menor error humano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Automatización de decisiones repetitivas.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Cumplimiento normativo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Auditorías más sencillas.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Colaboración efectiva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Usuarios acceden a documentos actualizados en tiempo real.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g346e8a7765d_0_1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346e8a7765d_0_10"/>
          <p:cNvSpPr txBox="1"/>
          <p:nvPr/>
        </p:nvSpPr>
        <p:spPr>
          <a:xfrm>
            <a:off x="93225" y="862425"/>
            <a:ext cx="8857500" cy="42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herramientas que permiten esta integración: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DocuWare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M-Files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SharePoint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Alfresco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gestión documental con flujos de trabajo integrados.</a:t>
            </a:r>
            <a:b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Nintex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Kissflow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Automate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plataformas de workflow que se integran con gestores documentales.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g346e8a7765d_0_15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46e8a7765d_0_15"/>
          <p:cNvSpPr txBox="1"/>
          <p:nvPr/>
        </p:nvSpPr>
        <p:spPr>
          <a:xfrm>
            <a:off x="46625" y="815800"/>
            <a:ext cx="9036000" cy="4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¿Qué es la gestión documental en transformación digital?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el contexto de la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transformación digital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la gestión documental ya no es solo una forma de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almacenar archivos digitalmente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sino una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estrategia clave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automatizar procesos, garantizar acceso rápido a la información y mejorar la toma de decisiones.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Implica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migrar de modelos basados en papel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sistemas digitales que integran inteligencia, automatización y conectividad en tiempo real.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g34c55b4c640_0_32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4c55b4c640_0_32"/>
          <p:cNvSpPr txBox="1"/>
          <p:nvPr/>
        </p:nvSpPr>
        <p:spPr>
          <a:xfrm>
            <a:off x="46625" y="815800"/>
            <a:ext cx="9036000" cy="4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1" i="0" lang="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Digitalización de procesos</a:t>
            </a:r>
            <a:br>
              <a:rPr b="1" i="0" lang="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Escanear documentos es solo el primer paso; lo importante es </a:t>
            </a:r>
            <a:r>
              <a:rPr b="1" i="0" lang="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capturar, clasificar y vincular la información</a:t>
            </a:r>
            <a:r>
              <a:rPr b="0" i="0" lang="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 flujo de trabajo digital.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1" i="0" lang="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Acceso remoto e instantáneo</a:t>
            </a:r>
            <a:br>
              <a:rPr b="1" i="0" lang="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Facilita el </a:t>
            </a:r>
            <a:r>
              <a:rPr b="1" i="0" lang="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trabajo colaborativo</a:t>
            </a:r>
            <a:r>
              <a:rPr b="0" i="0" lang="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el teletrabajo y la movilidad al tener todos los documentos en la nube o accesibles desde plataformas seguras.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1" i="0" lang="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Automatización e integración</a:t>
            </a:r>
            <a:br>
              <a:rPr b="1" i="0" lang="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integran con ERP, CRM, plataformas de firma electrónica y sistemas de workflow para eliminar tareas repetitivas y errores manuales.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1" i="0" lang="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Seguridad y cumplimiento normativo</a:t>
            </a:r>
            <a:br>
              <a:rPr b="1" i="0" lang="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Ofrece trazabilidad, control de accesos, encriptación, y políticas de retención y destrucción documental, alineadas con normativas como GDPR o ISO.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1" i="0" lang="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Analítica y toma de decisiones</a:t>
            </a:r>
            <a:br>
              <a:rPr b="1" i="0" lang="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Los sistemas modernos permiten </a:t>
            </a:r>
            <a:r>
              <a:rPr b="1" i="0" lang="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extraer datos</a:t>
            </a:r>
            <a:r>
              <a:rPr b="0" i="0" lang="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los documentos (mediante OCR e IA) para alimentar dashboards o generar alertas automáticas.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4c55b4c640_0_32"/>
          <p:cNvSpPr txBox="1"/>
          <p:nvPr/>
        </p:nvSpPr>
        <p:spPr>
          <a:xfrm>
            <a:off x="2494050" y="124325"/>
            <a:ext cx="35352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Rol estratégico en la transformación digital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34c55b4c640_0_37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4c55b4c640_0_37"/>
          <p:cNvSpPr txBox="1"/>
          <p:nvPr/>
        </p:nvSpPr>
        <p:spPr>
          <a:xfrm>
            <a:off x="2478525" y="139850"/>
            <a:ext cx="3449700" cy="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Beneficios en el proceso de transformación digital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g34c55b4c640_0_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25" y="1149900"/>
            <a:ext cx="9028300" cy="341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mynor israel miranda lopez</dc:creator>
</cp:coreProperties>
</file>