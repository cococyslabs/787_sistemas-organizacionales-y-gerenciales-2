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9"/>
  </p:notesMasterIdLst>
  <p:sldIdLst>
    <p:sldId id="269" r:id="rId2"/>
    <p:sldId id="257" r:id="rId3"/>
    <p:sldId id="258" r:id="rId4"/>
    <p:sldId id="270" r:id="rId5"/>
    <p:sldId id="271" r:id="rId6"/>
    <p:sldId id="259" r:id="rId7"/>
    <p:sldId id="260" r:id="rId8"/>
    <p:sldId id="272" r:id="rId9"/>
    <p:sldId id="273" r:id="rId10"/>
    <p:sldId id="274" r:id="rId11"/>
    <p:sldId id="275" r:id="rId12"/>
    <p:sldId id="276" r:id="rId13"/>
    <p:sldId id="284" r:id="rId14"/>
    <p:sldId id="287" r:id="rId15"/>
    <p:sldId id="288" r:id="rId16"/>
    <p:sldId id="286" r:id="rId17"/>
    <p:sldId id="277" r:id="rId18"/>
    <p:sldId id="278" r:id="rId19"/>
    <p:sldId id="279" r:id="rId20"/>
    <p:sldId id="285" r:id="rId21"/>
    <p:sldId id="289" r:id="rId22"/>
    <p:sldId id="290" r:id="rId23"/>
    <p:sldId id="280" r:id="rId24"/>
    <p:sldId id="282" r:id="rId25"/>
    <p:sldId id="281" r:id="rId26"/>
    <p:sldId id="283" r:id="rId27"/>
    <p:sldId id="294" r:id="rId28"/>
    <p:sldId id="291" r:id="rId29"/>
    <p:sldId id="292" r:id="rId30"/>
    <p:sldId id="293" r:id="rId31"/>
    <p:sldId id="295" r:id="rId32"/>
    <p:sldId id="296" r:id="rId33"/>
    <p:sldId id="297" r:id="rId34"/>
    <p:sldId id="298" r:id="rId35"/>
    <p:sldId id="299" r:id="rId36"/>
    <p:sldId id="300" r:id="rId37"/>
    <p:sldId id="301" r:id="rId38"/>
    <p:sldId id="302" r:id="rId39"/>
    <p:sldId id="303" r:id="rId40"/>
    <p:sldId id="304" r:id="rId41"/>
    <p:sldId id="305" r:id="rId42"/>
    <p:sldId id="261" r:id="rId43"/>
    <p:sldId id="262" r:id="rId44"/>
    <p:sldId id="263" r:id="rId45"/>
    <p:sldId id="267" r:id="rId46"/>
    <p:sldId id="264" r:id="rId47"/>
    <p:sldId id="268" r:id="rId48"/>
  </p:sldIdLst>
  <p:sldSz cx="18288000" cy="10287000"/>
  <p:notesSz cx="6858000" cy="9144000"/>
  <p:embeddedFontLst>
    <p:embeddedFont>
      <p:font typeface="Impact" panose="020B0806030902050204" pitchFamily="34" charset="0"/>
      <p:regular r:id="rId50"/>
    </p:embeddedFont>
    <p:embeddedFont>
      <p:font typeface="Lobster" panose="00000500000000000000" pitchFamily="2" charset="0"/>
      <p:regular r:id="rId51"/>
    </p:embeddedFont>
    <p:embeddedFont>
      <p:font typeface="Open Sans" panose="020B0606030504020204" pitchFamily="34" charset="0"/>
      <p:regular r:id="rId52"/>
      <p:bold r:id="rId53"/>
      <p:italic r:id="rId54"/>
      <p:boldItalic r:id="rId55"/>
    </p:embeddedFont>
    <p:embeddedFont>
      <p:font typeface="Pacifico" panose="00000500000000000000" pitchFamily="2" charset="0"/>
      <p:regular r:id="rId5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7" roundtripDataSignature="AMtx7mjzHJqWqhzwEBDXzytYeL345583I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9EDEDC3-3F6D-4B2A-895B-24B3350B9E84}">
  <a:tblStyle styleId="{09EDEDC3-3F6D-4B2A-895B-24B3350B9E84}"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4" d="100"/>
          <a:sy n="74" d="100"/>
        </p:scale>
        <p:origin x="534" y="8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font" Target="fonts/font1.fntdata"/><Relationship Id="rId55" Type="http://schemas.openxmlformats.org/officeDocument/2006/relationships/font" Target="fonts/font6.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4.fntdata"/><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7.fntdata"/><Relationship Id="rId8" Type="http://schemas.openxmlformats.org/officeDocument/2006/relationships/slide" Target="slides/slide7.xml"/><Relationship Id="rId51" Type="http://schemas.openxmlformats.org/officeDocument/2006/relationships/font" Target="fonts/font2.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5.fntdata"/><Relationship Id="rId62"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57" Type="http://customschemas.google.com/relationships/presentationmetadata" Target="meta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3.fntdata"/><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illiam Santos" userId="3c44bde2a603709d" providerId="LiveId" clId="{EEA2192A-38D1-4A54-81F6-6ECFB1187D77}"/>
    <pc:docChg chg="undo redo custSel addSld delSld modSld sldOrd">
      <pc:chgData name="William Santos" userId="3c44bde2a603709d" providerId="LiveId" clId="{EEA2192A-38D1-4A54-81F6-6ECFB1187D77}" dt="2026-02-03T22:05:04.019" v="12486" actId="113"/>
      <pc:docMkLst>
        <pc:docMk/>
      </pc:docMkLst>
      <pc:sldChg chg="delSp modSp mod">
        <pc:chgData name="William Santos" userId="3c44bde2a603709d" providerId="LiveId" clId="{EEA2192A-38D1-4A54-81F6-6ECFB1187D77}" dt="2026-01-31T22:18:59.031" v="8451" actId="790"/>
        <pc:sldMkLst>
          <pc:docMk/>
          <pc:sldMk cId="0" sldId="257"/>
        </pc:sldMkLst>
        <pc:spChg chg="mod">
          <ac:chgData name="William Santos" userId="3c44bde2a603709d" providerId="LiveId" clId="{EEA2192A-38D1-4A54-81F6-6ECFB1187D77}" dt="2026-01-31T22:18:59.031" v="8451" actId="790"/>
          <ac:spMkLst>
            <pc:docMk/>
            <pc:sldMk cId="0" sldId="257"/>
            <ac:spMk id="95" creationId="{00000000-0000-0000-0000-000000000000}"/>
          </ac:spMkLst>
        </pc:spChg>
        <pc:spChg chg="mod">
          <ac:chgData name="William Santos" userId="3c44bde2a603709d" providerId="LiveId" clId="{EEA2192A-38D1-4A54-81F6-6ECFB1187D77}" dt="2026-01-31T22:18:59.031" v="8451" actId="790"/>
          <ac:spMkLst>
            <pc:docMk/>
            <pc:sldMk cId="0" sldId="257"/>
            <ac:spMk id="96" creationId="{00000000-0000-0000-0000-000000000000}"/>
          </ac:spMkLst>
        </pc:spChg>
        <pc:spChg chg="mod">
          <ac:chgData name="William Santos" userId="3c44bde2a603709d" providerId="LiveId" clId="{EEA2192A-38D1-4A54-81F6-6ECFB1187D77}" dt="2026-01-31T22:18:59.031" v="8451" actId="790"/>
          <ac:spMkLst>
            <pc:docMk/>
            <pc:sldMk cId="0" sldId="257"/>
            <ac:spMk id="97" creationId="{00000000-0000-0000-0000-000000000000}"/>
          </ac:spMkLst>
        </pc:spChg>
        <pc:spChg chg="mod">
          <ac:chgData name="William Santos" userId="3c44bde2a603709d" providerId="LiveId" clId="{EEA2192A-38D1-4A54-81F6-6ECFB1187D77}" dt="2026-01-31T22:18:59.031" v="8451" actId="790"/>
          <ac:spMkLst>
            <pc:docMk/>
            <pc:sldMk cId="0" sldId="257"/>
            <ac:spMk id="98" creationId="{00000000-0000-0000-0000-000000000000}"/>
          </ac:spMkLst>
        </pc:spChg>
        <pc:spChg chg="mod">
          <ac:chgData name="William Santos" userId="3c44bde2a603709d" providerId="LiveId" clId="{EEA2192A-38D1-4A54-81F6-6ECFB1187D77}" dt="2026-01-31T22:18:59.031" v="8451" actId="790"/>
          <ac:spMkLst>
            <pc:docMk/>
            <pc:sldMk cId="0" sldId="257"/>
            <ac:spMk id="99" creationId="{00000000-0000-0000-0000-000000000000}"/>
          </ac:spMkLst>
        </pc:spChg>
        <pc:spChg chg="mod">
          <ac:chgData name="William Santos" userId="3c44bde2a603709d" providerId="LiveId" clId="{EEA2192A-38D1-4A54-81F6-6ECFB1187D77}" dt="2026-01-31T22:18:59.031" v="8451" actId="790"/>
          <ac:spMkLst>
            <pc:docMk/>
            <pc:sldMk cId="0" sldId="257"/>
            <ac:spMk id="100" creationId="{00000000-0000-0000-0000-000000000000}"/>
          </ac:spMkLst>
        </pc:spChg>
      </pc:sldChg>
      <pc:sldChg chg="delSp modSp mod">
        <pc:chgData name="William Santos" userId="3c44bde2a603709d" providerId="LiveId" clId="{EEA2192A-38D1-4A54-81F6-6ECFB1187D77}" dt="2026-01-31T22:18:59.031" v="8451" actId="790"/>
        <pc:sldMkLst>
          <pc:docMk/>
          <pc:sldMk cId="0" sldId="258"/>
        </pc:sldMkLst>
        <pc:spChg chg="mod">
          <ac:chgData name="William Santos" userId="3c44bde2a603709d" providerId="LiveId" clId="{EEA2192A-38D1-4A54-81F6-6ECFB1187D77}" dt="2026-01-31T22:18:59.031" v="8451" actId="790"/>
          <ac:spMkLst>
            <pc:docMk/>
            <pc:sldMk cId="0" sldId="258"/>
            <ac:spMk id="109" creationId="{00000000-0000-0000-0000-000000000000}"/>
          </ac:spMkLst>
        </pc:spChg>
        <pc:spChg chg="mod">
          <ac:chgData name="William Santos" userId="3c44bde2a603709d" providerId="LiveId" clId="{EEA2192A-38D1-4A54-81F6-6ECFB1187D77}" dt="2026-01-31T22:18:59.031" v="8451" actId="790"/>
          <ac:spMkLst>
            <pc:docMk/>
            <pc:sldMk cId="0" sldId="258"/>
            <ac:spMk id="110" creationId="{00000000-0000-0000-0000-000000000000}"/>
          </ac:spMkLst>
        </pc:spChg>
        <pc:spChg chg="mod">
          <ac:chgData name="William Santos" userId="3c44bde2a603709d" providerId="LiveId" clId="{EEA2192A-38D1-4A54-81F6-6ECFB1187D77}" dt="2026-01-31T22:18:59.031" v="8451" actId="790"/>
          <ac:spMkLst>
            <pc:docMk/>
            <pc:sldMk cId="0" sldId="258"/>
            <ac:spMk id="112" creationId="{00000000-0000-0000-0000-000000000000}"/>
          </ac:spMkLst>
        </pc:spChg>
        <pc:spChg chg="mod">
          <ac:chgData name="William Santos" userId="3c44bde2a603709d" providerId="LiveId" clId="{EEA2192A-38D1-4A54-81F6-6ECFB1187D77}" dt="2026-01-30T18:26:20.620" v="311" actId="20577"/>
          <ac:spMkLst>
            <pc:docMk/>
            <pc:sldMk cId="0" sldId="258"/>
            <ac:spMk id="113" creationId="{00000000-0000-0000-0000-000000000000}"/>
          </ac:spMkLst>
        </pc:spChg>
        <pc:spChg chg="mod">
          <ac:chgData name="William Santos" userId="3c44bde2a603709d" providerId="LiveId" clId="{EEA2192A-38D1-4A54-81F6-6ECFB1187D77}" dt="2026-01-31T22:18:59.031" v="8451" actId="790"/>
          <ac:spMkLst>
            <pc:docMk/>
            <pc:sldMk cId="0" sldId="258"/>
            <ac:spMk id="114" creationId="{00000000-0000-0000-0000-000000000000}"/>
          </ac:spMkLst>
        </pc:spChg>
        <pc:spChg chg="mod">
          <ac:chgData name="William Santos" userId="3c44bde2a603709d" providerId="LiveId" clId="{EEA2192A-38D1-4A54-81F6-6ECFB1187D77}" dt="2026-01-31T22:18:59.031" v="8451" actId="790"/>
          <ac:spMkLst>
            <pc:docMk/>
            <pc:sldMk cId="0" sldId="258"/>
            <ac:spMk id="115" creationId="{00000000-0000-0000-0000-000000000000}"/>
          </ac:spMkLst>
        </pc:spChg>
        <pc:spChg chg="mod">
          <ac:chgData name="William Santos" userId="3c44bde2a603709d" providerId="LiveId" clId="{EEA2192A-38D1-4A54-81F6-6ECFB1187D77}" dt="2026-01-30T20:37:18.526" v="451" actId="1076"/>
          <ac:spMkLst>
            <pc:docMk/>
            <pc:sldMk cId="0" sldId="258"/>
            <ac:spMk id="119" creationId="{00000000-0000-0000-0000-000000000000}"/>
          </ac:spMkLst>
        </pc:spChg>
        <pc:spChg chg="mod">
          <ac:chgData name="William Santos" userId="3c44bde2a603709d" providerId="LiveId" clId="{EEA2192A-38D1-4A54-81F6-6ECFB1187D77}" dt="2026-01-31T22:18:59.031" v="8451" actId="790"/>
          <ac:spMkLst>
            <pc:docMk/>
            <pc:sldMk cId="0" sldId="258"/>
            <ac:spMk id="121" creationId="{00000000-0000-0000-0000-000000000000}"/>
          </ac:spMkLst>
        </pc:spChg>
        <pc:spChg chg="mod">
          <ac:chgData name="William Santos" userId="3c44bde2a603709d" providerId="LiveId" clId="{EEA2192A-38D1-4A54-81F6-6ECFB1187D77}" dt="2026-01-30T20:37:12.533" v="450" actId="1076"/>
          <ac:spMkLst>
            <pc:docMk/>
            <pc:sldMk cId="0" sldId="258"/>
            <ac:spMk id="122" creationId="{00000000-0000-0000-0000-000000000000}"/>
          </ac:spMkLst>
        </pc:spChg>
        <pc:spChg chg="mod">
          <ac:chgData name="William Santos" userId="3c44bde2a603709d" providerId="LiveId" clId="{EEA2192A-38D1-4A54-81F6-6ECFB1187D77}" dt="2026-01-31T22:18:59.031" v="8451" actId="790"/>
          <ac:spMkLst>
            <pc:docMk/>
            <pc:sldMk cId="0" sldId="258"/>
            <ac:spMk id="125" creationId="{00000000-0000-0000-0000-000000000000}"/>
          </ac:spMkLst>
        </pc:spChg>
        <pc:spChg chg="mod">
          <ac:chgData name="William Santos" userId="3c44bde2a603709d" providerId="LiveId" clId="{EEA2192A-38D1-4A54-81F6-6ECFB1187D77}" dt="2026-01-30T18:26:02.844" v="296"/>
          <ac:spMkLst>
            <pc:docMk/>
            <pc:sldMk cId="0" sldId="258"/>
            <ac:spMk id="128" creationId="{00000000-0000-0000-0000-000000000000}"/>
          </ac:spMkLst>
        </pc:spChg>
        <pc:spChg chg="mod">
          <ac:chgData name="William Santos" userId="3c44bde2a603709d" providerId="LiveId" clId="{EEA2192A-38D1-4A54-81F6-6ECFB1187D77}" dt="2026-01-31T22:18:59.031" v="8451" actId="790"/>
          <ac:spMkLst>
            <pc:docMk/>
            <pc:sldMk cId="0" sldId="258"/>
            <ac:spMk id="130" creationId="{00000000-0000-0000-0000-000000000000}"/>
          </ac:spMkLst>
        </pc:spChg>
        <pc:spChg chg="mod">
          <ac:chgData name="William Santos" userId="3c44bde2a603709d" providerId="LiveId" clId="{EEA2192A-38D1-4A54-81F6-6ECFB1187D77}" dt="2026-01-30T18:26:36.766" v="313"/>
          <ac:spMkLst>
            <pc:docMk/>
            <pc:sldMk cId="0" sldId="258"/>
            <ac:spMk id="131" creationId="{00000000-0000-0000-0000-000000000000}"/>
          </ac:spMkLst>
        </pc:spChg>
        <pc:spChg chg="mod">
          <ac:chgData name="William Santos" userId="3c44bde2a603709d" providerId="LiveId" clId="{EEA2192A-38D1-4A54-81F6-6ECFB1187D77}" dt="2026-01-30T18:26:55.810" v="315"/>
          <ac:spMkLst>
            <pc:docMk/>
            <pc:sldMk cId="0" sldId="258"/>
            <ac:spMk id="134" creationId="{00000000-0000-0000-0000-000000000000}"/>
          </ac:spMkLst>
        </pc:spChg>
        <pc:spChg chg="mod">
          <ac:chgData name="William Santos" userId="3c44bde2a603709d" providerId="LiveId" clId="{EEA2192A-38D1-4A54-81F6-6ECFB1187D77}" dt="2026-01-31T22:18:59.031" v="8451" actId="790"/>
          <ac:spMkLst>
            <pc:docMk/>
            <pc:sldMk cId="0" sldId="258"/>
            <ac:spMk id="135" creationId="{00000000-0000-0000-0000-000000000000}"/>
          </ac:spMkLst>
        </pc:spChg>
        <pc:spChg chg="mod">
          <ac:chgData name="William Santos" userId="3c44bde2a603709d" providerId="LiveId" clId="{EEA2192A-38D1-4A54-81F6-6ECFB1187D77}" dt="2026-01-31T22:18:59.031" v="8451" actId="790"/>
          <ac:spMkLst>
            <pc:docMk/>
            <pc:sldMk cId="0" sldId="258"/>
            <ac:spMk id="136" creationId="{00000000-0000-0000-0000-000000000000}"/>
          </ac:spMkLst>
        </pc:spChg>
        <pc:spChg chg="mod">
          <ac:chgData name="William Santos" userId="3c44bde2a603709d" providerId="LiveId" clId="{EEA2192A-38D1-4A54-81F6-6ECFB1187D77}" dt="2026-01-30T18:26:17.917" v="303" actId="1076"/>
          <ac:spMkLst>
            <pc:docMk/>
            <pc:sldMk cId="0" sldId="258"/>
            <ac:spMk id="139" creationId="{00000000-0000-0000-0000-000000000000}"/>
          </ac:spMkLst>
        </pc:spChg>
        <pc:grpChg chg="mod">
          <ac:chgData name="William Santos" userId="3c44bde2a603709d" providerId="LiveId" clId="{EEA2192A-38D1-4A54-81F6-6ECFB1187D77}" dt="2026-01-30T18:25:37.255" v="256" actId="14100"/>
          <ac:grpSpMkLst>
            <pc:docMk/>
            <pc:sldMk cId="0" sldId="258"/>
            <ac:grpSpMk id="107" creationId="{00000000-0000-0000-0000-000000000000}"/>
          </ac:grpSpMkLst>
        </pc:grpChg>
        <pc:grpChg chg="mod">
          <ac:chgData name="William Santos" userId="3c44bde2a603709d" providerId="LiveId" clId="{EEA2192A-38D1-4A54-81F6-6ECFB1187D77}" dt="2026-01-30T18:25:14.831" v="233" actId="14100"/>
          <ac:grpSpMkLst>
            <pc:docMk/>
            <pc:sldMk cId="0" sldId="258"/>
            <ac:grpSpMk id="111" creationId="{00000000-0000-0000-0000-000000000000}"/>
          </ac:grpSpMkLst>
        </pc:grpChg>
        <pc:grpChg chg="mod">
          <ac:chgData name="William Santos" userId="3c44bde2a603709d" providerId="LiveId" clId="{EEA2192A-38D1-4A54-81F6-6ECFB1187D77}" dt="2026-01-30T20:35:43.550" v="445" actId="14100"/>
          <ac:grpSpMkLst>
            <pc:docMk/>
            <pc:sldMk cId="0" sldId="258"/>
            <ac:grpSpMk id="117" creationId="{00000000-0000-0000-0000-000000000000}"/>
          </ac:grpSpMkLst>
        </pc:grpChg>
        <pc:grpChg chg="mod">
          <ac:chgData name="William Santos" userId="3c44bde2a603709d" providerId="LiveId" clId="{EEA2192A-38D1-4A54-81F6-6ECFB1187D77}" dt="2026-01-30T20:36:36.083" v="447" actId="14100"/>
          <ac:grpSpMkLst>
            <pc:docMk/>
            <pc:sldMk cId="0" sldId="258"/>
            <ac:grpSpMk id="120" creationId="{00000000-0000-0000-0000-000000000000}"/>
          </ac:grpSpMkLst>
        </pc:grpChg>
        <pc:grpChg chg="mod">
          <ac:chgData name="William Santos" userId="3c44bde2a603709d" providerId="LiveId" clId="{EEA2192A-38D1-4A54-81F6-6ECFB1187D77}" dt="2026-01-30T18:25:53.910" v="294" actId="14100"/>
          <ac:grpSpMkLst>
            <pc:docMk/>
            <pc:sldMk cId="0" sldId="258"/>
            <ac:grpSpMk id="123" creationId="{00000000-0000-0000-0000-000000000000}"/>
          </ac:grpSpMkLst>
        </pc:grpChg>
        <pc:grpChg chg="mod">
          <ac:chgData name="William Santos" userId="3c44bde2a603709d" providerId="LiveId" clId="{EEA2192A-38D1-4A54-81F6-6ECFB1187D77}" dt="2026-01-30T18:26:27.501" v="312" actId="14100"/>
          <ac:grpSpMkLst>
            <pc:docMk/>
            <pc:sldMk cId="0" sldId="258"/>
            <ac:grpSpMk id="126" creationId="{00000000-0000-0000-0000-000000000000}"/>
          </ac:grpSpMkLst>
        </pc:grpChg>
        <pc:grpChg chg="mod">
          <ac:chgData name="William Santos" userId="3c44bde2a603709d" providerId="LiveId" clId="{EEA2192A-38D1-4A54-81F6-6ECFB1187D77}" dt="2026-01-30T18:26:40.541" v="314" actId="14100"/>
          <ac:grpSpMkLst>
            <pc:docMk/>
            <pc:sldMk cId="0" sldId="258"/>
            <ac:grpSpMk id="129" creationId="{00000000-0000-0000-0000-000000000000}"/>
          </ac:grpSpMkLst>
        </pc:grpChg>
        <pc:grpChg chg="mod">
          <ac:chgData name="William Santos" userId="3c44bde2a603709d" providerId="LiveId" clId="{EEA2192A-38D1-4A54-81F6-6ECFB1187D77}" dt="2026-01-30T18:27:00.815" v="316" actId="14100"/>
          <ac:grpSpMkLst>
            <pc:docMk/>
            <pc:sldMk cId="0" sldId="258"/>
            <ac:grpSpMk id="132" creationId="{00000000-0000-0000-0000-000000000000}"/>
          </ac:grpSpMkLst>
        </pc:grpChg>
      </pc:sldChg>
      <pc:sldChg chg="delSp modSp mod">
        <pc:chgData name="William Santos" userId="3c44bde2a603709d" providerId="LiveId" clId="{EEA2192A-38D1-4A54-81F6-6ECFB1187D77}" dt="2026-01-31T22:18:59.031" v="8451" actId="790"/>
        <pc:sldMkLst>
          <pc:docMk/>
          <pc:sldMk cId="0" sldId="259"/>
        </pc:sldMkLst>
        <pc:spChg chg="mod">
          <ac:chgData name="William Santos" userId="3c44bde2a603709d" providerId="LiveId" clId="{EEA2192A-38D1-4A54-81F6-6ECFB1187D77}" dt="2026-01-31T22:18:59.031" v="8451" actId="790"/>
          <ac:spMkLst>
            <pc:docMk/>
            <pc:sldMk cId="0" sldId="259"/>
            <ac:spMk id="145" creationId="{00000000-0000-0000-0000-000000000000}"/>
          </ac:spMkLst>
        </pc:spChg>
        <pc:spChg chg="mod ord">
          <ac:chgData name="William Santos" userId="3c44bde2a603709d" providerId="LiveId" clId="{EEA2192A-38D1-4A54-81F6-6ECFB1187D77}" dt="2026-01-31T22:18:59.031" v="8451" actId="790"/>
          <ac:spMkLst>
            <pc:docMk/>
            <pc:sldMk cId="0" sldId="259"/>
            <ac:spMk id="146" creationId="{00000000-0000-0000-0000-000000000000}"/>
          </ac:spMkLst>
        </pc:spChg>
        <pc:spChg chg="mod">
          <ac:chgData name="William Santos" userId="3c44bde2a603709d" providerId="LiveId" clId="{EEA2192A-38D1-4A54-81F6-6ECFB1187D77}" dt="2026-01-31T22:18:59.031" v="8451" actId="790"/>
          <ac:spMkLst>
            <pc:docMk/>
            <pc:sldMk cId="0" sldId="259"/>
            <ac:spMk id="147" creationId="{00000000-0000-0000-0000-000000000000}"/>
          </ac:spMkLst>
        </pc:spChg>
      </pc:sldChg>
      <pc:sldChg chg="addSp delSp modSp mod">
        <pc:chgData name="William Santos" userId="3c44bde2a603709d" providerId="LiveId" clId="{EEA2192A-38D1-4A54-81F6-6ECFB1187D77}" dt="2026-01-31T22:18:59.031" v="8451" actId="790"/>
        <pc:sldMkLst>
          <pc:docMk/>
          <pc:sldMk cId="0" sldId="260"/>
        </pc:sldMkLst>
        <pc:spChg chg="add mod">
          <ac:chgData name="William Santos" userId="3c44bde2a603709d" providerId="LiveId" clId="{EEA2192A-38D1-4A54-81F6-6ECFB1187D77}" dt="2026-01-31T22:18:59.031" v="8451" actId="790"/>
          <ac:spMkLst>
            <pc:docMk/>
            <pc:sldMk cId="0" sldId="260"/>
            <ac:spMk id="3" creationId="{8AEE66A4-55A4-21CB-E6D0-1BB7C691352B}"/>
          </ac:spMkLst>
        </pc:spChg>
        <pc:spChg chg="add mod">
          <ac:chgData name="William Santos" userId="3c44bde2a603709d" providerId="LiveId" clId="{EEA2192A-38D1-4A54-81F6-6ECFB1187D77}" dt="2026-01-31T22:18:59.031" v="8451" actId="790"/>
          <ac:spMkLst>
            <pc:docMk/>
            <pc:sldMk cId="0" sldId="260"/>
            <ac:spMk id="4" creationId="{BB4F3F4F-3BA2-CECA-2439-8BBA684F3A15}"/>
          </ac:spMkLst>
        </pc:spChg>
        <pc:spChg chg="mod">
          <ac:chgData name="William Santos" userId="3c44bde2a603709d" providerId="LiveId" clId="{EEA2192A-38D1-4A54-81F6-6ECFB1187D77}" dt="2026-01-31T22:18:59.031" v="8451" actId="790"/>
          <ac:spMkLst>
            <pc:docMk/>
            <pc:sldMk cId="0" sldId="260"/>
            <ac:spMk id="155" creationId="{00000000-0000-0000-0000-000000000000}"/>
          </ac:spMkLst>
        </pc:spChg>
        <pc:spChg chg="mod">
          <ac:chgData name="William Santos" userId="3c44bde2a603709d" providerId="LiveId" clId="{EEA2192A-38D1-4A54-81F6-6ECFB1187D77}" dt="2026-01-31T22:18:59.031" v="8451" actId="790"/>
          <ac:spMkLst>
            <pc:docMk/>
            <pc:sldMk cId="0" sldId="260"/>
            <ac:spMk id="156" creationId="{00000000-0000-0000-0000-000000000000}"/>
          </ac:spMkLst>
        </pc:spChg>
      </pc:sldChg>
      <pc:sldChg chg="delSp modSp mod">
        <pc:chgData name="William Santos" userId="3c44bde2a603709d" providerId="LiveId" clId="{EEA2192A-38D1-4A54-81F6-6ECFB1187D77}" dt="2026-02-01T18:22:32.834" v="12392" actId="1076"/>
        <pc:sldMkLst>
          <pc:docMk/>
          <pc:sldMk cId="0" sldId="261"/>
        </pc:sldMkLst>
        <pc:spChg chg="mod">
          <ac:chgData name="William Santos" userId="3c44bde2a603709d" providerId="LiveId" clId="{EEA2192A-38D1-4A54-81F6-6ECFB1187D77}" dt="2026-01-31T22:18:59.031" v="8451" actId="790"/>
          <ac:spMkLst>
            <pc:docMk/>
            <pc:sldMk cId="0" sldId="261"/>
            <ac:spMk id="162" creationId="{00000000-0000-0000-0000-000000000000}"/>
          </ac:spMkLst>
        </pc:spChg>
        <pc:spChg chg="mod ord">
          <ac:chgData name="William Santos" userId="3c44bde2a603709d" providerId="LiveId" clId="{EEA2192A-38D1-4A54-81F6-6ECFB1187D77}" dt="2026-02-01T18:22:32.834" v="12392" actId="1076"/>
          <ac:spMkLst>
            <pc:docMk/>
            <pc:sldMk cId="0" sldId="261"/>
            <ac:spMk id="163" creationId="{00000000-0000-0000-0000-000000000000}"/>
          </ac:spMkLst>
        </pc:spChg>
        <pc:spChg chg="mod">
          <ac:chgData name="William Santos" userId="3c44bde2a603709d" providerId="LiveId" clId="{EEA2192A-38D1-4A54-81F6-6ECFB1187D77}" dt="2026-01-31T22:18:59.031" v="8451" actId="790"/>
          <ac:spMkLst>
            <pc:docMk/>
            <pc:sldMk cId="0" sldId="261"/>
            <ac:spMk id="164" creationId="{00000000-0000-0000-0000-000000000000}"/>
          </ac:spMkLst>
        </pc:spChg>
      </pc:sldChg>
      <pc:sldChg chg="delSp modSp mod">
        <pc:chgData name="William Santos" userId="3c44bde2a603709d" providerId="LiveId" clId="{EEA2192A-38D1-4A54-81F6-6ECFB1187D77}" dt="2026-01-31T22:18:59.031" v="8451" actId="790"/>
        <pc:sldMkLst>
          <pc:docMk/>
          <pc:sldMk cId="0" sldId="262"/>
        </pc:sldMkLst>
        <pc:spChg chg="mod">
          <ac:chgData name="William Santos" userId="3c44bde2a603709d" providerId="LiveId" clId="{EEA2192A-38D1-4A54-81F6-6ECFB1187D77}" dt="2026-01-31T22:18:59.031" v="8451" actId="790"/>
          <ac:spMkLst>
            <pc:docMk/>
            <pc:sldMk cId="0" sldId="262"/>
            <ac:spMk id="170" creationId="{00000000-0000-0000-0000-000000000000}"/>
          </ac:spMkLst>
        </pc:spChg>
        <pc:spChg chg="mod">
          <ac:chgData name="William Santos" userId="3c44bde2a603709d" providerId="LiveId" clId="{EEA2192A-38D1-4A54-81F6-6ECFB1187D77}" dt="2026-01-31T22:18:59.031" v="8451" actId="790"/>
          <ac:spMkLst>
            <pc:docMk/>
            <pc:sldMk cId="0" sldId="262"/>
            <ac:spMk id="171" creationId="{00000000-0000-0000-0000-000000000000}"/>
          </ac:spMkLst>
        </pc:spChg>
        <pc:spChg chg="mod">
          <ac:chgData name="William Santos" userId="3c44bde2a603709d" providerId="LiveId" clId="{EEA2192A-38D1-4A54-81F6-6ECFB1187D77}" dt="2026-01-31T22:18:59.031" v="8451" actId="790"/>
          <ac:spMkLst>
            <pc:docMk/>
            <pc:sldMk cId="0" sldId="262"/>
            <ac:spMk id="172" creationId="{00000000-0000-0000-0000-000000000000}"/>
          </ac:spMkLst>
        </pc:spChg>
      </pc:sldChg>
      <pc:sldChg chg="addSp delSp modSp mod">
        <pc:chgData name="William Santos" userId="3c44bde2a603709d" providerId="LiveId" clId="{EEA2192A-38D1-4A54-81F6-6ECFB1187D77}" dt="2026-02-03T16:39:06.130" v="12485" actId="20577"/>
        <pc:sldMkLst>
          <pc:docMk/>
          <pc:sldMk cId="0" sldId="263"/>
        </pc:sldMkLst>
        <pc:spChg chg="mod">
          <ac:chgData name="William Santos" userId="3c44bde2a603709d" providerId="LiveId" clId="{EEA2192A-38D1-4A54-81F6-6ECFB1187D77}" dt="2026-01-31T22:18:59.031" v="8451" actId="790"/>
          <ac:spMkLst>
            <pc:docMk/>
            <pc:sldMk cId="0" sldId="263"/>
            <ac:spMk id="180" creationId="{00000000-0000-0000-0000-000000000000}"/>
          </ac:spMkLst>
        </pc:spChg>
        <pc:spChg chg="add del mod ord">
          <ac:chgData name="William Santos" userId="3c44bde2a603709d" providerId="LiveId" clId="{EEA2192A-38D1-4A54-81F6-6ECFB1187D77}" dt="2026-02-03T16:39:06.130" v="12485" actId="20577"/>
          <ac:spMkLst>
            <pc:docMk/>
            <pc:sldMk cId="0" sldId="263"/>
            <ac:spMk id="181" creationId="{00000000-0000-0000-0000-000000000000}"/>
          </ac:spMkLst>
        </pc:spChg>
        <pc:spChg chg="mod">
          <ac:chgData name="William Santos" userId="3c44bde2a603709d" providerId="LiveId" clId="{EEA2192A-38D1-4A54-81F6-6ECFB1187D77}" dt="2026-02-01T18:34:25.854" v="12409" actId="14100"/>
          <ac:spMkLst>
            <pc:docMk/>
            <pc:sldMk cId="0" sldId="263"/>
            <ac:spMk id="182" creationId="{00000000-0000-0000-0000-000000000000}"/>
          </ac:spMkLst>
        </pc:spChg>
      </pc:sldChg>
      <pc:sldChg chg="delSp modSp mod">
        <pc:chgData name="William Santos" userId="3c44bde2a603709d" providerId="LiveId" clId="{EEA2192A-38D1-4A54-81F6-6ECFB1187D77}" dt="2026-02-01T18:36:09.618" v="12416" actId="478"/>
        <pc:sldMkLst>
          <pc:docMk/>
          <pc:sldMk cId="0" sldId="264"/>
        </pc:sldMkLst>
        <pc:spChg chg="mod">
          <ac:chgData name="William Santos" userId="3c44bde2a603709d" providerId="LiveId" clId="{EEA2192A-38D1-4A54-81F6-6ECFB1187D77}" dt="2026-01-31T22:18:59.031" v="8451" actId="790"/>
          <ac:spMkLst>
            <pc:docMk/>
            <pc:sldMk cId="0" sldId="264"/>
            <ac:spMk id="189" creationId="{00000000-0000-0000-0000-000000000000}"/>
          </ac:spMkLst>
        </pc:spChg>
        <pc:spChg chg="mod">
          <ac:chgData name="William Santos" userId="3c44bde2a603709d" providerId="LiveId" clId="{EEA2192A-38D1-4A54-81F6-6ECFB1187D77}" dt="2026-01-31T22:18:59.031" v="8451" actId="790"/>
          <ac:spMkLst>
            <pc:docMk/>
            <pc:sldMk cId="0" sldId="264"/>
            <ac:spMk id="190" creationId="{00000000-0000-0000-0000-000000000000}"/>
          </ac:spMkLst>
        </pc:spChg>
      </pc:sldChg>
      <pc:sldChg chg="modSp mod ord">
        <pc:chgData name="William Santos" userId="3c44bde2a603709d" providerId="LiveId" clId="{EEA2192A-38D1-4A54-81F6-6ECFB1187D77}" dt="2026-02-01T18:34:53.594" v="12415"/>
        <pc:sldMkLst>
          <pc:docMk/>
          <pc:sldMk cId="0" sldId="267"/>
        </pc:sldMkLst>
        <pc:spChg chg="mod">
          <ac:chgData name="William Santos" userId="3c44bde2a603709d" providerId="LiveId" clId="{EEA2192A-38D1-4A54-81F6-6ECFB1187D77}" dt="2026-01-31T22:18:59.031" v="8451" actId="790"/>
          <ac:spMkLst>
            <pc:docMk/>
            <pc:sldMk cId="0" sldId="267"/>
            <ac:spMk id="216" creationId="{00000000-0000-0000-0000-000000000000}"/>
          </ac:spMkLst>
        </pc:spChg>
      </pc:sldChg>
      <pc:sldChg chg="modSp mod">
        <pc:chgData name="William Santos" userId="3c44bde2a603709d" providerId="LiveId" clId="{EEA2192A-38D1-4A54-81F6-6ECFB1187D77}" dt="2026-01-31T22:18:59.031" v="8451" actId="790"/>
        <pc:sldMkLst>
          <pc:docMk/>
          <pc:sldMk cId="0" sldId="268"/>
        </pc:sldMkLst>
        <pc:spChg chg="mod">
          <ac:chgData name="William Santos" userId="3c44bde2a603709d" providerId="LiveId" clId="{EEA2192A-38D1-4A54-81F6-6ECFB1187D77}" dt="2026-01-31T22:18:59.031" v="8451" actId="790"/>
          <ac:spMkLst>
            <pc:docMk/>
            <pc:sldMk cId="0" sldId="268"/>
            <ac:spMk id="222" creationId="{00000000-0000-0000-0000-000000000000}"/>
          </ac:spMkLst>
        </pc:spChg>
        <pc:spChg chg="mod">
          <ac:chgData name="William Santos" userId="3c44bde2a603709d" providerId="LiveId" clId="{EEA2192A-38D1-4A54-81F6-6ECFB1187D77}" dt="2026-01-31T22:18:59.031" v="8451" actId="790"/>
          <ac:spMkLst>
            <pc:docMk/>
            <pc:sldMk cId="0" sldId="268"/>
            <ac:spMk id="223" creationId="{00000000-0000-0000-0000-000000000000}"/>
          </ac:spMkLst>
        </pc:spChg>
        <pc:spChg chg="mod">
          <ac:chgData name="William Santos" userId="3c44bde2a603709d" providerId="LiveId" clId="{EEA2192A-38D1-4A54-81F6-6ECFB1187D77}" dt="2026-01-31T22:18:59.031" v="8451" actId="790"/>
          <ac:spMkLst>
            <pc:docMk/>
            <pc:sldMk cId="0" sldId="268"/>
            <ac:spMk id="224" creationId="{00000000-0000-0000-0000-000000000000}"/>
          </ac:spMkLst>
        </pc:spChg>
      </pc:sldChg>
      <pc:sldChg chg="modSp add mod">
        <pc:chgData name="William Santos" userId="3c44bde2a603709d" providerId="LiveId" clId="{EEA2192A-38D1-4A54-81F6-6ECFB1187D77}" dt="2026-01-31T22:18:59.031" v="8451" actId="790"/>
        <pc:sldMkLst>
          <pc:docMk/>
          <pc:sldMk cId="0" sldId="269"/>
        </pc:sldMkLst>
        <pc:spChg chg="mod">
          <ac:chgData name="William Santos" userId="3c44bde2a603709d" providerId="LiveId" clId="{EEA2192A-38D1-4A54-81F6-6ECFB1187D77}" dt="2026-01-31T22:18:59.031" v="8451" actId="790"/>
          <ac:spMkLst>
            <pc:docMk/>
            <pc:sldMk cId="0" sldId="269"/>
            <ac:spMk id="56" creationId="{00000000-0000-0000-0000-000000000000}"/>
          </ac:spMkLst>
        </pc:spChg>
        <pc:spChg chg="mod">
          <ac:chgData name="William Santos" userId="3c44bde2a603709d" providerId="LiveId" clId="{EEA2192A-38D1-4A54-81F6-6ECFB1187D77}" dt="2026-01-31T22:18:59.031" v="8451" actId="790"/>
          <ac:spMkLst>
            <pc:docMk/>
            <pc:sldMk cId="0" sldId="269"/>
            <ac:spMk id="57" creationId="{00000000-0000-0000-0000-000000000000}"/>
          </ac:spMkLst>
        </pc:spChg>
        <pc:graphicFrameChg chg="modGraphic">
          <ac:chgData name="William Santos" userId="3c44bde2a603709d" providerId="LiveId" clId="{EEA2192A-38D1-4A54-81F6-6ECFB1187D77}" dt="2026-01-31T22:18:59.031" v="8451" actId="790"/>
          <ac:graphicFrameMkLst>
            <pc:docMk/>
            <pc:sldMk cId="0" sldId="269"/>
            <ac:graphicFrameMk id="55" creationId="{00000000-0000-0000-0000-000000000000}"/>
          </ac:graphicFrameMkLst>
        </pc:graphicFrameChg>
      </pc:sldChg>
      <pc:sldChg chg="delSp modSp add mod">
        <pc:chgData name="William Santos" userId="3c44bde2a603709d" providerId="LiveId" clId="{EEA2192A-38D1-4A54-81F6-6ECFB1187D77}" dt="2026-01-31T22:18:59.031" v="8451" actId="790"/>
        <pc:sldMkLst>
          <pc:docMk/>
          <pc:sldMk cId="1986740728" sldId="270"/>
        </pc:sldMkLst>
        <pc:spChg chg="mod">
          <ac:chgData name="William Santos" userId="3c44bde2a603709d" providerId="LiveId" clId="{EEA2192A-38D1-4A54-81F6-6ECFB1187D77}" dt="2026-01-31T22:18:59.031" v="8451" actId="790"/>
          <ac:spMkLst>
            <pc:docMk/>
            <pc:sldMk cId="1986740728" sldId="270"/>
            <ac:spMk id="108" creationId="{B6AE768C-8C5F-F06A-9C26-E46430BFE832}"/>
          </ac:spMkLst>
        </pc:spChg>
        <pc:spChg chg="mod">
          <ac:chgData name="William Santos" userId="3c44bde2a603709d" providerId="LiveId" clId="{EEA2192A-38D1-4A54-81F6-6ECFB1187D77}" dt="2026-01-31T22:18:59.031" v="8451" actId="790"/>
          <ac:spMkLst>
            <pc:docMk/>
            <pc:sldMk cId="1986740728" sldId="270"/>
            <ac:spMk id="109" creationId="{C18885C2-0A1E-0557-1E50-C1D2B296EDFD}"/>
          </ac:spMkLst>
        </pc:spChg>
        <pc:spChg chg="mod">
          <ac:chgData name="William Santos" userId="3c44bde2a603709d" providerId="LiveId" clId="{EEA2192A-38D1-4A54-81F6-6ECFB1187D77}" dt="2026-01-31T22:18:59.031" v="8451" actId="790"/>
          <ac:spMkLst>
            <pc:docMk/>
            <pc:sldMk cId="1986740728" sldId="270"/>
            <ac:spMk id="112" creationId="{0771A6A2-9EAD-6C9E-8263-20B70CECE8B4}"/>
          </ac:spMkLst>
        </pc:spChg>
        <pc:spChg chg="mod">
          <ac:chgData name="William Santos" userId="3c44bde2a603709d" providerId="LiveId" clId="{EEA2192A-38D1-4A54-81F6-6ECFB1187D77}" dt="2026-01-30T18:32:13.996" v="382" actId="20577"/>
          <ac:spMkLst>
            <pc:docMk/>
            <pc:sldMk cId="1986740728" sldId="270"/>
            <ac:spMk id="113" creationId="{009E55B3-238A-840D-3F1A-D50F7D05F1B1}"/>
          </ac:spMkLst>
        </pc:spChg>
        <pc:spChg chg="mod">
          <ac:chgData name="William Santos" userId="3c44bde2a603709d" providerId="LiveId" clId="{EEA2192A-38D1-4A54-81F6-6ECFB1187D77}" dt="2026-01-30T18:27:30.626" v="319"/>
          <ac:spMkLst>
            <pc:docMk/>
            <pc:sldMk cId="1986740728" sldId="270"/>
            <ac:spMk id="125" creationId="{E449600C-6B3D-FF04-4DC8-E3AA3F17AA36}"/>
          </ac:spMkLst>
        </pc:spChg>
        <pc:spChg chg="mod">
          <ac:chgData name="William Santos" userId="3c44bde2a603709d" providerId="LiveId" clId="{EEA2192A-38D1-4A54-81F6-6ECFB1187D77}" dt="2026-01-31T22:18:59.031" v="8451" actId="790"/>
          <ac:spMkLst>
            <pc:docMk/>
            <pc:sldMk cId="1986740728" sldId="270"/>
            <ac:spMk id="127" creationId="{E4BF26CF-5997-2FA3-B392-1473B2C3CE59}"/>
          </ac:spMkLst>
        </pc:spChg>
        <pc:spChg chg="mod">
          <ac:chgData name="William Santos" userId="3c44bde2a603709d" providerId="LiveId" clId="{EEA2192A-38D1-4A54-81F6-6ECFB1187D77}" dt="2026-01-31T22:18:59.031" v="8451" actId="790"/>
          <ac:spMkLst>
            <pc:docMk/>
            <pc:sldMk cId="1986740728" sldId="270"/>
            <ac:spMk id="128" creationId="{82A53A76-200F-E463-BAEA-5275840737EA}"/>
          </ac:spMkLst>
        </pc:spChg>
        <pc:spChg chg="mod">
          <ac:chgData name="William Santos" userId="3c44bde2a603709d" providerId="LiveId" clId="{EEA2192A-38D1-4A54-81F6-6ECFB1187D77}" dt="2026-01-30T18:28:17.537" v="327"/>
          <ac:spMkLst>
            <pc:docMk/>
            <pc:sldMk cId="1986740728" sldId="270"/>
            <ac:spMk id="131" creationId="{335B3757-9CBA-3CCB-3B17-C000FADBE48E}"/>
          </ac:spMkLst>
        </pc:spChg>
        <pc:spChg chg="mod">
          <ac:chgData name="William Santos" userId="3c44bde2a603709d" providerId="LiveId" clId="{EEA2192A-38D1-4A54-81F6-6ECFB1187D77}" dt="2026-01-30T18:28:29.486" v="329"/>
          <ac:spMkLst>
            <pc:docMk/>
            <pc:sldMk cId="1986740728" sldId="270"/>
            <ac:spMk id="134" creationId="{F2C59059-7CEB-A57E-D329-0ADE24C17DB4}"/>
          </ac:spMkLst>
        </pc:spChg>
        <pc:spChg chg="mod">
          <ac:chgData name="William Santos" userId="3c44bde2a603709d" providerId="LiveId" clId="{EEA2192A-38D1-4A54-81F6-6ECFB1187D77}" dt="2026-01-31T22:18:59.031" v="8451" actId="790"/>
          <ac:spMkLst>
            <pc:docMk/>
            <pc:sldMk cId="1986740728" sldId="270"/>
            <ac:spMk id="135" creationId="{117890D5-6865-C153-1D5B-4488FF90B949}"/>
          </ac:spMkLst>
        </pc:spChg>
        <pc:spChg chg="mod">
          <ac:chgData name="William Santos" userId="3c44bde2a603709d" providerId="LiveId" clId="{EEA2192A-38D1-4A54-81F6-6ECFB1187D77}" dt="2026-01-31T22:18:59.031" v="8451" actId="790"/>
          <ac:spMkLst>
            <pc:docMk/>
            <pc:sldMk cId="1986740728" sldId="270"/>
            <ac:spMk id="136" creationId="{588B8DD1-6234-9642-D2E3-42BE23353F51}"/>
          </ac:spMkLst>
        </pc:spChg>
        <pc:spChg chg="mod">
          <ac:chgData name="William Santos" userId="3c44bde2a603709d" providerId="LiveId" clId="{EEA2192A-38D1-4A54-81F6-6ECFB1187D77}" dt="2026-01-31T22:18:59.031" v="8451" actId="790"/>
          <ac:spMkLst>
            <pc:docMk/>
            <pc:sldMk cId="1986740728" sldId="270"/>
            <ac:spMk id="137" creationId="{4A9D38F8-AB02-A722-363B-E6B634357B54}"/>
          </ac:spMkLst>
        </pc:spChg>
        <pc:spChg chg="mod">
          <ac:chgData name="William Santos" userId="3c44bde2a603709d" providerId="LiveId" clId="{EEA2192A-38D1-4A54-81F6-6ECFB1187D77}" dt="2026-01-31T22:18:59.031" v="8451" actId="790"/>
          <ac:spMkLst>
            <pc:docMk/>
            <pc:sldMk cId="1986740728" sldId="270"/>
            <ac:spMk id="138" creationId="{786E12C8-A6D3-11AC-6C0A-F65C1D69D4D4}"/>
          </ac:spMkLst>
        </pc:spChg>
        <pc:spChg chg="mod">
          <ac:chgData name="William Santos" userId="3c44bde2a603709d" providerId="LiveId" clId="{EEA2192A-38D1-4A54-81F6-6ECFB1187D77}" dt="2026-01-31T22:18:59.031" v="8451" actId="790"/>
          <ac:spMkLst>
            <pc:docMk/>
            <pc:sldMk cId="1986740728" sldId="270"/>
            <ac:spMk id="139" creationId="{CE9714D0-89F3-3117-38D3-D9CF94D6F3DB}"/>
          </ac:spMkLst>
        </pc:spChg>
        <pc:grpChg chg="mod">
          <ac:chgData name="William Santos" userId="3c44bde2a603709d" providerId="LiveId" clId="{EEA2192A-38D1-4A54-81F6-6ECFB1187D77}" dt="2026-01-30T18:27:21.177" v="318" actId="14100"/>
          <ac:grpSpMkLst>
            <pc:docMk/>
            <pc:sldMk cId="1986740728" sldId="270"/>
            <ac:grpSpMk id="107" creationId="{E90DD5A1-017E-DC4F-D52D-7EFBFE232076}"/>
          </ac:grpSpMkLst>
        </pc:grpChg>
        <pc:grpChg chg="mod">
          <ac:chgData name="William Santos" userId="3c44bde2a603709d" providerId="LiveId" clId="{EEA2192A-38D1-4A54-81F6-6ECFB1187D77}" dt="2026-01-30T18:27:38.177" v="321" actId="14100"/>
          <ac:grpSpMkLst>
            <pc:docMk/>
            <pc:sldMk cId="1986740728" sldId="270"/>
            <ac:grpSpMk id="123" creationId="{B468501C-417D-7FB6-4CBD-E77E5ED7D8D2}"/>
          </ac:grpSpMkLst>
        </pc:grpChg>
        <pc:grpChg chg="mod">
          <ac:chgData name="William Santos" userId="3c44bde2a603709d" providerId="LiveId" clId="{EEA2192A-38D1-4A54-81F6-6ECFB1187D77}" dt="2026-01-30T18:27:56.672" v="323" actId="14100"/>
          <ac:grpSpMkLst>
            <pc:docMk/>
            <pc:sldMk cId="1986740728" sldId="270"/>
            <ac:grpSpMk id="126" creationId="{53323094-5088-A61C-368C-D749D9AEE1FC}"/>
          </ac:grpSpMkLst>
        </pc:grpChg>
        <pc:grpChg chg="mod">
          <ac:chgData name="William Santos" userId="3c44bde2a603709d" providerId="LiveId" clId="{EEA2192A-38D1-4A54-81F6-6ECFB1187D77}" dt="2026-01-30T18:28:21.921" v="328" actId="14100"/>
          <ac:grpSpMkLst>
            <pc:docMk/>
            <pc:sldMk cId="1986740728" sldId="270"/>
            <ac:grpSpMk id="129" creationId="{0D431291-A3E6-A6C3-25E0-549177620B92}"/>
          </ac:grpSpMkLst>
        </pc:grpChg>
        <pc:grpChg chg="mod">
          <ac:chgData name="William Santos" userId="3c44bde2a603709d" providerId="LiveId" clId="{EEA2192A-38D1-4A54-81F6-6ECFB1187D77}" dt="2026-01-30T18:28:33.677" v="330" actId="14100"/>
          <ac:grpSpMkLst>
            <pc:docMk/>
            <pc:sldMk cId="1986740728" sldId="270"/>
            <ac:grpSpMk id="132" creationId="{DB5E6682-E5FF-45B0-CB25-5CB6D77E89DE}"/>
          </ac:grpSpMkLst>
        </pc:grpChg>
      </pc:sldChg>
      <pc:sldChg chg="addSp delSp modSp add mod">
        <pc:chgData name="William Santos" userId="3c44bde2a603709d" providerId="LiveId" clId="{EEA2192A-38D1-4A54-81F6-6ECFB1187D77}" dt="2026-01-31T22:18:59.031" v="8451" actId="790"/>
        <pc:sldMkLst>
          <pc:docMk/>
          <pc:sldMk cId="3350609340" sldId="271"/>
        </pc:sldMkLst>
        <pc:spChg chg="mod">
          <ac:chgData name="William Santos" userId="3c44bde2a603709d" providerId="LiveId" clId="{EEA2192A-38D1-4A54-81F6-6ECFB1187D77}" dt="2026-01-31T22:18:59.031" v="8451" actId="790"/>
          <ac:spMkLst>
            <pc:docMk/>
            <pc:sldMk cId="3350609340" sldId="271"/>
            <ac:spMk id="109" creationId="{E46980BD-2561-3DB6-402C-B8186D6E0CAA}"/>
          </ac:spMkLst>
        </pc:spChg>
        <pc:spChg chg="mod">
          <ac:chgData name="William Santos" userId="3c44bde2a603709d" providerId="LiveId" clId="{EEA2192A-38D1-4A54-81F6-6ECFB1187D77}" dt="2026-01-31T22:18:59.031" v="8451" actId="790"/>
          <ac:spMkLst>
            <pc:docMk/>
            <pc:sldMk cId="3350609340" sldId="271"/>
            <ac:spMk id="110" creationId="{797F525B-A8C8-EA9B-22C4-4EE7E5FE1555}"/>
          </ac:spMkLst>
        </pc:spChg>
        <pc:spChg chg="mod topLvl">
          <ac:chgData name="William Santos" userId="3c44bde2a603709d" providerId="LiveId" clId="{EEA2192A-38D1-4A54-81F6-6ECFB1187D77}" dt="2026-01-31T22:18:59.031" v="8451" actId="790"/>
          <ac:spMkLst>
            <pc:docMk/>
            <pc:sldMk cId="3350609340" sldId="271"/>
            <ac:spMk id="112" creationId="{1F8DC650-AADC-E41E-F5F3-04084D26F26C}"/>
          </ac:spMkLst>
        </pc:spChg>
        <pc:spChg chg="add del mod topLvl">
          <ac:chgData name="William Santos" userId="3c44bde2a603709d" providerId="LiveId" clId="{EEA2192A-38D1-4A54-81F6-6ECFB1187D77}" dt="2026-01-30T18:32:18.681" v="390" actId="20577"/>
          <ac:spMkLst>
            <pc:docMk/>
            <pc:sldMk cId="3350609340" sldId="271"/>
            <ac:spMk id="113" creationId="{162D258B-FCC5-4E79-09AF-84345818A7DF}"/>
          </ac:spMkLst>
        </pc:spChg>
        <pc:spChg chg="add del mod">
          <ac:chgData name="William Santos" userId="3c44bde2a603709d" providerId="LiveId" clId="{EEA2192A-38D1-4A54-81F6-6ECFB1187D77}" dt="2026-01-31T22:18:59.031" v="8451" actId="790"/>
          <ac:spMkLst>
            <pc:docMk/>
            <pc:sldMk cId="3350609340" sldId="271"/>
            <ac:spMk id="114" creationId="{A72AC896-97E1-040F-EE87-E711FF6B6706}"/>
          </ac:spMkLst>
        </pc:spChg>
        <pc:spChg chg="mod">
          <ac:chgData name="William Santos" userId="3c44bde2a603709d" providerId="LiveId" clId="{EEA2192A-38D1-4A54-81F6-6ECFB1187D77}" dt="2026-01-31T22:18:59.031" v="8451" actId="790"/>
          <ac:spMkLst>
            <pc:docMk/>
            <pc:sldMk cId="3350609340" sldId="271"/>
            <ac:spMk id="115" creationId="{FE63484A-1E57-3BF6-A0A7-9DD79BAD06FF}"/>
          </ac:spMkLst>
        </pc:spChg>
        <pc:spChg chg="mod topLvl">
          <ac:chgData name="William Santos" userId="3c44bde2a603709d" providerId="LiveId" clId="{EEA2192A-38D1-4A54-81F6-6ECFB1187D77}" dt="2026-01-31T22:18:59.031" v="8451" actId="790"/>
          <ac:spMkLst>
            <pc:docMk/>
            <pc:sldMk cId="3350609340" sldId="271"/>
            <ac:spMk id="118" creationId="{375775A5-2C93-08B2-B56F-E5BC94BE935C}"/>
          </ac:spMkLst>
        </pc:spChg>
        <pc:spChg chg="mod topLvl">
          <ac:chgData name="William Santos" userId="3c44bde2a603709d" providerId="LiveId" clId="{EEA2192A-38D1-4A54-81F6-6ECFB1187D77}" dt="2026-01-31T22:18:59.031" v="8451" actId="790"/>
          <ac:spMkLst>
            <pc:docMk/>
            <pc:sldMk cId="3350609340" sldId="271"/>
            <ac:spMk id="121" creationId="{8180510E-222D-A5F1-D254-B531C38F345F}"/>
          </ac:spMkLst>
        </pc:spChg>
        <pc:spChg chg="mod">
          <ac:chgData name="William Santos" userId="3c44bde2a603709d" providerId="LiveId" clId="{EEA2192A-38D1-4A54-81F6-6ECFB1187D77}" dt="2026-01-31T22:18:59.031" v="8451" actId="790"/>
          <ac:spMkLst>
            <pc:docMk/>
            <pc:sldMk cId="3350609340" sldId="271"/>
            <ac:spMk id="124" creationId="{1F45C2D3-AB5F-DDAA-1C31-5EDD796B0564}"/>
          </ac:spMkLst>
        </pc:spChg>
        <pc:spChg chg="mod">
          <ac:chgData name="William Santos" userId="3c44bde2a603709d" providerId="LiveId" clId="{EEA2192A-38D1-4A54-81F6-6ECFB1187D77}" dt="2026-01-30T18:28:59.241" v="334"/>
          <ac:spMkLst>
            <pc:docMk/>
            <pc:sldMk cId="3350609340" sldId="271"/>
            <ac:spMk id="125" creationId="{95F956CD-894D-8E7C-BBFE-8A28BA5E19DA}"/>
          </ac:spMkLst>
        </pc:spChg>
        <pc:spChg chg="mod">
          <ac:chgData name="William Santos" userId="3c44bde2a603709d" providerId="LiveId" clId="{EEA2192A-38D1-4A54-81F6-6ECFB1187D77}" dt="2026-01-31T22:18:59.031" v="8451" actId="790"/>
          <ac:spMkLst>
            <pc:docMk/>
            <pc:sldMk cId="3350609340" sldId="271"/>
            <ac:spMk id="135" creationId="{042D5D1B-116F-A62C-BAC9-59AA461D0C88}"/>
          </ac:spMkLst>
        </pc:spChg>
        <pc:spChg chg="mod">
          <ac:chgData name="William Santos" userId="3c44bde2a603709d" providerId="LiveId" clId="{EEA2192A-38D1-4A54-81F6-6ECFB1187D77}" dt="2026-01-31T22:18:59.031" v="8451" actId="790"/>
          <ac:spMkLst>
            <pc:docMk/>
            <pc:sldMk cId="3350609340" sldId="271"/>
            <ac:spMk id="139" creationId="{02880827-5A0C-29C4-182A-635AB3979A07}"/>
          </ac:spMkLst>
        </pc:spChg>
        <pc:grpChg chg="mod">
          <ac:chgData name="William Santos" userId="3c44bde2a603709d" providerId="LiveId" clId="{EEA2192A-38D1-4A54-81F6-6ECFB1187D77}" dt="2026-01-30T18:28:48.810" v="333" actId="14100"/>
          <ac:grpSpMkLst>
            <pc:docMk/>
            <pc:sldMk cId="3350609340" sldId="271"/>
            <ac:grpSpMk id="107" creationId="{C846FC4D-70FE-2B22-69E0-8B3E6F74E54F}"/>
          </ac:grpSpMkLst>
        </pc:grpChg>
        <pc:grpChg chg="add del">
          <ac:chgData name="William Santos" userId="3c44bde2a603709d" providerId="LiveId" clId="{EEA2192A-38D1-4A54-81F6-6ECFB1187D77}" dt="2026-01-30T18:29:36.787" v="355" actId="478"/>
          <ac:grpSpMkLst>
            <pc:docMk/>
            <pc:sldMk cId="3350609340" sldId="271"/>
            <ac:grpSpMk id="111" creationId="{95068702-7151-0D44-27DB-DFFB6A5F79D1}"/>
          </ac:grpSpMkLst>
        </pc:grpChg>
        <pc:grpChg chg="mod">
          <ac:chgData name="William Santos" userId="3c44bde2a603709d" providerId="LiveId" clId="{EEA2192A-38D1-4A54-81F6-6ECFB1187D77}" dt="2026-01-30T18:29:03.814" v="335" actId="14100"/>
          <ac:grpSpMkLst>
            <pc:docMk/>
            <pc:sldMk cId="3350609340" sldId="271"/>
            <ac:grpSpMk id="123" creationId="{5975A09B-CE47-8FB2-A45D-265D0D614015}"/>
          </ac:grpSpMkLst>
        </pc:grpChg>
      </pc:sldChg>
      <pc:sldChg chg="addSp delSp modSp add mod">
        <pc:chgData name="William Santos" userId="3c44bde2a603709d" providerId="LiveId" clId="{EEA2192A-38D1-4A54-81F6-6ECFB1187D77}" dt="2026-01-31T22:18:59.031" v="8451" actId="790"/>
        <pc:sldMkLst>
          <pc:docMk/>
          <pc:sldMk cId="1306666360" sldId="272"/>
        </pc:sldMkLst>
        <pc:spChg chg="add mod">
          <ac:chgData name="William Santos" userId="3c44bde2a603709d" providerId="LiveId" clId="{EEA2192A-38D1-4A54-81F6-6ECFB1187D77}" dt="2026-01-31T22:18:59.031" v="8451" actId="790"/>
          <ac:spMkLst>
            <pc:docMk/>
            <pc:sldMk cId="1306666360" sldId="272"/>
            <ac:spMk id="2" creationId="{21FDF219-ED67-3125-6416-56A3BBA92B9A}"/>
          </ac:spMkLst>
        </pc:spChg>
        <pc:spChg chg="mod">
          <ac:chgData name="William Santos" userId="3c44bde2a603709d" providerId="LiveId" clId="{EEA2192A-38D1-4A54-81F6-6ECFB1187D77}" dt="2026-01-31T22:18:59.031" v="8451" actId="790"/>
          <ac:spMkLst>
            <pc:docMk/>
            <pc:sldMk cId="1306666360" sldId="272"/>
            <ac:spMk id="156" creationId="{AE4001A6-8FEF-5CD0-FFE1-CE8BC848F7A3}"/>
          </ac:spMkLst>
        </pc:spChg>
      </pc:sldChg>
      <pc:sldChg chg="addSp delSp modSp add mod">
        <pc:chgData name="William Santos" userId="3c44bde2a603709d" providerId="LiveId" clId="{EEA2192A-38D1-4A54-81F6-6ECFB1187D77}" dt="2026-01-31T22:18:59.031" v="8451" actId="790"/>
        <pc:sldMkLst>
          <pc:docMk/>
          <pc:sldMk cId="2291677764" sldId="273"/>
        </pc:sldMkLst>
        <pc:spChg chg="add mod">
          <ac:chgData name="William Santos" userId="3c44bde2a603709d" providerId="LiveId" clId="{EEA2192A-38D1-4A54-81F6-6ECFB1187D77}" dt="2026-01-31T22:18:59.031" v="8451" actId="790"/>
          <ac:spMkLst>
            <pc:docMk/>
            <pc:sldMk cId="2291677764" sldId="273"/>
            <ac:spMk id="2" creationId="{6E3BAC89-B221-09C3-F27F-62B2542B9A7C}"/>
          </ac:spMkLst>
        </pc:spChg>
        <pc:spChg chg="mod">
          <ac:chgData name="William Santos" userId="3c44bde2a603709d" providerId="LiveId" clId="{EEA2192A-38D1-4A54-81F6-6ECFB1187D77}" dt="2026-01-31T22:18:59.031" v="8451" actId="790"/>
          <ac:spMkLst>
            <pc:docMk/>
            <pc:sldMk cId="2291677764" sldId="273"/>
            <ac:spMk id="156" creationId="{FF3764AD-07CE-03EB-A608-FD2609B18ED4}"/>
          </ac:spMkLst>
        </pc:spChg>
      </pc:sldChg>
      <pc:sldChg chg="addSp delSp modSp add mod">
        <pc:chgData name="William Santos" userId="3c44bde2a603709d" providerId="LiveId" clId="{EEA2192A-38D1-4A54-81F6-6ECFB1187D77}" dt="2026-01-31T22:18:59.031" v="8451" actId="790"/>
        <pc:sldMkLst>
          <pc:docMk/>
          <pc:sldMk cId="720037725" sldId="274"/>
        </pc:sldMkLst>
        <pc:spChg chg="add mod">
          <ac:chgData name="William Santos" userId="3c44bde2a603709d" providerId="LiveId" clId="{EEA2192A-38D1-4A54-81F6-6ECFB1187D77}" dt="2026-01-31T22:18:59.031" v="8451" actId="790"/>
          <ac:spMkLst>
            <pc:docMk/>
            <pc:sldMk cId="720037725" sldId="274"/>
            <ac:spMk id="2" creationId="{8C69A3C1-34B7-4237-B05B-C7E2F549EF76}"/>
          </ac:spMkLst>
        </pc:spChg>
        <pc:spChg chg="add mod">
          <ac:chgData name="William Santos" userId="3c44bde2a603709d" providerId="LiveId" clId="{EEA2192A-38D1-4A54-81F6-6ECFB1187D77}" dt="2026-01-31T22:18:59.031" v="8451" actId="790"/>
          <ac:spMkLst>
            <pc:docMk/>
            <pc:sldMk cId="720037725" sldId="274"/>
            <ac:spMk id="3" creationId="{07ABF71C-B2A2-3BF0-A5FC-7E618E057110}"/>
          </ac:spMkLst>
        </pc:spChg>
      </pc:sldChg>
      <pc:sldChg chg="addSp delSp modSp add mod">
        <pc:chgData name="William Santos" userId="3c44bde2a603709d" providerId="LiveId" clId="{EEA2192A-38D1-4A54-81F6-6ECFB1187D77}" dt="2026-01-31T22:18:59.031" v="8451" actId="790"/>
        <pc:sldMkLst>
          <pc:docMk/>
          <pc:sldMk cId="2539465880" sldId="275"/>
        </pc:sldMkLst>
        <pc:spChg chg="mod">
          <ac:chgData name="William Santos" userId="3c44bde2a603709d" providerId="LiveId" clId="{EEA2192A-38D1-4A54-81F6-6ECFB1187D77}" dt="2026-01-31T22:18:59.031" v="8451" actId="790"/>
          <ac:spMkLst>
            <pc:docMk/>
            <pc:sldMk cId="2539465880" sldId="275"/>
            <ac:spMk id="156" creationId="{86447DBD-BCC5-1C32-3C8F-8EC8A139E46A}"/>
          </ac:spMkLst>
        </pc:spChg>
        <pc:picChg chg="add mod">
          <ac:chgData name="William Santos" userId="3c44bde2a603709d" providerId="LiveId" clId="{EEA2192A-38D1-4A54-81F6-6ECFB1187D77}" dt="2026-01-30T20:43:23.034" v="466" actId="1076"/>
          <ac:picMkLst>
            <pc:docMk/>
            <pc:sldMk cId="2539465880" sldId="275"/>
            <ac:picMk id="2" creationId="{D935D750-1331-9416-E0C8-7DBC730340D6}"/>
          </ac:picMkLst>
        </pc:picChg>
      </pc:sldChg>
      <pc:sldChg chg="addSp delSp modSp add mod">
        <pc:chgData name="William Santos" userId="3c44bde2a603709d" providerId="LiveId" clId="{EEA2192A-38D1-4A54-81F6-6ECFB1187D77}" dt="2026-01-31T22:18:59.031" v="8451" actId="790"/>
        <pc:sldMkLst>
          <pc:docMk/>
          <pc:sldMk cId="607122321" sldId="276"/>
        </pc:sldMkLst>
        <pc:spChg chg="mod">
          <ac:chgData name="William Santos" userId="3c44bde2a603709d" providerId="LiveId" clId="{EEA2192A-38D1-4A54-81F6-6ECFB1187D77}" dt="2026-01-31T22:18:59.031" v="8451" actId="790"/>
          <ac:spMkLst>
            <pc:docMk/>
            <pc:sldMk cId="607122321" sldId="276"/>
            <ac:spMk id="156" creationId="{23EF8613-2CF0-267E-4F80-CE45268737B7}"/>
          </ac:spMkLst>
        </pc:spChg>
        <pc:picChg chg="add mod">
          <ac:chgData name="William Santos" userId="3c44bde2a603709d" providerId="LiveId" clId="{EEA2192A-38D1-4A54-81F6-6ECFB1187D77}" dt="2026-01-30T20:43:51.579" v="475" actId="1076"/>
          <ac:picMkLst>
            <pc:docMk/>
            <pc:sldMk cId="607122321" sldId="276"/>
            <ac:picMk id="3" creationId="{286857AE-1503-81A5-AC42-2254772A8AFD}"/>
          </ac:picMkLst>
        </pc:picChg>
        <pc:picChg chg="add mod">
          <ac:chgData name="William Santos" userId="3c44bde2a603709d" providerId="LiveId" clId="{EEA2192A-38D1-4A54-81F6-6ECFB1187D77}" dt="2026-01-30T20:44:14.355" v="480" actId="14100"/>
          <ac:picMkLst>
            <pc:docMk/>
            <pc:sldMk cId="607122321" sldId="276"/>
            <ac:picMk id="4" creationId="{15ED0D82-2CC6-EFA0-588C-05DBDABF61E9}"/>
          </ac:picMkLst>
        </pc:picChg>
      </pc:sldChg>
      <pc:sldChg chg="addSp delSp modSp add mod">
        <pc:chgData name="William Santos" userId="3c44bde2a603709d" providerId="LiveId" clId="{EEA2192A-38D1-4A54-81F6-6ECFB1187D77}" dt="2026-01-31T22:18:59.031" v="8451" actId="790"/>
        <pc:sldMkLst>
          <pc:docMk/>
          <pc:sldMk cId="1328881927" sldId="277"/>
        </pc:sldMkLst>
        <pc:spChg chg="add mod">
          <ac:chgData name="William Santos" userId="3c44bde2a603709d" providerId="LiveId" clId="{EEA2192A-38D1-4A54-81F6-6ECFB1187D77}" dt="2026-01-31T22:18:59.031" v="8451" actId="790"/>
          <ac:spMkLst>
            <pc:docMk/>
            <pc:sldMk cId="1328881927" sldId="277"/>
            <ac:spMk id="2" creationId="{FEE4C5C3-2B00-C3C5-49B3-D92AF160FF34}"/>
          </ac:spMkLst>
        </pc:spChg>
        <pc:spChg chg="mod">
          <ac:chgData name="William Santos" userId="3c44bde2a603709d" providerId="LiveId" clId="{EEA2192A-38D1-4A54-81F6-6ECFB1187D77}" dt="2026-01-31T22:18:59.031" v="8451" actId="790"/>
          <ac:spMkLst>
            <pc:docMk/>
            <pc:sldMk cId="1328881927" sldId="277"/>
            <ac:spMk id="155" creationId="{62157A1D-9C61-3936-0F9B-530BA60D4AE1}"/>
          </ac:spMkLst>
        </pc:spChg>
        <pc:spChg chg="mod">
          <ac:chgData name="William Santos" userId="3c44bde2a603709d" providerId="LiveId" clId="{EEA2192A-38D1-4A54-81F6-6ECFB1187D77}" dt="2026-01-31T22:18:59.031" v="8451" actId="790"/>
          <ac:spMkLst>
            <pc:docMk/>
            <pc:sldMk cId="1328881927" sldId="277"/>
            <ac:spMk id="156" creationId="{862052D1-AA5A-B6E7-E540-08B6EEC8FA1B}"/>
          </ac:spMkLst>
        </pc:spChg>
      </pc:sldChg>
      <pc:sldChg chg="addSp delSp modSp add mod">
        <pc:chgData name="William Santos" userId="3c44bde2a603709d" providerId="LiveId" clId="{EEA2192A-38D1-4A54-81F6-6ECFB1187D77}" dt="2026-01-31T22:18:59.031" v="8451" actId="790"/>
        <pc:sldMkLst>
          <pc:docMk/>
          <pc:sldMk cId="506232425" sldId="278"/>
        </pc:sldMkLst>
        <pc:spChg chg="add mod">
          <ac:chgData name="William Santos" userId="3c44bde2a603709d" providerId="LiveId" clId="{EEA2192A-38D1-4A54-81F6-6ECFB1187D77}" dt="2026-01-31T22:18:59.031" v="8451" actId="790"/>
          <ac:spMkLst>
            <pc:docMk/>
            <pc:sldMk cId="506232425" sldId="278"/>
            <ac:spMk id="2" creationId="{B260E9E5-CA8C-F9D0-1977-5BFA01F5F93F}"/>
          </ac:spMkLst>
        </pc:spChg>
        <pc:spChg chg="mod">
          <ac:chgData name="William Santos" userId="3c44bde2a603709d" providerId="LiveId" clId="{EEA2192A-38D1-4A54-81F6-6ECFB1187D77}" dt="2026-01-31T22:18:59.031" v="8451" actId="790"/>
          <ac:spMkLst>
            <pc:docMk/>
            <pc:sldMk cId="506232425" sldId="278"/>
            <ac:spMk id="156" creationId="{25146DDE-5C27-657B-5454-5C2810D8AE44}"/>
          </ac:spMkLst>
        </pc:spChg>
      </pc:sldChg>
      <pc:sldChg chg="addSp delSp modSp add mod">
        <pc:chgData name="William Santos" userId="3c44bde2a603709d" providerId="LiveId" clId="{EEA2192A-38D1-4A54-81F6-6ECFB1187D77}" dt="2026-01-31T22:18:59.031" v="8451" actId="790"/>
        <pc:sldMkLst>
          <pc:docMk/>
          <pc:sldMk cId="408516597" sldId="279"/>
        </pc:sldMkLst>
        <pc:spChg chg="add mod">
          <ac:chgData name="William Santos" userId="3c44bde2a603709d" providerId="LiveId" clId="{EEA2192A-38D1-4A54-81F6-6ECFB1187D77}" dt="2026-01-31T22:18:59.031" v="8451" actId="790"/>
          <ac:spMkLst>
            <pc:docMk/>
            <pc:sldMk cId="408516597" sldId="279"/>
            <ac:spMk id="2" creationId="{FC261166-D348-3CEE-39EC-F1CC6FE31E4C}"/>
          </ac:spMkLst>
        </pc:spChg>
        <pc:spChg chg="mod">
          <ac:chgData name="William Santos" userId="3c44bde2a603709d" providerId="LiveId" clId="{EEA2192A-38D1-4A54-81F6-6ECFB1187D77}" dt="2026-01-31T22:18:59.031" v="8451" actId="790"/>
          <ac:spMkLst>
            <pc:docMk/>
            <pc:sldMk cId="408516597" sldId="279"/>
            <ac:spMk id="156" creationId="{92B0DBD1-5EB0-ACC5-6C87-3C9C26320139}"/>
          </ac:spMkLst>
        </pc:spChg>
      </pc:sldChg>
      <pc:sldChg chg="addSp delSp modSp add mod ord">
        <pc:chgData name="William Santos" userId="3c44bde2a603709d" providerId="LiveId" clId="{EEA2192A-38D1-4A54-81F6-6ECFB1187D77}" dt="2026-01-31T22:18:59.031" v="8451" actId="790"/>
        <pc:sldMkLst>
          <pc:docMk/>
          <pc:sldMk cId="2409718690" sldId="280"/>
        </pc:sldMkLst>
        <pc:spChg chg="add mod">
          <ac:chgData name="William Santos" userId="3c44bde2a603709d" providerId="LiveId" clId="{EEA2192A-38D1-4A54-81F6-6ECFB1187D77}" dt="2026-01-31T22:18:59.031" v="8451" actId="790"/>
          <ac:spMkLst>
            <pc:docMk/>
            <pc:sldMk cId="2409718690" sldId="280"/>
            <ac:spMk id="3" creationId="{9CDF418E-D233-785F-F53F-4EFAC216C297}"/>
          </ac:spMkLst>
        </pc:spChg>
        <pc:spChg chg="mod">
          <ac:chgData name="William Santos" userId="3c44bde2a603709d" providerId="LiveId" clId="{EEA2192A-38D1-4A54-81F6-6ECFB1187D77}" dt="2026-01-31T22:18:59.031" v="8451" actId="790"/>
          <ac:spMkLst>
            <pc:docMk/>
            <pc:sldMk cId="2409718690" sldId="280"/>
            <ac:spMk id="155" creationId="{50983A2D-3366-4093-F703-F809EB270A55}"/>
          </ac:spMkLst>
        </pc:spChg>
        <pc:spChg chg="mod">
          <ac:chgData name="William Santos" userId="3c44bde2a603709d" providerId="LiveId" clId="{EEA2192A-38D1-4A54-81F6-6ECFB1187D77}" dt="2026-01-31T22:18:59.031" v="8451" actId="790"/>
          <ac:spMkLst>
            <pc:docMk/>
            <pc:sldMk cId="2409718690" sldId="280"/>
            <ac:spMk id="156" creationId="{58C2AA9F-F19D-FA27-1118-FFFD76693F09}"/>
          </ac:spMkLst>
        </pc:spChg>
      </pc:sldChg>
      <pc:sldChg chg="addSp delSp modSp add mod">
        <pc:chgData name="William Santos" userId="3c44bde2a603709d" providerId="LiveId" clId="{EEA2192A-38D1-4A54-81F6-6ECFB1187D77}" dt="2026-01-31T22:18:59.031" v="8451" actId="790"/>
        <pc:sldMkLst>
          <pc:docMk/>
          <pc:sldMk cId="455596190" sldId="281"/>
        </pc:sldMkLst>
        <pc:spChg chg="add mod">
          <ac:chgData name="William Santos" userId="3c44bde2a603709d" providerId="LiveId" clId="{EEA2192A-38D1-4A54-81F6-6ECFB1187D77}" dt="2026-01-31T22:18:59.031" v="8451" actId="790"/>
          <ac:spMkLst>
            <pc:docMk/>
            <pc:sldMk cId="455596190" sldId="281"/>
            <ac:spMk id="4" creationId="{95F51D32-1DB8-BFDF-2A4E-695DCDDA4B02}"/>
          </ac:spMkLst>
        </pc:spChg>
        <pc:spChg chg="mod">
          <ac:chgData name="William Santos" userId="3c44bde2a603709d" providerId="LiveId" clId="{EEA2192A-38D1-4A54-81F6-6ECFB1187D77}" dt="2026-01-31T22:18:59.031" v="8451" actId="790"/>
          <ac:spMkLst>
            <pc:docMk/>
            <pc:sldMk cId="455596190" sldId="281"/>
            <ac:spMk id="156" creationId="{FD725609-0E18-31B4-C814-F1E9D0740B4C}"/>
          </ac:spMkLst>
        </pc:spChg>
      </pc:sldChg>
      <pc:sldChg chg="addSp delSp modSp add mod">
        <pc:chgData name="William Santos" userId="3c44bde2a603709d" providerId="LiveId" clId="{EEA2192A-38D1-4A54-81F6-6ECFB1187D77}" dt="2026-01-31T22:53:46.925" v="9714" actId="20577"/>
        <pc:sldMkLst>
          <pc:docMk/>
          <pc:sldMk cId="2974236740" sldId="282"/>
        </pc:sldMkLst>
        <pc:spChg chg="add mod">
          <ac:chgData name="William Santos" userId="3c44bde2a603709d" providerId="LiveId" clId="{EEA2192A-38D1-4A54-81F6-6ECFB1187D77}" dt="2026-01-31T22:18:59.031" v="8451" actId="790"/>
          <ac:spMkLst>
            <pc:docMk/>
            <pc:sldMk cId="2974236740" sldId="282"/>
            <ac:spMk id="2" creationId="{EA7C3BCA-7BAE-8B4D-3065-6C0BD1429C88}"/>
          </ac:spMkLst>
        </pc:spChg>
        <pc:spChg chg="mod">
          <ac:chgData name="William Santos" userId="3c44bde2a603709d" providerId="LiveId" clId="{EEA2192A-38D1-4A54-81F6-6ECFB1187D77}" dt="2026-01-31T22:53:46.925" v="9714" actId="20577"/>
          <ac:spMkLst>
            <pc:docMk/>
            <pc:sldMk cId="2974236740" sldId="282"/>
            <ac:spMk id="155" creationId="{6117C40A-B307-DF4A-2EF7-055B03AA1A36}"/>
          </ac:spMkLst>
        </pc:spChg>
        <pc:spChg chg="mod">
          <ac:chgData name="William Santos" userId="3c44bde2a603709d" providerId="LiveId" clId="{EEA2192A-38D1-4A54-81F6-6ECFB1187D77}" dt="2026-01-31T22:18:59.031" v="8451" actId="790"/>
          <ac:spMkLst>
            <pc:docMk/>
            <pc:sldMk cId="2974236740" sldId="282"/>
            <ac:spMk id="156" creationId="{A3778C65-7B95-04D0-6B31-BDBD40D079E2}"/>
          </ac:spMkLst>
        </pc:spChg>
      </pc:sldChg>
      <pc:sldChg chg="addSp delSp modSp add mod">
        <pc:chgData name="William Santos" userId="3c44bde2a603709d" providerId="LiveId" clId="{EEA2192A-38D1-4A54-81F6-6ECFB1187D77}" dt="2026-01-31T22:18:59.031" v="8451" actId="790"/>
        <pc:sldMkLst>
          <pc:docMk/>
          <pc:sldMk cId="2114779345" sldId="283"/>
        </pc:sldMkLst>
        <pc:spChg chg="add mod">
          <ac:chgData name="William Santos" userId="3c44bde2a603709d" providerId="LiveId" clId="{EEA2192A-38D1-4A54-81F6-6ECFB1187D77}" dt="2026-01-31T22:18:59.031" v="8451" actId="790"/>
          <ac:spMkLst>
            <pc:docMk/>
            <pc:sldMk cId="2114779345" sldId="283"/>
            <ac:spMk id="2" creationId="{65A534F7-78EA-7A93-B3EC-02BFA790DB57}"/>
          </ac:spMkLst>
        </pc:spChg>
        <pc:spChg chg="mod">
          <ac:chgData name="William Santos" userId="3c44bde2a603709d" providerId="LiveId" clId="{EEA2192A-38D1-4A54-81F6-6ECFB1187D77}" dt="2026-01-31T22:18:59.031" v="8451" actId="790"/>
          <ac:spMkLst>
            <pc:docMk/>
            <pc:sldMk cId="2114779345" sldId="283"/>
            <ac:spMk id="156" creationId="{E5E550A5-E82A-4492-2BA6-D74104C6AFDB}"/>
          </ac:spMkLst>
        </pc:spChg>
      </pc:sldChg>
      <pc:sldChg chg="delSp modSp add mod ord">
        <pc:chgData name="William Santos" userId="3c44bde2a603709d" providerId="LiveId" clId="{EEA2192A-38D1-4A54-81F6-6ECFB1187D77}" dt="2026-01-31T22:18:59.031" v="8451" actId="790"/>
        <pc:sldMkLst>
          <pc:docMk/>
          <pc:sldMk cId="2130597499" sldId="284"/>
        </pc:sldMkLst>
        <pc:spChg chg="mod">
          <ac:chgData name="William Santos" userId="3c44bde2a603709d" providerId="LiveId" clId="{EEA2192A-38D1-4A54-81F6-6ECFB1187D77}" dt="2026-01-31T22:18:59.031" v="8451" actId="790"/>
          <ac:spMkLst>
            <pc:docMk/>
            <pc:sldMk cId="2130597499" sldId="284"/>
            <ac:spMk id="154" creationId="{304A3DCE-7348-2816-9F21-3E7B66367444}"/>
          </ac:spMkLst>
        </pc:spChg>
        <pc:spChg chg="mod">
          <ac:chgData name="William Santos" userId="3c44bde2a603709d" providerId="LiveId" clId="{EEA2192A-38D1-4A54-81F6-6ECFB1187D77}" dt="2026-01-31T22:18:59.031" v="8451" actId="790"/>
          <ac:spMkLst>
            <pc:docMk/>
            <pc:sldMk cId="2130597499" sldId="284"/>
            <ac:spMk id="155" creationId="{C83B94B3-0A95-0A9F-4233-9970F8066AAE}"/>
          </ac:spMkLst>
        </pc:spChg>
        <pc:spChg chg="mod">
          <ac:chgData name="William Santos" userId="3c44bde2a603709d" providerId="LiveId" clId="{EEA2192A-38D1-4A54-81F6-6ECFB1187D77}" dt="2026-01-31T22:18:59.031" v="8451" actId="790"/>
          <ac:spMkLst>
            <pc:docMk/>
            <pc:sldMk cId="2130597499" sldId="284"/>
            <ac:spMk id="156" creationId="{56556A88-5194-E85F-A1AD-FDFA7B41023A}"/>
          </ac:spMkLst>
        </pc:spChg>
      </pc:sldChg>
      <pc:sldChg chg="delSp modSp add mod ord">
        <pc:chgData name="William Santos" userId="3c44bde2a603709d" providerId="LiveId" clId="{EEA2192A-38D1-4A54-81F6-6ECFB1187D77}" dt="2026-01-31T22:18:59.031" v="8451" actId="790"/>
        <pc:sldMkLst>
          <pc:docMk/>
          <pc:sldMk cId="7760760" sldId="285"/>
        </pc:sldMkLst>
        <pc:spChg chg="mod ord">
          <ac:chgData name="William Santos" userId="3c44bde2a603709d" providerId="LiveId" clId="{EEA2192A-38D1-4A54-81F6-6ECFB1187D77}" dt="2026-01-31T22:18:59.031" v="8451" actId="790"/>
          <ac:spMkLst>
            <pc:docMk/>
            <pc:sldMk cId="7760760" sldId="285"/>
            <ac:spMk id="154" creationId="{D0860EF7-32B1-F5FD-5090-EDF347E64D11}"/>
          </ac:spMkLst>
        </pc:spChg>
        <pc:spChg chg="mod">
          <ac:chgData name="William Santos" userId="3c44bde2a603709d" providerId="LiveId" clId="{EEA2192A-38D1-4A54-81F6-6ECFB1187D77}" dt="2026-01-31T22:18:59.031" v="8451" actId="790"/>
          <ac:spMkLst>
            <pc:docMk/>
            <pc:sldMk cId="7760760" sldId="285"/>
            <ac:spMk id="155" creationId="{BE56B432-CEF2-9BCB-CB5A-8F8C3E8936A4}"/>
          </ac:spMkLst>
        </pc:spChg>
        <pc:spChg chg="mod">
          <ac:chgData name="William Santos" userId="3c44bde2a603709d" providerId="LiveId" clId="{EEA2192A-38D1-4A54-81F6-6ECFB1187D77}" dt="2026-01-31T22:18:59.031" v="8451" actId="790"/>
          <ac:spMkLst>
            <pc:docMk/>
            <pc:sldMk cId="7760760" sldId="285"/>
            <ac:spMk id="156" creationId="{E1AC5610-38B8-283F-C695-FFCE5287C7B1}"/>
          </ac:spMkLst>
        </pc:spChg>
      </pc:sldChg>
      <pc:sldChg chg="delSp modSp add mod">
        <pc:chgData name="William Santos" userId="3c44bde2a603709d" providerId="LiveId" clId="{EEA2192A-38D1-4A54-81F6-6ECFB1187D77}" dt="2026-01-31T22:18:59.031" v="8451" actId="790"/>
        <pc:sldMkLst>
          <pc:docMk/>
          <pc:sldMk cId="921407491" sldId="286"/>
        </pc:sldMkLst>
        <pc:spChg chg="mod ord">
          <ac:chgData name="William Santos" userId="3c44bde2a603709d" providerId="LiveId" clId="{EEA2192A-38D1-4A54-81F6-6ECFB1187D77}" dt="2026-01-31T22:18:59.031" v="8451" actId="790"/>
          <ac:spMkLst>
            <pc:docMk/>
            <pc:sldMk cId="921407491" sldId="286"/>
            <ac:spMk id="154" creationId="{8EBFD7D1-FE86-D471-E736-0063FA2E3CCD}"/>
          </ac:spMkLst>
        </pc:spChg>
        <pc:spChg chg="mod">
          <ac:chgData name="William Santos" userId="3c44bde2a603709d" providerId="LiveId" clId="{EEA2192A-38D1-4A54-81F6-6ECFB1187D77}" dt="2026-01-31T22:18:59.031" v="8451" actId="790"/>
          <ac:spMkLst>
            <pc:docMk/>
            <pc:sldMk cId="921407491" sldId="286"/>
            <ac:spMk id="155" creationId="{21F8D294-DCA2-DEFA-6087-E5148ED0632A}"/>
          </ac:spMkLst>
        </pc:spChg>
        <pc:spChg chg="mod">
          <ac:chgData name="William Santos" userId="3c44bde2a603709d" providerId="LiveId" clId="{EEA2192A-38D1-4A54-81F6-6ECFB1187D77}" dt="2026-01-31T22:18:59.031" v="8451" actId="790"/>
          <ac:spMkLst>
            <pc:docMk/>
            <pc:sldMk cId="921407491" sldId="286"/>
            <ac:spMk id="156" creationId="{23140B54-A632-E7A5-D7C2-0AF6B18B49F4}"/>
          </ac:spMkLst>
        </pc:spChg>
      </pc:sldChg>
      <pc:sldChg chg="delSp modSp add mod">
        <pc:chgData name="William Santos" userId="3c44bde2a603709d" providerId="LiveId" clId="{EEA2192A-38D1-4A54-81F6-6ECFB1187D77}" dt="2026-01-31T22:18:59.031" v="8451" actId="790"/>
        <pc:sldMkLst>
          <pc:docMk/>
          <pc:sldMk cId="2585429644" sldId="287"/>
        </pc:sldMkLst>
        <pc:spChg chg="mod ord">
          <ac:chgData name="William Santos" userId="3c44bde2a603709d" providerId="LiveId" clId="{EEA2192A-38D1-4A54-81F6-6ECFB1187D77}" dt="2026-01-31T22:18:59.031" v="8451" actId="790"/>
          <ac:spMkLst>
            <pc:docMk/>
            <pc:sldMk cId="2585429644" sldId="287"/>
            <ac:spMk id="154" creationId="{A6181570-A853-687D-E295-F5C85ED35582}"/>
          </ac:spMkLst>
        </pc:spChg>
        <pc:spChg chg="mod">
          <ac:chgData name="William Santos" userId="3c44bde2a603709d" providerId="LiveId" clId="{EEA2192A-38D1-4A54-81F6-6ECFB1187D77}" dt="2026-01-31T22:18:59.031" v="8451" actId="790"/>
          <ac:spMkLst>
            <pc:docMk/>
            <pc:sldMk cId="2585429644" sldId="287"/>
            <ac:spMk id="156" creationId="{1F0DC896-8DAB-ADB0-1DF4-D43773286533}"/>
          </ac:spMkLst>
        </pc:spChg>
      </pc:sldChg>
      <pc:sldChg chg="modSp add mod">
        <pc:chgData name="William Santos" userId="3c44bde2a603709d" providerId="LiveId" clId="{EEA2192A-38D1-4A54-81F6-6ECFB1187D77}" dt="2026-01-31T22:18:59.031" v="8451" actId="790"/>
        <pc:sldMkLst>
          <pc:docMk/>
          <pc:sldMk cId="2987710602" sldId="288"/>
        </pc:sldMkLst>
        <pc:spChg chg="mod">
          <ac:chgData name="William Santos" userId="3c44bde2a603709d" providerId="LiveId" clId="{EEA2192A-38D1-4A54-81F6-6ECFB1187D77}" dt="2026-01-31T22:18:59.031" v="8451" actId="790"/>
          <ac:spMkLst>
            <pc:docMk/>
            <pc:sldMk cId="2987710602" sldId="288"/>
            <ac:spMk id="154" creationId="{8142DED7-DB96-A3CB-1A25-469EA479B641}"/>
          </ac:spMkLst>
        </pc:spChg>
        <pc:spChg chg="mod">
          <ac:chgData name="William Santos" userId="3c44bde2a603709d" providerId="LiveId" clId="{EEA2192A-38D1-4A54-81F6-6ECFB1187D77}" dt="2026-01-31T22:18:59.031" v="8451" actId="790"/>
          <ac:spMkLst>
            <pc:docMk/>
            <pc:sldMk cId="2987710602" sldId="288"/>
            <ac:spMk id="156" creationId="{ADF053F6-EA2C-165A-C6DF-05D391D108B0}"/>
          </ac:spMkLst>
        </pc:spChg>
      </pc:sldChg>
      <pc:sldChg chg="delSp modSp add mod ord">
        <pc:chgData name="William Santos" userId="3c44bde2a603709d" providerId="LiveId" clId="{EEA2192A-38D1-4A54-81F6-6ECFB1187D77}" dt="2026-01-31T22:18:59.031" v="8451" actId="790"/>
        <pc:sldMkLst>
          <pc:docMk/>
          <pc:sldMk cId="1420346868" sldId="289"/>
        </pc:sldMkLst>
        <pc:spChg chg="mod">
          <ac:chgData name="William Santos" userId="3c44bde2a603709d" providerId="LiveId" clId="{EEA2192A-38D1-4A54-81F6-6ECFB1187D77}" dt="2026-01-31T22:18:59.031" v="8451" actId="790"/>
          <ac:spMkLst>
            <pc:docMk/>
            <pc:sldMk cId="1420346868" sldId="289"/>
            <ac:spMk id="154" creationId="{072115D0-A66D-4015-96B4-95DC26E055BA}"/>
          </ac:spMkLst>
        </pc:spChg>
        <pc:spChg chg="mod">
          <ac:chgData name="William Santos" userId="3c44bde2a603709d" providerId="LiveId" clId="{EEA2192A-38D1-4A54-81F6-6ECFB1187D77}" dt="2026-01-31T22:18:59.031" v="8451" actId="790"/>
          <ac:spMkLst>
            <pc:docMk/>
            <pc:sldMk cId="1420346868" sldId="289"/>
            <ac:spMk id="156" creationId="{15DB6BBE-3B93-EDAD-ACFD-D59F263081A1}"/>
          </ac:spMkLst>
        </pc:spChg>
      </pc:sldChg>
      <pc:sldChg chg="delSp modSp add mod ord">
        <pc:chgData name="William Santos" userId="3c44bde2a603709d" providerId="LiveId" clId="{EEA2192A-38D1-4A54-81F6-6ECFB1187D77}" dt="2026-01-31T22:18:59.031" v="8451" actId="790"/>
        <pc:sldMkLst>
          <pc:docMk/>
          <pc:sldMk cId="3282805151" sldId="290"/>
        </pc:sldMkLst>
        <pc:spChg chg="mod">
          <ac:chgData name="William Santos" userId="3c44bde2a603709d" providerId="LiveId" clId="{EEA2192A-38D1-4A54-81F6-6ECFB1187D77}" dt="2026-01-31T22:18:59.031" v="8451" actId="790"/>
          <ac:spMkLst>
            <pc:docMk/>
            <pc:sldMk cId="3282805151" sldId="290"/>
            <ac:spMk id="154" creationId="{04E5B7BC-0DFA-6312-01F0-03AC1C24EDD6}"/>
          </ac:spMkLst>
        </pc:spChg>
        <pc:spChg chg="mod">
          <ac:chgData name="William Santos" userId="3c44bde2a603709d" providerId="LiveId" clId="{EEA2192A-38D1-4A54-81F6-6ECFB1187D77}" dt="2026-01-31T22:18:59.031" v="8451" actId="790"/>
          <ac:spMkLst>
            <pc:docMk/>
            <pc:sldMk cId="3282805151" sldId="290"/>
            <ac:spMk id="155" creationId="{EF5BDD48-E0B8-B6CC-98DC-98168445324B}"/>
          </ac:spMkLst>
        </pc:spChg>
        <pc:spChg chg="mod">
          <ac:chgData name="William Santos" userId="3c44bde2a603709d" providerId="LiveId" clId="{EEA2192A-38D1-4A54-81F6-6ECFB1187D77}" dt="2026-01-31T22:18:59.031" v="8451" actId="790"/>
          <ac:spMkLst>
            <pc:docMk/>
            <pc:sldMk cId="3282805151" sldId="290"/>
            <ac:spMk id="156" creationId="{6BF840C6-8068-F479-E2E4-5FAB5D27BAE9}"/>
          </ac:spMkLst>
        </pc:spChg>
      </pc:sldChg>
      <pc:sldChg chg="delSp modSp add mod">
        <pc:chgData name="William Santos" userId="3c44bde2a603709d" providerId="LiveId" clId="{EEA2192A-38D1-4A54-81F6-6ECFB1187D77}" dt="2026-01-31T22:18:59.031" v="8451" actId="790"/>
        <pc:sldMkLst>
          <pc:docMk/>
          <pc:sldMk cId="949667541" sldId="291"/>
        </pc:sldMkLst>
        <pc:spChg chg="mod ord">
          <ac:chgData name="William Santos" userId="3c44bde2a603709d" providerId="LiveId" clId="{EEA2192A-38D1-4A54-81F6-6ECFB1187D77}" dt="2026-01-31T22:18:59.031" v="8451" actId="790"/>
          <ac:spMkLst>
            <pc:docMk/>
            <pc:sldMk cId="949667541" sldId="291"/>
            <ac:spMk id="154" creationId="{9F1C8528-84F6-3388-26C8-71033F0E70EE}"/>
          </ac:spMkLst>
        </pc:spChg>
        <pc:spChg chg="mod">
          <ac:chgData name="William Santos" userId="3c44bde2a603709d" providerId="LiveId" clId="{EEA2192A-38D1-4A54-81F6-6ECFB1187D77}" dt="2026-01-31T22:18:59.031" v="8451" actId="790"/>
          <ac:spMkLst>
            <pc:docMk/>
            <pc:sldMk cId="949667541" sldId="291"/>
            <ac:spMk id="156" creationId="{39E6B738-6C99-B6A0-B459-375EC26CB0AD}"/>
          </ac:spMkLst>
        </pc:spChg>
      </pc:sldChg>
      <pc:sldChg chg="delSp modSp add mod">
        <pc:chgData name="William Santos" userId="3c44bde2a603709d" providerId="LiveId" clId="{EEA2192A-38D1-4A54-81F6-6ECFB1187D77}" dt="2026-01-31T22:18:59.031" v="8451" actId="790"/>
        <pc:sldMkLst>
          <pc:docMk/>
          <pc:sldMk cId="623895019" sldId="292"/>
        </pc:sldMkLst>
        <pc:spChg chg="mod ord">
          <ac:chgData name="William Santos" userId="3c44bde2a603709d" providerId="LiveId" clId="{EEA2192A-38D1-4A54-81F6-6ECFB1187D77}" dt="2026-01-31T22:18:59.031" v="8451" actId="790"/>
          <ac:spMkLst>
            <pc:docMk/>
            <pc:sldMk cId="623895019" sldId="292"/>
            <ac:spMk id="154" creationId="{AE848CDE-4DA4-C67A-AD1B-8C4278BA36E0}"/>
          </ac:spMkLst>
        </pc:spChg>
        <pc:spChg chg="mod">
          <ac:chgData name="William Santos" userId="3c44bde2a603709d" providerId="LiveId" clId="{EEA2192A-38D1-4A54-81F6-6ECFB1187D77}" dt="2026-01-31T22:18:59.031" v="8451" actId="790"/>
          <ac:spMkLst>
            <pc:docMk/>
            <pc:sldMk cId="623895019" sldId="292"/>
            <ac:spMk id="155" creationId="{55D541DB-C741-20E7-F1D4-981F20E22373}"/>
          </ac:spMkLst>
        </pc:spChg>
        <pc:spChg chg="mod">
          <ac:chgData name="William Santos" userId="3c44bde2a603709d" providerId="LiveId" clId="{EEA2192A-38D1-4A54-81F6-6ECFB1187D77}" dt="2026-01-31T22:18:59.031" v="8451" actId="790"/>
          <ac:spMkLst>
            <pc:docMk/>
            <pc:sldMk cId="623895019" sldId="292"/>
            <ac:spMk id="156" creationId="{2F623DFD-4C98-89D4-56BE-81A3F02A64B1}"/>
          </ac:spMkLst>
        </pc:spChg>
      </pc:sldChg>
      <pc:sldChg chg="delSp modSp add mod">
        <pc:chgData name="William Santos" userId="3c44bde2a603709d" providerId="LiveId" clId="{EEA2192A-38D1-4A54-81F6-6ECFB1187D77}" dt="2026-01-31T22:52:52.472" v="9686" actId="113"/>
        <pc:sldMkLst>
          <pc:docMk/>
          <pc:sldMk cId="415458320" sldId="293"/>
        </pc:sldMkLst>
        <pc:spChg chg="mod">
          <ac:chgData name="William Santos" userId="3c44bde2a603709d" providerId="LiveId" clId="{EEA2192A-38D1-4A54-81F6-6ECFB1187D77}" dt="2026-01-31T22:52:52.472" v="9686" actId="113"/>
          <ac:spMkLst>
            <pc:docMk/>
            <pc:sldMk cId="415458320" sldId="293"/>
            <ac:spMk id="154" creationId="{73C25EC4-2ED1-C86F-09F0-FE5561C60D2B}"/>
          </ac:spMkLst>
        </pc:spChg>
        <pc:spChg chg="mod">
          <ac:chgData name="William Santos" userId="3c44bde2a603709d" providerId="LiveId" clId="{EEA2192A-38D1-4A54-81F6-6ECFB1187D77}" dt="2026-01-31T22:18:59.031" v="8451" actId="790"/>
          <ac:spMkLst>
            <pc:docMk/>
            <pc:sldMk cId="415458320" sldId="293"/>
            <ac:spMk id="155" creationId="{B18A4A6D-4C8D-BE49-80A1-2119166CF73A}"/>
          </ac:spMkLst>
        </pc:spChg>
        <pc:spChg chg="mod">
          <ac:chgData name="William Santos" userId="3c44bde2a603709d" providerId="LiveId" clId="{EEA2192A-38D1-4A54-81F6-6ECFB1187D77}" dt="2026-01-31T22:18:59.031" v="8451" actId="790"/>
          <ac:spMkLst>
            <pc:docMk/>
            <pc:sldMk cId="415458320" sldId="293"/>
            <ac:spMk id="156" creationId="{BDA790ED-70CE-9707-0671-7149A48F47FF}"/>
          </ac:spMkLst>
        </pc:spChg>
      </pc:sldChg>
      <pc:sldChg chg="delSp modSp add mod ord">
        <pc:chgData name="William Santos" userId="3c44bde2a603709d" providerId="LiveId" clId="{EEA2192A-38D1-4A54-81F6-6ECFB1187D77}" dt="2026-01-31T22:18:59.031" v="8451" actId="790"/>
        <pc:sldMkLst>
          <pc:docMk/>
          <pc:sldMk cId="533291681" sldId="294"/>
        </pc:sldMkLst>
        <pc:spChg chg="mod ord">
          <ac:chgData name="William Santos" userId="3c44bde2a603709d" providerId="LiveId" clId="{EEA2192A-38D1-4A54-81F6-6ECFB1187D77}" dt="2026-01-31T22:18:59.031" v="8451" actId="790"/>
          <ac:spMkLst>
            <pc:docMk/>
            <pc:sldMk cId="533291681" sldId="294"/>
            <ac:spMk id="154" creationId="{2AE90A77-DB38-448E-BF58-9965D62C17DA}"/>
          </ac:spMkLst>
        </pc:spChg>
        <pc:spChg chg="mod">
          <ac:chgData name="William Santos" userId="3c44bde2a603709d" providerId="LiveId" clId="{EEA2192A-38D1-4A54-81F6-6ECFB1187D77}" dt="2026-01-31T22:18:59.031" v="8451" actId="790"/>
          <ac:spMkLst>
            <pc:docMk/>
            <pc:sldMk cId="533291681" sldId="294"/>
            <ac:spMk id="155" creationId="{57DABEE5-2C48-8510-BB87-BF008987DA06}"/>
          </ac:spMkLst>
        </pc:spChg>
        <pc:spChg chg="mod">
          <ac:chgData name="William Santos" userId="3c44bde2a603709d" providerId="LiveId" clId="{EEA2192A-38D1-4A54-81F6-6ECFB1187D77}" dt="2026-01-31T22:18:59.031" v="8451" actId="790"/>
          <ac:spMkLst>
            <pc:docMk/>
            <pc:sldMk cId="533291681" sldId="294"/>
            <ac:spMk id="156" creationId="{035186F6-1DA0-4A4E-A292-6C24EC414E72}"/>
          </ac:spMkLst>
        </pc:spChg>
      </pc:sldChg>
      <pc:sldChg chg="delSp modSp add mod">
        <pc:chgData name="William Santos" userId="3c44bde2a603709d" providerId="LiveId" clId="{EEA2192A-38D1-4A54-81F6-6ECFB1187D77}" dt="2026-02-03T22:05:04.019" v="12486" actId="113"/>
        <pc:sldMkLst>
          <pc:docMk/>
          <pc:sldMk cId="3762534583" sldId="295"/>
        </pc:sldMkLst>
        <pc:spChg chg="mod ord">
          <ac:chgData name="William Santos" userId="3c44bde2a603709d" providerId="LiveId" clId="{EEA2192A-38D1-4A54-81F6-6ECFB1187D77}" dt="2026-02-03T22:05:04.019" v="12486" actId="113"/>
          <ac:spMkLst>
            <pc:docMk/>
            <pc:sldMk cId="3762534583" sldId="295"/>
            <ac:spMk id="154" creationId="{58658053-03C4-CA41-F869-9B8281BA8442}"/>
          </ac:spMkLst>
        </pc:spChg>
        <pc:spChg chg="mod">
          <ac:chgData name="William Santos" userId="3c44bde2a603709d" providerId="LiveId" clId="{EEA2192A-38D1-4A54-81F6-6ECFB1187D77}" dt="2026-01-31T22:18:59.031" v="8451" actId="790"/>
          <ac:spMkLst>
            <pc:docMk/>
            <pc:sldMk cId="3762534583" sldId="295"/>
            <ac:spMk id="156" creationId="{B4455F0D-08F1-5C67-0C7F-69F72EF4CF3A}"/>
          </ac:spMkLst>
        </pc:spChg>
      </pc:sldChg>
      <pc:sldChg chg="delSp modSp add mod">
        <pc:chgData name="William Santos" userId="3c44bde2a603709d" providerId="LiveId" clId="{EEA2192A-38D1-4A54-81F6-6ECFB1187D77}" dt="2026-01-31T22:53:03.449" v="9689" actId="113"/>
        <pc:sldMkLst>
          <pc:docMk/>
          <pc:sldMk cId="2141172481" sldId="296"/>
        </pc:sldMkLst>
        <pc:spChg chg="mod">
          <ac:chgData name="William Santos" userId="3c44bde2a603709d" providerId="LiveId" clId="{EEA2192A-38D1-4A54-81F6-6ECFB1187D77}" dt="2026-01-31T22:53:03.449" v="9689" actId="113"/>
          <ac:spMkLst>
            <pc:docMk/>
            <pc:sldMk cId="2141172481" sldId="296"/>
            <ac:spMk id="154" creationId="{8A0BE69D-0479-F1B0-93A6-CD5DDE462524}"/>
          </ac:spMkLst>
        </pc:spChg>
        <pc:spChg chg="mod">
          <ac:chgData name="William Santos" userId="3c44bde2a603709d" providerId="LiveId" clId="{EEA2192A-38D1-4A54-81F6-6ECFB1187D77}" dt="2026-01-31T22:18:59.031" v="8451" actId="790"/>
          <ac:spMkLst>
            <pc:docMk/>
            <pc:sldMk cId="2141172481" sldId="296"/>
            <ac:spMk id="156" creationId="{B4320F62-C0F6-A155-5222-6DAEDA887622}"/>
          </ac:spMkLst>
        </pc:spChg>
      </pc:sldChg>
      <pc:sldChg chg="delSp modSp add mod">
        <pc:chgData name="William Santos" userId="3c44bde2a603709d" providerId="LiveId" clId="{EEA2192A-38D1-4A54-81F6-6ECFB1187D77}" dt="2026-01-31T22:53:16.544" v="9693" actId="113"/>
        <pc:sldMkLst>
          <pc:docMk/>
          <pc:sldMk cId="1012871324" sldId="297"/>
        </pc:sldMkLst>
        <pc:spChg chg="mod ord">
          <ac:chgData name="William Santos" userId="3c44bde2a603709d" providerId="LiveId" clId="{EEA2192A-38D1-4A54-81F6-6ECFB1187D77}" dt="2026-01-31T22:53:16.544" v="9693" actId="113"/>
          <ac:spMkLst>
            <pc:docMk/>
            <pc:sldMk cId="1012871324" sldId="297"/>
            <ac:spMk id="154" creationId="{E5C41D3B-C6D6-EE92-B68E-2578D566C1C6}"/>
          </ac:spMkLst>
        </pc:spChg>
        <pc:spChg chg="mod">
          <ac:chgData name="William Santos" userId="3c44bde2a603709d" providerId="LiveId" clId="{EEA2192A-38D1-4A54-81F6-6ECFB1187D77}" dt="2026-01-31T22:18:59.031" v="8451" actId="790"/>
          <ac:spMkLst>
            <pc:docMk/>
            <pc:sldMk cId="1012871324" sldId="297"/>
            <ac:spMk id="156" creationId="{56E7F3E1-B68A-E081-F400-61A9C54ED5F6}"/>
          </ac:spMkLst>
        </pc:spChg>
      </pc:sldChg>
      <pc:sldChg chg="addSp delSp modSp add mod ord">
        <pc:chgData name="William Santos" userId="3c44bde2a603709d" providerId="LiveId" clId="{EEA2192A-38D1-4A54-81F6-6ECFB1187D77}" dt="2026-01-31T22:32:16.240" v="9481" actId="20577"/>
        <pc:sldMkLst>
          <pc:docMk/>
          <pc:sldMk cId="936286892" sldId="298"/>
        </pc:sldMkLst>
        <pc:spChg chg="add mod ord">
          <ac:chgData name="William Santos" userId="3c44bde2a603709d" providerId="LiveId" clId="{EEA2192A-38D1-4A54-81F6-6ECFB1187D77}" dt="2026-01-31T22:27:50.792" v="9006" actId="14100"/>
          <ac:spMkLst>
            <pc:docMk/>
            <pc:sldMk cId="936286892" sldId="298"/>
            <ac:spMk id="2" creationId="{DF3E5538-715F-93F5-AADE-916773C67450}"/>
          </ac:spMkLst>
        </pc:spChg>
        <pc:spChg chg="mod ord">
          <ac:chgData name="William Santos" userId="3c44bde2a603709d" providerId="LiveId" clId="{EEA2192A-38D1-4A54-81F6-6ECFB1187D77}" dt="2026-01-31T22:32:16.240" v="9481" actId="20577"/>
          <ac:spMkLst>
            <pc:docMk/>
            <pc:sldMk cId="936286892" sldId="298"/>
            <ac:spMk id="154" creationId="{304A3DCE-7348-2816-9F21-3E7B66367444}"/>
          </ac:spMkLst>
        </pc:spChg>
        <pc:spChg chg="mod">
          <ac:chgData name="William Santos" userId="3c44bde2a603709d" providerId="LiveId" clId="{EEA2192A-38D1-4A54-81F6-6ECFB1187D77}" dt="2026-01-31T22:19:03.582" v="8452" actId="313"/>
          <ac:spMkLst>
            <pc:docMk/>
            <pc:sldMk cId="936286892" sldId="298"/>
            <ac:spMk id="155" creationId="{C83B94B3-0A95-0A9F-4233-9970F8066AAE}"/>
          </ac:spMkLst>
        </pc:spChg>
      </pc:sldChg>
      <pc:sldChg chg="delSp modSp add mod">
        <pc:chgData name="William Santos" userId="3c44bde2a603709d" providerId="LiveId" clId="{EEA2192A-38D1-4A54-81F6-6ECFB1187D77}" dt="2026-02-01T18:17:11.947" v="11942" actId="478"/>
        <pc:sldMkLst>
          <pc:docMk/>
          <pc:sldMk cId="2663195996" sldId="299"/>
        </pc:sldMkLst>
        <pc:spChg chg="mod">
          <ac:chgData name="William Santos" userId="3c44bde2a603709d" providerId="LiveId" clId="{EEA2192A-38D1-4A54-81F6-6ECFB1187D77}" dt="2026-01-31T22:34:56.451" v="9685" actId="20577"/>
          <ac:spMkLst>
            <pc:docMk/>
            <pc:sldMk cId="2663195996" sldId="299"/>
            <ac:spMk id="154" creationId="{300BB3B4-B2A1-B5EA-DE42-90BF41F22A29}"/>
          </ac:spMkLst>
        </pc:spChg>
        <pc:spChg chg="mod">
          <ac:chgData name="William Santos" userId="3c44bde2a603709d" providerId="LiveId" clId="{EEA2192A-38D1-4A54-81F6-6ECFB1187D77}" dt="2026-01-31T22:18:59.031" v="8451" actId="790"/>
          <ac:spMkLst>
            <pc:docMk/>
            <pc:sldMk cId="2663195996" sldId="299"/>
            <ac:spMk id="156" creationId="{6DEED37D-84FF-788C-10E4-7941E29B8120}"/>
          </ac:spMkLst>
        </pc:spChg>
      </pc:sldChg>
      <pc:sldChg chg="delSp modSp add mod">
        <pc:chgData name="William Santos" userId="3c44bde2a603709d" providerId="LiveId" clId="{EEA2192A-38D1-4A54-81F6-6ECFB1187D77}" dt="2026-02-01T18:04:13.918" v="10423" actId="21"/>
        <pc:sldMkLst>
          <pc:docMk/>
          <pc:sldMk cId="990728780" sldId="300"/>
        </pc:sldMkLst>
        <pc:spChg chg="mod">
          <ac:chgData name="William Santos" userId="3c44bde2a603709d" providerId="LiveId" clId="{EEA2192A-38D1-4A54-81F6-6ECFB1187D77}" dt="2026-02-01T18:04:13.918" v="10423" actId="21"/>
          <ac:spMkLst>
            <pc:docMk/>
            <pc:sldMk cId="990728780" sldId="300"/>
            <ac:spMk id="154" creationId="{524BD1AC-3351-9447-DA7D-E3BF364333DA}"/>
          </ac:spMkLst>
        </pc:spChg>
        <pc:spChg chg="mod">
          <ac:chgData name="William Santos" userId="3c44bde2a603709d" providerId="LiveId" clId="{EEA2192A-38D1-4A54-81F6-6ECFB1187D77}" dt="2026-02-01T17:59:39.539" v="9750" actId="20577"/>
          <ac:spMkLst>
            <pc:docMk/>
            <pc:sldMk cId="990728780" sldId="300"/>
            <ac:spMk id="155" creationId="{3CB18FEB-DB12-BAFD-0CB7-7CB1F0EED5F2}"/>
          </ac:spMkLst>
        </pc:spChg>
        <pc:spChg chg="mod">
          <ac:chgData name="William Santos" userId="3c44bde2a603709d" providerId="LiveId" clId="{EEA2192A-38D1-4A54-81F6-6ECFB1187D77}" dt="2026-02-01T18:01:25.912" v="10045" actId="14100"/>
          <ac:spMkLst>
            <pc:docMk/>
            <pc:sldMk cId="990728780" sldId="300"/>
            <ac:spMk id="156" creationId="{6E858B31-4182-A670-8007-479EF0BB70FE}"/>
          </ac:spMkLst>
        </pc:spChg>
      </pc:sldChg>
      <pc:sldChg chg="delSp modSp add mod">
        <pc:chgData name="William Santos" userId="3c44bde2a603709d" providerId="LiveId" clId="{EEA2192A-38D1-4A54-81F6-6ECFB1187D77}" dt="2026-02-01T18:07:29.263" v="10837" actId="1076"/>
        <pc:sldMkLst>
          <pc:docMk/>
          <pc:sldMk cId="3250098639" sldId="301"/>
        </pc:sldMkLst>
        <pc:spChg chg="mod">
          <ac:chgData name="William Santos" userId="3c44bde2a603709d" providerId="LiveId" clId="{EEA2192A-38D1-4A54-81F6-6ECFB1187D77}" dt="2026-02-01T18:07:29.263" v="10837" actId="1076"/>
          <ac:spMkLst>
            <pc:docMk/>
            <pc:sldMk cId="3250098639" sldId="301"/>
            <ac:spMk id="154" creationId="{660EABC5-C3D7-7649-20B3-6F16D3FF4C85}"/>
          </ac:spMkLst>
        </pc:spChg>
        <pc:spChg chg="mod">
          <ac:chgData name="William Santos" userId="3c44bde2a603709d" providerId="LiveId" clId="{EEA2192A-38D1-4A54-81F6-6ECFB1187D77}" dt="2026-01-31T22:18:59.031" v="8451" actId="790"/>
          <ac:spMkLst>
            <pc:docMk/>
            <pc:sldMk cId="3250098639" sldId="301"/>
            <ac:spMk id="156" creationId="{6E335C8D-B6C6-C381-A4E0-702AA17C0CF4}"/>
          </ac:spMkLst>
        </pc:spChg>
      </pc:sldChg>
      <pc:sldChg chg="delSp modSp add mod">
        <pc:chgData name="William Santos" userId="3c44bde2a603709d" providerId="LiveId" clId="{EEA2192A-38D1-4A54-81F6-6ECFB1187D77}" dt="2026-02-01T18:10:03.974" v="11207" actId="1076"/>
        <pc:sldMkLst>
          <pc:docMk/>
          <pc:sldMk cId="1289789884" sldId="302"/>
        </pc:sldMkLst>
        <pc:spChg chg="mod">
          <ac:chgData name="William Santos" userId="3c44bde2a603709d" providerId="LiveId" clId="{EEA2192A-38D1-4A54-81F6-6ECFB1187D77}" dt="2026-02-01T18:10:03.974" v="11207" actId="1076"/>
          <ac:spMkLst>
            <pc:docMk/>
            <pc:sldMk cId="1289789884" sldId="302"/>
            <ac:spMk id="154" creationId="{4B243FC1-FA27-175D-13FB-9F2A44FBE54F}"/>
          </ac:spMkLst>
        </pc:spChg>
        <pc:spChg chg="mod">
          <ac:chgData name="William Santos" userId="3c44bde2a603709d" providerId="LiveId" clId="{EEA2192A-38D1-4A54-81F6-6ECFB1187D77}" dt="2026-02-01T18:09:59.026" v="11204" actId="1076"/>
          <ac:spMkLst>
            <pc:docMk/>
            <pc:sldMk cId="1289789884" sldId="302"/>
            <ac:spMk id="156" creationId="{AEBC4EEE-9936-F719-A2AD-A2756F2F7C2C}"/>
          </ac:spMkLst>
        </pc:spChg>
      </pc:sldChg>
      <pc:sldChg chg="delSp modSp add mod">
        <pc:chgData name="William Santos" userId="3c44bde2a603709d" providerId="LiveId" clId="{EEA2192A-38D1-4A54-81F6-6ECFB1187D77}" dt="2026-02-01T18:13:16.810" v="11502" actId="1076"/>
        <pc:sldMkLst>
          <pc:docMk/>
          <pc:sldMk cId="3342573605" sldId="303"/>
        </pc:sldMkLst>
        <pc:spChg chg="mod">
          <ac:chgData name="William Santos" userId="3c44bde2a603709d" providerId="LiveId" clId="{EEA2192A-38D1-4A54-81F6-6ECFB1187D77}" dt="2026-02-01T18:13:16.810" v="11502" actId="1076"/>
          <ac:spMkLst>
            <pc:docMk/>
            <pc:sldMk cId="3342573605" sldId="303"/>
            <ac:spMk id="154" creationId="{76C783F8-F797-F68A-FD96-93765F87903F}"/>
          </ac:spMkLst>
        </pc:spChg>
        <pc:spChg chg="mod">
          <ac:chgData name="William Santos" userId="3c44bde2a603709d" providerId="LiveId" clId="{EEA2192A-38D1-4A54-81F6-6ECFB1187D77}" dt="2026-02-01T18:11:20.575" v="11234" actId="20577"/>
          <ac:spMkLst>
            <pc:docMk/>
            <pc:sldMk cId="3342573605" sldId="303"/>
            <ac:spMk id="155" creationId="{10354F08-1174-D6AE-ED5A-A51398F61050}"/>
          </ac:spMkLst>
        </pc:spChg>
        <pc:spChg chg="mod">
          <ac:chgData name="William Santos" userId="3c44bde2a603709d" providerId="LiveId" clId="{EEA2192A-38D1-4A54-81F6-6ECFB1187D77}" dt="2026-01-31T22:18:59.031" v="8451" actId="790"/>
          <ac:spMkLst>
            <pc:docMk/>
            <pc:sldMk cId="3342573605" sldId="303"/>
            <ac:spMk id="156" creationId="{1A27144D-D95E-FF45-5694-9BD5871C967F}"/>
          </ac:spMkLst>
        </pc:spChg>
      </pc:sldChg>
      <pc:sldChg chg="delSp modSp add mod">
        <pc:chgData name="William Santos" userId="3c44bde2a603709d" providerId="LiveId" clId="{EEA2192A-38D1-4A54-81F6-6ECFB1187D77}" dt="2026-02-01T18:16:57.818" v="11940" actId="478"/>
        <pc:sldMkLst>
          <pc:docMk/>
          <pc:sldMk cId="2548491376" sldId="304"/>
        </pc:sldMkLst>
        <pc:spChg chg="mod">
          <ac:chgData name="William Santos" userId="3c44bde2a603709d" providerId="LiveId" clId="{EEA2192A-38D1-4A54-81F6-6ECFB1187D77}" dt="2026-02-01T18:16:51.608" v="11939" actId="1076"/>
          <ac:spMkLst>
            <pc:docMk/>
            <pc:sldMk cId="2548491376" sldId="304"/>
            <ac:spMk id="154" creationId="{BE5D164C-1E3D-14C9-05D0-2BAACC35D12E}"/>
          </ac:spMkLst>
        </pc:spChg>
      </pc:sldChg>
      <pc:sldChg chg="delSp modSp add mod">
        <pc:chgData name="William Santos" userId="3c44bde2a603709d" providerId="LiveId" clId="{EEA2192A-38D1-4A54-81F6-6ECFB1187D77}" dt="2026-02-01T18:17:03.317" v="11941" actId="478"/>
        <pc:sldMkLst>
          <pc:docMk/>
          <pc:sldMk cId="4020162321" sldId="305"/>
        </pc:sldMkLst>
        <pc:spChg chg="mod">
          <ac:chgData name="William Santos" userId="3c44bde2a603709d" providerId="LiveId" clId="{EEA2192A-38D1-4A54-81F6-6ECFB1187D77}" dt="2026-02-01T18:16:44.961" v="11938" actId="20577"/>
          <ac:spMkLst>
            <pc:docMk/>
            <pc:sldMk cId="4020162321" sldId="305"/>
            <ac:spMk id="154" creationId="{85DD0B94-F5FC-E0AF-1B11-BF1E4060092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3" name="Google Shape;9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5" name="Google Shape;10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083AAC26-77B9-8557-D27D-D9D5EFA478C6}"/>
            </a:ext>
          </a:extLst>
        </p:cNvPr>
        <p:cNvGrpSpPr/>
        <p:nvPr/>
      </p:nvGrpSpPr>
      <p:grpSpPr>
        <a:xfrm>
          <a:off x="0" y="0"/>
          <a:ext cx="0" cy="0"/>
          <a:chOff x="0" y="0"/>
          <a:chExt cx="0" cy="0"/>
        </a:xfrm>
      </p:grpSpPr>
      <p:sp>
        <p:nvSpPr>
          <p:cNvPr id="104" name="Google Shape;104;p2:notes">
            <a:extLst>
              <a:ext uri="{FF2B5EF4-FFF2-40B4-BE49-F238E27FC236}">
                <a16:creationId xmlns:a16="http://schemas.microsoft.com/office/drawing/2014/main" id="{273B7BE0-9118-2924-AEDC-EF8C213F6BB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5" name="Google Shape;105;p2:notes">
            <a:extLst>
              <a:ext uri="{FF2B5EF4-FFF2-40B4-BE49-F238E27FC236}">
                <a16:creationId xmlns:a16="http://schemas.microsoft.com/office/drawing/2014/main" id="{B4EE41AA-8181-84C5-B0D9-0BD40EA456E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807847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0F59E9D3-DE42-AD38-C530-44FA1ED6F3AF}"/>
            </a:ext>
          </a:extLst>
        </p:cNvPr>
        <p:cNvGrpSpPr/>
        <p:nvPr/>
      </p:nvGrpSpPr>
      <p:grpSpPr>
        <a:xfrm>
          <a:off x="0" y="0"/>
          <a:ext cx="0" cy="0"/>
          <a:chOff x="0" y="0"/>
          <a:chExt cx="0" cy="0"/>
        </a:xfrm>
      </p:grpSpPr>
      <p:sp>
        <p:nvSpPr>
          <p:cNvPr id="104" name="Google Shape;104;p2:notes">
            <a:extLst>
              <a:ext uri="{FF2B5EF4-FFF2-40B4-BE49-F238E27FC236}">
                <a16:creationId xmlns:a16="http://schemas.microsoft.com/office/drawing/2014/main" id="{D9768FE3-8B5F-FD10-21AA-B5212F8F07A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5" name="Google Shape;105;p2:notes">
            <a:extLst>
              <a:ext uri="{FF2B5EF4-FFF2-40B4-BE49-F238E27FC236}">
                <a16:creationId xmlns:a16="http://schemas.microsoft.com/office/drawing/2014/main" id="{6A7061BB-1A31-D791-5D8B-611CAE12C85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486464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3" name="Google Shape;14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4AAF70E1-4517-75B2-623A-3108E43CFAEC}"/>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F2D24373-EFF6-4BC5-909A-0DB2AA29115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A6391816-6F27-8BE8-8A61-9C3D25BD161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155797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84689C28-8433-9EF4-38F5-4ED5E09A00AD}"/>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6B386EE3-29BF-1707-490A-6C690578F2A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F15D9708-8E5C-67E6-B057-AEEDCE46AA6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833858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916EDD47-7231-B07D-B2A2-304DB2788933}"/>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31E179BD-558C-7DEA-7AF5-F5129189E0D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8523B0C1-473A-6BD5-22FA-623AC1B56DC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622256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429F0965-0513-7465-6381-A115F33476AC}"/>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A0AF30F5-1049-08DB-8F68-01CB201146C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4322E04D-4851-C697-F955-7400BAADA49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485486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00685BCD-CFB1-B69D-0B26-A46D0C27A1C5}"/>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D5E9732D-7195-B01B-0168-6F7F4C22CFD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A0F692EE-6972-43B5-50CD-ED07EA3AAE3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835138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12C95738-EF05-5A03-325A-D75386FD7CD9}"/>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30695034-74CA-522C-2E18-81D13161AB3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9DD8BEA0-1EF9-65A8-2CC9-B1AFF3D46F5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336817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206752CB-794D-E13F-48D6-3A623831051F}"/>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53CE0434-438B-5290-4BE0-EA595755495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1D7BD920-4372-FF19-EF46-5EF844948E1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369543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A0C617ED-1AEF-B65E-AC84-DD8B721CF7CA}"/>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4ABDF726-559F-A91D-4687-7EDEDB0B2E4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23C5F4CB-027B-CB84-61F4-46E8DEE3132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28460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96FCE6F7-392C-1EEF-E407-38A00976767B}"/>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406FFDC1-D840-E44D-0080-376C233CA91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C5E7B11E-B39A-AA93-D76C-B1B1EB1377E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924359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3C39E760-821D-4C4E-3182-57D7802A7EAD}"/>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3B662ECF-EE7D-2E74-6BCC-B4B5DA56C44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832338D1-7BE7-6C29-F827-FE6674D33D1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904001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83651D34-CAE4-3ED5-7C3D-45C89FA1A20D}"/>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D0BC4DC8-8C07-82CB-B10E-CEE1D79769A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5E847714-5ED9-7ECE-4DD7-A9D6D7063FB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241886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9AC889D0-AE8E-19D1-B2DE-E58E4D98A57D}"/>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EBACDC49-5BDA-FD5B-3EAD-644D25C540D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E058FF56-DB29-009C-DDF5-9AE5BFEE7DC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1392885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6E68B771-89FD-EB75-3A2D-CF9E2344387F}"/>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D89A3E48-F552-A973-43BC-738D081EFD5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107A4CD4-A37B-8CB0-A988-0BC16E0007F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705290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91D8B417-26DB-E029-64E0-E14EAB4C62E4}"/>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63E16764-5208-CB0C-48DF-EEF9A04F6FC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890DA117-665A-9593-8F8E-2717E90D977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473167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051D7EA2-F21C-E575-448F-D29EE9E0876F}"/>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6908EE75-9D1B-7928-3376-CFFE8FDB1F7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E93D38DF-1EB5-6796-79E0-F3A977633B6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463284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7F408FC7-D034-4757-4327-4E0664583BF0}"/>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48A69883-E6F6-13BF-B39F-342DBC9F6D8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984FE090-3E99-0713-3A36-699503B5121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9768043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DCE8C896-535B-8FA8-B322-B6ECFFF98B7D}"/>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590CF54F-5D65-66AD-DA30-5F8C2F16777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0E1498D9-7F34-9196-F7E3-061602ACD7B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6774403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FA97A417-632A-F62E-B7CB-18D8491F868E}"/>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F0FA8E06-42F1-AB8F-69B5-11B8AE32850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A3E88BD9-D76A-D633-A74B-C9F1CDCAC22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1371646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BF4F86C7-A783-C554-5F65-068A080F3786}"/>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EFFC99EE-2513-D974-E9BA-4CEF09D18AD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31E909A8-31CB-5254-1134-8015B9EB37D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730287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E20560B0-29A2-9DD2-BA3B-013416DB4D7A}"/>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F3A035C0-6DCC-1C8A-1539-CE383195AB0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BCACFF37-19C1-2A8D-160F-C222121C05C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2680093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7193425E-DD2F-308B-747E-AD15F2E9D5ED}"/>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AB325FAA-7CB2-0DB4-AE6F-20917267D6C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983D2665-6190-8928-8F16-7323D8B3672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4063462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5B893C34-E5A6-2D8B-F54E-443E76E2B22A}"/>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149F7D67-EF52-2F4A-3E18-7BE841148C7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97DA11C5-8C29-07F5-8559-A7B61A9244B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890789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6DF59A0A-8773-A8EB-22F2-E4EEB3275880}"/>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22C8769F-9AB1-E595-E55F-A14BEC324A3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EB10C734-9899-36C8-EF15-83D7B103D9D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8292712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4511F27B-1D64-E9C9-63CF-AB9495CD5663}"/>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660613AE-52D0-AE7D-B77A-F8C564827CC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197675B4-A0AE-5307-0A55-F979D74AA40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5652714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93260CD5-8826-5806-4113-FE489457BD75}"/>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1661F14A-DFB4-473F-4F4A-546D498EE7E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976A2B53-67B1-AC40-5D6A-B26E223236B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9693018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753B6514-34AA-BEB3-FAF8-A98BF294D134}"/>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FAF469A5-0F74-C29B-6A35-03C4594DFD6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9FEFF3E3-852F-A21A-AD6A-D2284069DD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2496887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12C95738-EF05-5A03-325A-D75386FD7CD9}"/>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30695034-74CA-522C-2E18-81D13161AB3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9DD8BEA0-1EF9-65A8-2CC9-B1AFF3D46F5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3368174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8F6E3421-02D3-B668-5BCD-9A836FE8637B}"/>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359095B5-E7CC-5628-DA33-0A45CC0BA53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8EE0B78C-FE4E-27D0-FD2B-E15814C9F93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4783512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9F40F56F-AFD2-FA9E-3F47-9E360F0CFAF1}"/>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250A7BD2-4B3D-4807-47F6-6B4EF2436CB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7FB7F80A-5E5D-AA7E-247C-6E2D1759657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2869402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967A6DF9-3B1A-1B6E-828D-E690BF107A6A}"/>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4CCB46E6-4B6F-09BC-B341-5458790E7AD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DFFD264D-69C4-85A2-05B4-D4C04F7F4EE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7252001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4AE74E73-6F66-7099-DAC9-1E252ECC0256}"/>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C63A82EA-E325-CD65-6B20-A31479F7B5E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C70DECA6-0B3C-C282-4835-F03C17C522E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1919926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20B5CF50-D31B-71AA-050C-C0C53809FE3C}"/>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143363B6-9F5D-C890-647B-92FCAFABD27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55516A17-22A2-5715-CB21-33E4DC1BDAE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6528020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844F921C-592C-8AC9-7A3D-7BBE9D8D2D99}"/>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F84B0740-DDF0-5D27-E83A-46F2318DC7F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B70D0742-BD30-A306-5569-8461CE11149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9462646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a:extLst>
            <a:ext uri="{FF2B5EF4-FFF2-40B4-BE49-F238E27FC236}">
              <a16:creationId xmlns:a16="http://schemas.microsoft.com/office/drawing/2014/main" id="{96FFFCDB-C6CD-71BE-C1CB-21A0EE1A7122}"/>
            </a:ext>
          </a:extLst>
        </p:cNvPr>
        <p:cNvGrpSpPr/>
        <p:nvPr/>
      </p:nvGrpSpPr>
      <p:grpSpPr>
        <a:xfrm>
          <a:off x="0" y="0"/>
          <a:ext cx="0" cy="0"/>
          <a:chOff x="0" y="0"/>
          <a:chExt cx="0" cy="0"/>
        </a:xfrm>
      </p:grpSpPr>
      <p:sp>
        <p:nvSpPr>
          <p:cNvPr id="151" name="Google Shape;151;p4:notes">
            <a:extLst>
              <a:ext uri="{FF2B5EF4-FFF2-40B4-BE49-F238E27FC236}">
                <a16:creationId xmlns:a16="http://schemas.microsoft.com/office/drawing/2014/main" id="{E87F1267-EA0D-C539-454F-39D2F268F34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4:notes">
            <a:extLst>
              <a:ext uri="{FF2B5EF4-FFF2-40B4-BE49-F238E27FC236}">
                <a16:creationId xmlns:a16="http://schemas.microsoft.com/office/drawing/2014/main" id="{2D7151EF-BEF9-5799-96D0-1096CE378A9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5846040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0" name="Google Shape;160;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8" name="Google Shape;16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8" name="Google Shape;178;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364afea4f63_0_1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4" name="Google Shape;214;g364afea4f63_0_1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64f262177b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4f262177b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0" name="Google Shape;22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 name="Google Shape;14;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2"/>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2"/>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18" name="Google Shape;18;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4" name="Google Shape;24;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4"/>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4"/>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0" name="Google Shape;30;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5"/>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6" name="Google Shape;36;p15"/>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7" name="Google Shape;37;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6"/>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3" name="Google Shape;43;p16"/>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4" name="Google Shape;44;p16"/>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5" name="Google Shape;45;p16"/>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6" name="Google Shape;46;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18"/>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8"/>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57" name="Google Shape;57;p18"/>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58" name="Google Shape;58;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9"/>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9"/>
          <p:cNvSpPr>
            <a:spLocks noGrp="1"/>
          </p:cNvSpPr>
          <p:nvPr>
            <p:ph type="pic" idx="2"/>
          </p:nvPr>
        </p:nvSpPr>
        <p:spPr>
          <a:xfrm>
            <a:off x="1792288" y="612775"/>
            <a:ext cx="5486400" cy="4114800"/>
          </a:xfrm>
          <a:prstGeom prst="rect">
            <a:avLst/>
          </a:prstGeom>
          <a:noFill/>
          <a:ln>
            <a:noFill/>
          </a:ln>
        </p:spPr>
      </p:sp>
      <p:sp>
        <p:nvSpPr>
          <p:cNvPr id="64" name="Google Shape;64;p19"/>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5" name="Google Shape;65;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2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0"/>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1" name="Google Shape;71;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21"/>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1"/>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7" name="Google Shape;77;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80"/>
        <p:cNvGrpSpPr/>
        <p:nvPr/>
      </p:nvGrpSpPr>
      <p:grpSpPr>
        <a:xfrm>
          <a:off x="0" y="0"/>
          <a:ext cx="0" cy="0"/>
          <a:chOff x="0" y="0"/>
          <a:chExt cx="0" cy="0"/>
        </a:xfrm>
      </p:grpSpPr>
      <p:sp>
        <p:nvSpPr>
          <p:cNvPr id="81" name="Google Shape;81;g385e2d797db_0_67"/>
          <p:cNvSpPr txBox="1">
            <a:spLocks noGrp="1"/>
          </p:cNvSpPr>
          <p:nvPr>
            <p:ph type="title"/>
          </p:nvPr>
        </p:nvSpPr>
        <p:spPr>
          <a:xfrm>
            <a:off x="623400" y="890050"/>
            <a:ext cx="17041200" cy="1145400"/>
          </a:xfrm>
          <a:prstGeom prst="rect">
            <a:avLst/>
          </a:prstGeom>
          <a:noFill/>
          <a:ln>
            <a:noFill/>
          </a:ln>
        </p:spPr>
        <p:txBody>
          <a:bodyPr spcFirstLastPara="1" wrap="square" lIns="182850" tIns="182850" rIns="182850" bIns="182850" anchor="t" anchorCtr="0">
            <a:norm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a:endParaRPr/>
          </a:p>
        </p:txBody>
      </p:sp>
      <p:sp>
        <p:nvSpPr>
          <p:cNvPr id="82" name="Google Shape;82;g385e2d797db_0_67"/>
          <p:cNvSpPr txBox="1">
            <a:spLocks noGrp="1"/>
          </p:cNvSpPr>
          <p:nvPr>
            <p:ph type="body" idx="1"/>
          </p:nvPr>
        </p:nvSpPr>
        <p:spPr>
          <a:xfrm>
            <a:off x="623400" y="2304950"/>
            <a:ext cx="17041200" cy="6832800"/>
          </a:xfrm>
          <a:prstGeom prst="rect">
            <a:avLst/>
          </a:prstGeom>
          <a:noFill/>
          <a:ln>
            <a:noFill/>
          </a:ln>
        </p:spPr>
        <p:txBody>
          <a:bodyPr spcFirstLastPara="1" wrap="square" lIns="182850" tIns="182850" rIns="182850" bIns="182850" anchor="t" anchorCtr="0">
            <a:normAutofit/>
          </a:bodyPr>
          <a:lstStyle>
            <a:lvl1pPr marL="457200" lvl="0" indent="-457200" algn="l">
              <a:lnSpc>
                <a:spcPct val="115000"/>
              </a:lnSpc>
              <a:spcBef>
                <a:spcPts val="0"/>
              </a:spcBef>
              <a:spcAft>
                <a:spcPts val="0"/>
              </a:spcAft>
              <a:buSzPts val="3600"/>
              <a:buChar char="●"/>
              <a:defRPr/>
            </a:lvl1pPr>
            <a:lvl2pPr marL="914400" lvl="1" indent="-406400" algn="l">
              <a:lnSpc>
                <a:spcPct val="115000"/>
              </a:lnSpc>
              <a:spcBef>
                <a:spcPts val="0"/>
              </a:spcBef>
              <a:spcAft>
                <a:spcPts val="0"/>
              </a:spcAft>
              <a:buSzPts val="2800"/>
              <a:buChar char="○"/>
              <a:defRPr/>
            </a:lvl2pPr>
            <a:lvl3pPr marL="1371600" lvl="2" indent="-406400" algn="l">
              <a:lnSpc>
                <a:spcPct val="115000"/>
              </a:lnSpc>
              <a:spcBef>
                <a:spcPts val="0"/>
              </a:spcBef>
              <a:spcAft>
                <a:spcPts val="0"/>
              </a:spcAft>
              <a:buSzPts val="2800"/>
              <a:buChar char="■"/>
              <a:defRPr/>
            </a:lvl3pPr>
            <a:lvl4pPr marL="1828800" lvl="3" indent="-406400" algn="l">
              <a:lnSpc>
                <a:spcPct val="115000"/>
              </a:lnSpc>
              <a:spcBef>
                <a:spcPts val="0"/>
              </a:spcBef>
              <a:spcAft>
                <a:spcPts val="0"/>
              </a:spcAft>
              <a:buSzPts val="2800"/>
              <a:buChar char="●"/>
              <a:defRPr/>
            </a:lvl4pPr>
            <a:lvl5pPr marL="2286000" lvl="4" indent="-406400" algn="l">
              <a:lnSpc>
                <a:spcPct val="115000"/>
              </a:lnSpc>
              <a:spcBef>
                <a:spcPts val="0"/>
              </a:spcBef>
              <a:spcAft>
                <a:spcPts val="0"/>
              </a:spcAft>
              <a:buSzPts val="2800"/>
              <a:buChar char="○"/>
              <a:defRPr/>
            </a:lvl5pPr>
            <a:lvl6pPr marL="2743200" lvl="5" indent="-406400" algn="l">
              <a:lnSpc>
                <a:spcPct val="115000"/>
              </a:lnSpc>
              <a:spcBef>
                <a:spcPts val="0"/>
              </a:spcBef>
              <a:spcAft>
                <a:spcPts val="0"/>
              </a:spcAft>
              <a:buSzPts val="2800"/>
              <a:buChar char="■"/>
              <a:defRPr/>
            </a:lvl6pPr>
            <a:lvl7pPr marL="3200400" lvl="6" indent="-406400" algn="l">
              <a:lnSpc>
                <a:spcPct val="115000"/>
              </a:lnSpc>
              <a:spcBef>
                <a:spcPts val="0"/>
              </a:spcBef>
              <a:spcAft>
                <a:spcPts val="0"/>
              </a:spcAft>
              <a:buSzPts val="2800"/>
              <a:buChar char="●"/>
              <a:defRPr/>
            </a:lvl7pPr>
            <a:lvl8pPr marL="3657600" lvl="7" indent="-406400" algn="l">
              <a:lnSpc>
                <a:spcPct val="115000"/>
              </a:lnSpc>
              <a:spcBef>
                <a:spcPts val="0"/>
              </a:spcBef>
              <a:spcAft>
                <a:spcPts val="0"/>
              </a:spcAft>
              <a:buSzPts val="2800"/>
              <a:buChar char="○"/>
              <a:defRPr/>
            </a:lvl8pPr>
            <a:lvl9pPr marL="4114800" lvl="8" indent="-406400" algn="l">
              <a:lnSpc>
                <a:spcPct val="115000"/>
              </a:lnSpc>
              <a:spcBef>
                <a:spcPts val="0"/>
              </a:spcBef>
              <a:spcAft>
                <a:spcPts val="0"/>
              </a:spcAft>
              <a:buSzPts val="2800"/>
              <a:buChar char="■"/>
              <a:defRPr/>
            </a:lvl9pPr>
          </a:lstStyle>
          <a:p>
            <a:endParaRPr/>
          </a:p>
        </p:txBody>
      </p:sp>
      <p:sp>
        <p:nvSpPr>
          <p:cNvPr id="83" name="Google Shape;83;g385e2d797db_0_67"/>
          <p:cNvSpPr txBox="1">
            <a:spLocks noGrp="1"/>
          </p:cNvSpPr>
          <p:nvPr>
            <p:ph type="sldNum" idx="12"/>
          </p:nvPr>
        </p:nvSpPr>
        <p:spPr>
          <a:xfrm>
            <a:off x="16944916" y="9326434"/>
            <a:ext cx="1097400" cy="787200"/>
          </a:xfrm>
          <a:prstGeom prst="rect">
            <a:avLst/>
          </a:prstGeom>
          <a:noFill/>
          <a:ln>
            <a:noFill/>
          </a:ln>
        </p:spPr>
        <p:txBody>
          <a:bodyPr spcFirstLastPara="1" wrap="square" lIns="182850" tIns="182850" rIns="182850" bIns="182850" anchor="ctr" anchorCtr="0">
            <a:norm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hyperlink" Target="https://www.youtube.com/watch?v=OeFeok-vBbk" TargetMode="External"/><Relationship Id="rId5" Type="http://schemas.openxmlformats.org/officeDocument/2006/relationships/hyperlink" Target="https://www.youtube.com/watch?v=Ztr24-JBL2s" TargetMode="Externa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4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6.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4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pic>
        <p:nvPicPr>
          <p:cNvPr id="54" name="Google Shape;54;p1"/>
          <p:cNvPicPr preferRelativeResize="0"/>
          <p:nvPr/>
        </p:nvPicPr>
        <p:blipFill rotWithShape="1">
          <a:blip r:embed="rId3">
            <a:alphaModFix amt="62000"/>
          </a:blip>
          <a:srcRect/>
          <a:stretch/>
        </p:blipFill>
        <p:spPr>
          <a:xfrm>
            <a:off x="16903" y="1"/>
            <a:ext cx="18254198" cy="10287002"/>
          </a:xfrm>
          <a:prstGeom prst="rect">
            <a:avLst/>
          </a:prstGeom>
          <a:noFill/>
          <a:ln>
            <a:noFill/>
          </a:ln>
        </p:spPr>
      </p:pic>
      <p:graphicFrame>
        <p:nvGraphicFramePr>
          <p:cNvPr id="55" name="Google Shape;55;p1"/>
          <p:cNvGraphicFramePr/>
          <p:nvPr>
            <p:extLst>
              <p:ext uri="{D42A27DB-BD31-4B8C-83A1-F6EECF244321}">
                <p14:modId xmlns:p14="http://schemas.microsoft.com/office/powerpoint/2010/main" val="2315944655"/>
              </p:ext>
            </p:extLst>
          </p:nvPr>
        </p:nvGraphicFramePr>
        <p:xfrm>
          <a:off x="10656401" y="1940050"/>
          <a:ext cx="7381150" cy="1597032"/>
        </p:xfrm>
        <a:graphic>
          <a:graphicData uri="http://schemas.openxmlformats.org/drawingml/2006/table">
            <a:tbl>
              <a:tblPr>
                <a:noFill/>
              </a:tblPr>
              <a:tblGrid>
                <a:gridCol w="3036400">
                  <a:extLst>
                    <a:ext uri="{9D8B030D-6E8A-4147-A177-3AD203B41FA5}">
                      <a16:colId xmlns:a16="http://schemas.microsoft.com/office/drawing/2014/main" val="20000"/>
                    </a:ext>
                  </a:extLst>
                </a:gridCol>
                <a:gridCol w="4344750">
                  <a:extLst>
                    <a:ext uri="{9D8B030D-6E8A-4147-A177-3AD203B41FA5}">
                      <a16:colId xmlns:a16="http://schemas.microsoft.com/office/drawing/2014/main" val="20001"/>
                    </a:ext>
                  </a:extLst>
                </a:gridCol>
              </a:tblGrid>
              <a:tr h="798516">
                <a:tc>
                  <a:txBody>
                    <a:bodyPr/>
                    <a:lstStyle/>
                    <a:p>
                      <a:pPr marL="0" marR="0" lvl="0" indent="0" algn="l" rtl="0">
                        <a:lnSpc>
                          <a:spcPct val="100000"/>
                        </a:lnSpc>
                        <a:spcBef>
                          <a:spcPts val="0"/>
                        </a:spcBef>
                        <a:spcAft>
                          <a:spcPts val="0"/>
                        </a:spcAft>
                        <a:buClr>
                          <a:srgbClr val="000000"/>
                        </a:buClr>
                        <a:buSzPts val="1420"/>
                        <a:buFont typeface="Arial"/>
                        <a:buNone/>
                      </a:pPr>
                      <a:r>
                        <a:rPr lang="es-GT" sz="2800" b="1" u="none" strike="noStrike" cap="none" noProof="0" dirty="0">
                          <a:solidFill>
                            <a:schemeClr val="dk1"/>
                          </a:solidFill>
                        </a:rPr>
                        <a:t>Día, Fecha:</a:t>
                      </a:r>
                    </a:p>
                  </a:txBody>
                  <a:tcPr marL="182850" marR="182850" marT="182850" marB="182850"/>
                </a:tc>
                <a:tc>
                  <a:txBody>
                    <a:bodyPr/>
                    <a:lstStyle/>
                    <a:p>
                      <a:pPr marL="0" marR="0" lvl="0" indent="0" algn="l" rtl="0">
                        <a:lnSpc>
                          <a:spcPct val="100000"/>
                        </a:lnSpc>
                        <a:spcBef>
                          <a:spcPts val="0"/>
                        </a:spcBef>
                        <a:spcAft>
                          <a:spcPts val="0"/>
                        </a:spcAft>
                        <a:buClr>
                          <a:srgbClr val="000000"/>
                        </a:buClr>
                        <a:buSzPts val="1400"/>
                        <a:buFont typeface="Arial"/>
                        <a:buNone/>
                      </a:pPr>
                      <a:r>
                        <a:rPr lang="es-GT" sz="2800" u="none" strike="noStrike" cap="none" noProof="0" dirty="0"/>
                        <a:t>Martes, 03/02/2026</a:t>
                      </a:r>
                    </a:p>
                  </a:txBody>
                  <a:tcPr marL="182850" marR="182850" marT="182850" marB="182850"/>
                </a:tc>
                <a:extLst>
                  <a:ext uri="{0D108BD9-81ED-4DB2-BD59-A6C34878D82A}">
                    <a16:rowId xmlns:a16="http://schemas.microsoft.com/office/drawing/2014/main" val="10000"/>
                  </a:ext>
                </a:extLst>
              </a:tr>
              <a:tr h="798516">
                <a:tc>
                  <a:txBody>
                    <a:bodyPr/>
                    <a:lstStyle/>
                    <a:p>
                      <a:pPr marL="0" marR="0" lvl="0" indent="0" algn="l" rtl="0">
                        <a:lnSpc>
                          <a:spcPct val="100000"/>
                        </a:lnSpc>
                        <a:spcBef>
                          <a:spcPts val="0"/>
                        </a:spcBef>
                        <a:spcAft>
                          <a:spcPts val="0"/>
                        </a:spcAft>
                        <a:buClr>
                          <a:srgbClr val="000000"/>
                        </a:buClr>
                        <a:buSzPts val="1420"/>
                        <a:buFont typeface="Arial"/>
                        <a:buNone/>
                      </a:pPr>
                      <a:r>
                        <a:rPr lang="es-GT" sz="2800" b="1" u="none" strike="noStrike" cap="none" noProof="0" dirty="0">
                          <a:solidFill>
                            <a:schemeClr val="dk1"/>
                          </a:solidFill>
                        </a:rPr>
                        <a:t>Hora de inicio:</a:t>
                      </a:r>
                    </a:p>
                  </a:txBody>
                  <a:tcPr marL="182850" marR="182850" marT="182850" marB="182850"/>
                </a:tc>
                <a:tc>
                  <a:txBody>
                    <a:bodyPr/>
                    <a:lstStyle/>
                    <a:p>
                      <a:pPr marL="0" marR="0" lvl="0" indent="0" algn="l" rtl="0">
                        <a:lnSpc>
                          <a:spcPct val="100000"/>
                        </a:lnSpc>
                        <a:spcBef>
                          <a:spcPts val="0"/>
                        </a:spcBef>
                        <a:spcAft>
                          <a:spcPts val="0"/>
                        </a:spcAft>
                        <a:buClr>
                          <a:srgbClr val="000000"/>
                        </a:buClr>
                        <a:buSzPts val="1400"/>
                        <a:buFont typeface="Arial"/>
                        <a:buNone/>
                      </a:pPr>
                      <a:r>
                        <a:rPr lang="es-GT" sz="2800" u="none" strike="noStrike" cap="none" noProof="0" dirty="0"/>
                        <a:t>17:20</a:t>
                      </a:r>
                    </a:p>
                  </a:txBody>
                  <a:tcPr marL="182850" marR="182850" marT="182850" marB="182850"/>
                </a:tc>
                <a:extLst>
                  <a:ext uri="{0D108BD9-81ED-4DB2-BD59-A6C34878D82A}">
                    <a16:rowId xmlns:a16="http://schemas.microsoft.com/office/drawing/2014/main" val="10001"/>
                  </a:ext>
                </a:extLst>
              </a:tr>
            </a:tbl>
          </a:graphicData>
        </a:graphic>
      </p:graphicFrame>
      <p:sp>
        <p:nvSpPr>
          <p:cNvPr id="56" name="Google Shape;56;p1"/>
          <p:cNvSpPr txBox="1"/>
          <p:nvPr/>
        </p:nvSpPr>
        <p:spPr>
          <a:xfrm>
            <a:off x="4273108" y="4189423"/>
            <a:ext cx="10285800" cy="1908154"/>
          </a:xfrm>
          <a:prstGeom prst="rect">
            <a:avLst/>
          </a:prstGeom>
          <a:noFill/>
          <a:ln>
            <a:noFill/>
          </a:ln>
        </p:spPr>
        <p:txBody>
          <a:bodyPr spcFirstLastPara="1" wrap="square" lIns="182850" tIns="182850" rIns="182850" bIns="182850" anchor="t" anchorCtr="0">
            <a:spAutoFit/>
          </a:bodyPr>
          <a:lstStyle/>
          <a:p>
            <a:pPr algn="ctr">
              <a:buSzPts val="2500"/>
            </a:pPr>
            <a:r>
              <a:rPr lang="es-GT" sz="5000" noProof="0" dirty="0"/>
              <a:t>SISTEMAS ORGANIZACIONALES Y GERENCIALES 2 [N]</a:t>
            </a:r>
          </a:p>
        </p:txBody>
      </p:sp>
      <p:sp>
        <p:nvSpPr>
          <p:cNvPr id="57" name="Google Shape;57;p1"/>
          <p:cNvSpPr txBox="1"/>
          <p:nvPr/>
        </p:nvSpPr>
        <p:spPr>
          <a:xfrm>
            <a:off x="5125408" y="5927218"/>
            <a:ext cx="8581200" cy="984824"/>
          </a:xfrm>
          <a:prstGeom prst="rect">
            <a:avLst/>
          </a:prstGeom>
          <a:noFill/>
          <a:ln>
            <a:noFill/>
          </a:ln>
        </p:spPr>
        <p:txBody>
          <a:bodyPr spcFirstLastPara="1" wrap="square" lIns="182850" tIns="182850" rIns="182850" bIns="182850" anchor="t" anchorCtr="0">
            <a:spAutoFit/>
          </a:bodyPr>
          <a:lstStyle/>
          <a:p>
            <a:pPr lvl="0">
              <a:buSzPts val="2000"/>
            </a:pPr>
            <a:r>
              <a:rPr lang="es-GT" sz="4000" noProof="0" dirty="0"/>
              <a:t>William Alexander Santos Colindres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
          <p:cNvSpPr/>
          <p:nvPr/>
        </p:nvSpPr>
        <p:spPr>
          <a:xfrm>
            <a:off x="12541309" y="6021878"/>
            <a:ext cx="4160184" cy="4114800"/>
          </a:xfrm>
          <a:custGeom>
            <a:avLst/>
            <a:gdLst/>
            <a:ahLst/>
            <a:cxnLst/>
            <a:rect l="l" t="t" r="r" b="b"/>
            <a:pathLst>
              <a:path w="4160184" h="4114800" extrusionOk="0">
                <a:moveTo>
                  <a:pt x="0" y="0"/>
                </a:moveTo>
                <a:lnTo>
                  <a:pt x="4160184" y="0"/>
                </a:lnTo>
                <a:lnTo>
                  <a:pt x="4160184" y="4114800"/>
                </a:lnTo>
                <a:lnTo>
                  <a:pt x="0" y="4114800"/>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96" name="Google Shape;96;p1"/>
          <p:cNvSpPr txBox="1"/>
          <p:nvPr/>
        </p:nvSpPr>
        <p:spPr>
          <a:xfrm>
            <a:off x="890249" y="7555025"/>
            <a:ext cx="8526600" cy="1077218"/>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5000"/>
              <a:buFont typeface="Arial"/>
              <a:buNone/>
            </a:pPr>
            <a:r>
              <a:rPr lang="es-GT" sz="5000" b="1" i="0" u="none" strike="noStrike" cap="none" noProof="0" dirty="0">
                <a:solidFill>
                  <a:srgbClr val="131416"/>
                </a:solidFill>
                <a:latin typeface="Open Sans"/>
                <a:ea typeface="Open Sans"/>
                <a:cs typeface="Open Sans"/>
                <a:sym typeface="Open Sans"/>
              </a:rPr>
              <a:t>SOYG2</a:t>
            </a:r>
          </a:p>
        </p:txBody>
      </p:sp>
      <p:sp>
        <p:nvSpPr>
          <p:cNvPr id="97" name="Google Shape;97;p1"/>
          <p:cNvSpPr txBox="1"/>
          <p:nvPr/>
        </p:nvSpPr>
        <p:spPr>
          <a:xfrm>
            <a:off x="2591255" y="2167474"/>
            <a:ext cx="12375000" cy="3877985"/>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Clr>
                <a:srgbClr val="000000"/>
              </a:buClr>
              <a:buSzPts val="9200"/>
              <a:buFont typeface="Arial"/>
              <a:buNone/>
            </a:pPr>
            <a:r>
              <a:rPr lang="es-GT" sz="6000" b="1" i="0" u="none" strike="noStrike" cap="none" noProof="0" dirty="0">
                <a:solidFill>
                  <a:srgbClr val="131416"/>
                </a:solidFill>
                <a:latin typeface="Open Sans"/>
                <a:ea typeface="Open Sans"/>
                <a:cs typeface="Open Sans"/>
                <a:sym typeface="Open Sans"/>
              </a:rPr>
              <a:t>Unidad 2 – Recursos y toma de </a:t>
            </a:r>
            <a:r>
              <a:rPr lang="es-GT" sz="6000" b="1" i="0" u="none" strike="noStrike" cap="none" noProof="0" dirty="0" err="1">
                <a:solidFill>
                  <a:srgbClr val="131416"/>
                </a:solidFill>
                <a:latin typeface="Open Sans"/>
                <a:ea typeface="Open Sans"/>
                <a:cs typeface="Open Sans"/>
                <a:sym typeface="Open Sans"/>
              </a:rPr>
              <a:t>decisions</a:t>
            </a:r>
            <a:r>
              <a:rPr lang="es-GT" sz="6000" b="1" i="0" u="none" strike="noStrike" cap="none" noProof="0" dirty="0">
                <a:solidFill>
                  <a:srgbClr val="131416"/>
                </a:solidFill>
                <a:latin typeface="Open Sans"/>
                <a:ea typeface="Open Sans"/>
                <a:cs typeface="Open Sans"/>
                <a:sym typeface="Open Sans"/>
              </a:rPr>
              <a:t> basadas en tecnologías</a:t>
            </a:r>
            <a:endParaRPr lang="es-GT" sz="6000" b="0" i="0" u="none" strike="noStrike" cap="none" noProof="0" dirty="0">
              <a:solidFill>
                <a:srgbClr val="000000"/>
              </a:solidFill>
              <a:latin typeface="Arial"/>
              <a:ea typeface="Arial"/>
              <a:cs typeface="Arial"/>
              <a:sym typeface="Arial"/>
            </a:endParaRPr>
          </a:p>
        </p:txBody>
      </p:sp>
      <p:sp>
        <p:nvSpPr>
          <p:cNvPr id="98" name="Google Shape;98;p1"/>
          <p:cNvSpPr txBox="1"/>
          <p:nvPr/>
        </p:nvSpPr>
        <p:spPr>
          <a:xfrm>
            <a:off x="1063303" y="8745251"/>
            <a:ext cx="6981379" cy="422275"/>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2499"/>
              <a:buFont typeface="Arial"/>
              <a:buNone/>
            </a:pPr>
            <a:r>
              <a:rPr lang="es-GT" sz="2499" b="1" i="0" u="none" strike="noStrike" cap="none" noProof="0" dirty="0">
                <a:solidFill>
                  <a:srgbClr val="131416"/>
                </a:solidFill>
                <a:latin typeface="Open Sans"/>
                <a:ea typeface="Open Sans"/>
                <a:cs typeface="Open Sans"/>
                <a:sym typeface="Open Sans"/>
              </a:rPr>
              <a:t>Escuela de </a:t>
            </a:r>
            <a:r>
              <a:rPr lang="es-GT" sz="2499" b="1" i="0" u="none" strike="noStrike" cap="none" noProof="0" dirty="0" err="1">
                <a:solidFill>
                  <a:srgbClr val="131416"/>
                </a:solidFill>
                <a:latin typeface="Open Sans"/>
                <a:ea typeface="Open Sans"/>
                <a:cs typeface="Open Sans"/>
                <a:sym typeface="Open Sans"/>
              </a:rPr>
              <a:t>Ingenieria</a:t>
            </a:r>
            <a:r>
              <a:rPr lang="es-GT" sz="2499" b="1" i="0" u="none" strike="noStrike" cap="none" noProof="0" dirty="0">
                <a:solidFill>
                  <a:srgbClr val="131416"/>
                </a:solidFill>
                <a:latin typeface="Open Sans"/>
                <a:ea typeface="Open Sans"/>
                <a:cs typeface="Open Sans"/>
                <a:sym typeface="Open Sans"/>
              </a:rPr>
              <a:t> de Ciencias Y Sistemas</a:t>
            </a:r>
          </a:p>
        </p:txBody>
      </p:sp>
      <p:sp>
        <p:nvSpPr>
          <p:cNvPr id="99" name="Google Shape;99;p1"/>
          <p:cNvSpPr txBox="1"/>
          <p:nvPr/>
        </p:nvSpPr>
        <p:spPr>
          <a:xfrm>
            <a:off x="1028700" y="9210675"/>
            <a:ext cx="6667500" cy="422275"/>
          </a:xfrm>
          <a:prstGeom prst="rect">
            <a:avLst/>
          </a:prstGeom>
          <a:noFill/>
          <a:ln>
            <a:noFill/>
          </a:ln>
        </p:spPr>
        <p:txBody>
          <a:bodyPr spcFirstLastPara="1" wrap="square" lIns="0" tIns="0" rIns="0" bIns="0" anchor="t" anchorCtr="0">
            <a:spAutoFit/>
          </a:bodyPr>
          <a:lstStyle/>
          <a:p>
            <a:pPr marL="0" marR="0" lvl="0" indent="0" algn="l" rtl="0">
              <a:lnSpc>
                <a:spcPct val="140016"/>
              </a:lnSpc>
              <a:spcBef>
                <a:spcPts val="0"/>
              </a:spcBef>
              <a:spcAft>
                <a:spcPts val="0"/>
              </a:spcAft>
              <a:buClr>
                <a:srgbClr val="000000"/>
              </a:buClr>
              <a:buSzPts val="2499"/>
              <a:buFont typeface="Arial"/>
              <a:buNone/>
            </a:pPr>
            <a:r>
              <a:rPr lang="es-GT" sz="2499" b="1" i="0" u="none" strike="noStrike" cap="none" noProof="0" dirty="0">
                <a:solidFill>
                  <a:srgbClr val="131416"/>
                </a:solidFill>
                <a:latin typeface="Open Sans"/>
                <a:ea typeface="Open Sans"/>
                <a:cs typeface="Open Sans"/>
                <a:sym typeface="Open Sans"/>
              </a:rPr>
              <a:t>Facultad de </a:t>
            </a:r>
            <a:r>
              <a:rPr lang="es-GT" sz="2499" b="1" i="0" u="none" strike="noStrike" cap="none" noProof="0" dirty="0" err="1">
                <a:solidFill>
                  <a:srgbClr val="131416"/>
                </a:solidFill>
                <a:latin typeface="Open Sans"/>
                <a:ea typeface="Open Sans"/>
                <a:cs typeface="Open Sans"/>
                <a:sym typeface="Open Sans"/>
              </a:rPr>
              <a:t>Ingenieria</a:t>
            </a:r>
            <a:endParaRPr lang="es-GT" sz="2499" b="1" i="0" u="none" strike="noStrike" cap="none" noProof="0" dirty="0">
              <a:solidFill>
                <a:srgbClr val="131416"/>
              </a:solidFill>
              <a:latin typeface="Open Sans"/>
              <a:ea typeface="Open Sans"/>
              <a:cs typeface="Open Sans"/>
              <a:sym typeface="Open Sans"/>
            </a:endParaRPr>
          </a:p>
        </p:txBody>
      </p:sp>
      <p:sp>
        <p:nvSpPr>
          <p:cNvPr id="100" name="Google Shape;100;p1"/>
          <p:cNvSpPr txBox="1"/>
          <p:nvPr/>
        </p:nvSpPr>
        <p:spPr>
          <a:xfrm>
            <a:off x="228600" y="9588254"/>
            <a:ext cx="8115300" cy="419346"/>
          </a:xfrm>
          <a:prstGeom prst="rect">
            <a:avLst/>
          </a:prstGeom>
          <a:noFill/>
          <a:ln>
            <a:noFill/>
          </a:ln>
        </p:spPr>
        <p:txBody>
          <a:bodyPr spcFirstLastPara="1" wrap="square" lIns="0" tIns="0" rIns="0" bIns="0" anchor="t" anchorCtr="0">
            <a:spAutoFit/>
          </a:bodyPr>
          <a:lstStyle/>
          <a:p>
            <a:pPr marL="0" marR="0" lvl="0" indent="0" algn="ctr" rtl="0">
              <a:lnSpc>
                <a:spcPct val="140016"/>
              </a:lnSpc>
              <a:spcBef>
                <a:spcPts val="0"/>
              </a:spcBef>
              <a:spcAft>
                <a:spcPts val="0"/>
              </a:spcAft>
              <a:buClr>
                <a:srgbClr val="000000"/>
              </a:buClr>
              <a:buSzPts val="2499"/>
              <a:buFont typeface="Arial"/>
              <a:buNone/>
            </a:pPr>
            <a:r>
              <a:rPr lang="es-GT" sz="2499" b="1" i="0" u="none" strike="noStrike" cap="none" noProof="0" dirty="0">
                <a:solidFill>
                  <a:srgbClr val="131416"/>
                </a:solidFill>
                <a:latin typeface="Open Sans"/>
                <a:ea typeface="Open Sans"/>
                <a:cs typeface="Open Sans"/>
                <a:sym typeface="Open Sans"/>
              </a:rPr>
              <a:t>Universidad de San Carlos de Guatemala</a:t>
            </a:r>
            <a:endParaRPr lang="es-GT" sz="1400" b="0" i="0" u="none" strike="noStrike" cap="none" noProof="0" dirty="0">
              <a:solidFill>
                <a:srgbClr val="000000"/>
              </a:solidFill>
              <a:latin typeface="Arial"/>
              <a:ea typeface="Arial"/>
              <a:cs typeface="Arial"/>
              <a:sym typeface="Arial"/>
            </a:endParaRPr>
          </a:p>
        </p:txBody>
      </p:sp>
      <p:pic>
        <p:nvPicPr>
          <p:cNvPr id="102" name="Google Shape;102;p1"/>
          <p:cNvPicPr preferRelativeResize="0"/>
          <p:nvPr/>
        </p:nvPicPr>
        <p:blipFill>
          <a:blip r:embed="rId4">
            <a:alphaModFix/>
          </a:blip>
          <a:stretch>
            <a:fillRect/>
          </a:stretch>
        </p:blipFill>
        <p:spPr>
          <a:xfrm>
            <a:off x="8044675" y="0"/>
            <a:ext cx="10243325" cy="106701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grpSp>
        <p:nvGrpSpPr>
          <p:cNvPr id="107" name="Google Shape;107;p2"/>
          <p:cNvGrpSpPr/>
          <p:nvPr/>
        </p:nvGrpSpPr>
        <p:grpSpPr>
          <a:xfrm>
            <a:off x="176619" y="4520484"/>
            <a:ext cx="5877698" cy="845385"/>
            <a:chOff x="0" y="-76200"/>
            <a:chExt cx="1964221" cy="359923"/>
          </a:xfrm>
        </p:grpSpPr>
        <p:sp>
          <p:nvSpPr>
            <p:cNvPr id="108" name="Google Shape;108;p2"/>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lstStyle/>
            <a:p>
              <a:endParaRPr lang="es-GT" noProof="0" dirty="0"/>
            </a:p>
          </p:txBody>
        </p:sp>
        <p:sp>
          <p:nvSpPr>
            <p:cNvPr id="109" name="Google Shape;109;p2"/>
            <p:cNvSpPr txBox="1"/>
            <p:nvPr/>
          </p:nvSpPr>
          <p:spPr>
            <a:xfrm>
              <a:off x="0" y="-76200"/>
              <a:ext cx="1849921" cy="359923"/>
            </a:xfrm>
            <a:prstGeom prst="rect">
              <a:avLst/>
            </a:prstGeom>
            <a:noFill/>
            <a:ln>
              <a:noFill/>
            </a:ln>
          </p:spPr>
          <p:txBody>
            <a:bodyPr spcFirstLastPara="1" wrap="square" lIns="50800" tIns="50800" rIns="50800" bIns="50800" anchor="ctr" anchorCtr="0">
              <a:noAutofit/>
            </a:bodyPr>
            <a:lstStyle/>
            <a:p>
              <a:pPr marL="0" marR="0" lvl="0" indent="0" algn="ctr" rtl="0">
                <a:lnSpc>
                  <a:spcPct val="148017"/>
                </a:lnSpc>
                <a:spcBef>
                  <a:spcPts val="0"/>
                </a:spcBef>
                <a:spcAft>
                  <a:spcPts val="0"/>
                </a:spcAft>
                <a:buClr>
                  <a:srgbClr val="000000"/>
                </a:buClr>
                <a:buSzPts val="2799"/>
                <a:buFont typeface="Arial"/>
                <a:buNone/>
              </a:pPr>
              <a:r>
                <a:rPr lang="es-GT" sz="2799" noProof="0" dirty="0"/>
                <a:t>Tipos de </a:t>
              </a:r>
              <a:r>
                <a:rPr lang="es-GT" sz="2799" noProof="0" dirty="0" err="1"/>
                <a:t>CRM’s</a:t>
              </a:r>
              <a:endParaRPr lang="es-GT" sz="1400" b="0" i="0" u="none" strike="noStrike" cap="none" noProof="0" dirty="0">
                <a:solidFill>
                  <a:srgbClr val="000000"/>
                </a:solidFill>
                <a:latin typeface="Arial"/>
                <a:ea typeface="Arial"/>
                <a:cs typeface="Arial"/>
                <a:sym typeface="Arial"/>
              </a:endParaRPr>
            </a:p>
          </p:txBody>
        </p:sp>
      </p:grpSp>
      <p:sp>
        <p:nvSpPr>
          <p:cNvPr id="110" name="Google Shape;110;p2"/>
          <p:cNvSpPr/>
          <p:nvPr/>
        </p:nvSpPr>
        <p:spPr>
          <a:xfrm>
            <a:off x="878654" y="4740441"/>
            <a:ext cx="453358" cy="550094"/>
          </a:xfrm>
          <a:custGeom>
            <a:avLst/>
            <a:gdLst/>
            <a:ahLst/>
            <a:cxnLst/>
            <a:rect l="l" t="t" r="r" b="b"/>
            <a:pathLst>
              <a:path w="453358" h="550094" extrusionOk="0">
                <a:moveTo>
                  <a:pt x="0" y="0"/>
                </a:moveTo>
                <a:lnTo>
                  <a:pt x="453359" y="0"/>
                </a:lnTo>
                <a:lnTo>
                  <a:pt x="453359" y="550094"/>
                </a:lnTo>
                <a:lnTo>
                  <a:pt x="0" y="550094"/>
                </a:lnTo>
                <a:lnTo>
                  <a:pt x="0" y="0"/>
                </a:lnTo>
                <a:close/>
              </a:path>
            </a:pathLst>
          </a:custGeom>
          <a:blipFill rotWithShape="1">
            <a:blip r:embed="rId3">
              <a:alphaModFix/>
            </a:blip>
            <a:stretch>
              <a:fillRect/>
            </a:stretch>
          </a:blipFill>
          <a:ln>
            <a:noFill/>
          </a:ln>
        </p:spPr>
        <p:txBody>
          <a:bodyPr/>
          <a:lstStyle/>
          <a:p>
            <a:endParaRPr lang="es-GT" noProof="0" dirty="0"/>
          </a:p>
        </p:txBody>
      </p:sp>
      <p:grpSp>
        <p:nvGrpSpPr>
          <p:cNvPr id="111" name="Google Shape;111;p2"/>
          <p:cNvGrpSpPr/>
          <p:nvPr/>
        </p:nvGrpSpPr>
        <p:grpSpPr>
          <a:xfrm>
            <a:off x="1866988" y="3013983"/>
            <a:ext cx="6376259" cy="1556484"/>
            <a:chOff x="0" y="-76200"/>
            <a:chExt cx="1083836" cy="409938"/>
          </a:xfrm>
        </p:grpSpPr>
        <p:sp>
          <p:nvSpPr>
            <p:cNvPr id="112" name="Google Shape;112;p2"/>
            <p:cNvSpPr/>
            <p:nvPr/>
          </p:nvSpPr>
          <p:spPr>
            <a:xfrm>
              <a:off x="0" y="0"/>
              <a:ext cx="1083836" cy="333738"/>
            </a:xfrm>
            <a:custGeom>
              <a:avLst/>
              <a:gdLst/>
              <a:ahLst/>
              <a:cxnLst/>
              <a:rect l="l" t="t" r="r" b="b"/>
              <a:pathLst>
                <a:path w="1083836" h="333738" extrusionOk="0">
                  <a:moveTo>
                    <a:pt x="880636" y="0"/>
                  </a:moveTo>
                  <a:lnTo>
                    <a:pt x="0" y="0"/>
                  </a:lnTo>
                  <a:lnTo>
                    <a:pt x="0" y="333738"/>
                  </a:lnTo>
                  <a:lnTo>
                    <a:pt x="880636" y="333738"/>
                  </a:lnTo>
                  <a:lnTo>
                    <a:pt x="1083836" y="166869"/>
                  </a:lnTo>
                  <a:lnTo>
                    <a:pt x="880636" y="0"/>
                  </a:lnTo>
                  <a:close/>
                </a:path>
              </a:pathLst>
            </a:custGeom>
            <a:solidFill>
              <a:srgbClr val="FFFFFF"/>
            </a:solidFill>
            <a:ln>
              <a:noFill/>
            </a:ln>
          </p:spPr>
          <p:txBody>
            <a:bodyPr/>
            <a:lstStyle/>
            <a:p>
              <a:endParaRPr lang="es-GT" noProof="0" dirty="0"/>
            </a:p>
          </p:txBody>
        </p:sp>
        <p:sp>
          <p:nvSpPr>
            <p:cNvPr id="113" name="Google Shape;113;p2"/>
            <p:cNvSpPr txBox="1"/>
            <p:nvPr/>
          </p:nvSpPr>
          <p:spPr>
            <a:xfrm>
              <a:off x="0" y="-76200"/>
              <a:ext cx="969536" cy="409938"/>
            </a:xfrm>
            <a:prstGeom prst="rect">
              <a:avLst/>
            </a:prstGeom>
            <a:noFill/>
            <a:ln>
              <a:noFill/>
            </a:ln>
          </p:spPr>
          <p:txBody>
            <a:bodyPr spcFirstLastPara="1" wrap="square" lIns="50800" tIns="50800" rIns="50800" bIns="50800" anchor="ctr" anchorCtr="0">
              <a:noAutofit/>
            </a:bodyPr>
            <a:lstStyle/>
            <a:p>
              <a:pPr marL="0" marR="0" lvl="0" indent="0" algn="ctr" rtl="0">
                <a:lnSpc>
                  <a:spcPct val="148017"/>
                </a:lnSpc>
                <a:spcBef>
                  <a:spcPts val="0"/>
                </a:spcBef>
                <a:spcAft>
                  <a:spcPts val="0"/>
                </a:spcAft>
                <a:buClr>
                  <a:srgbClr val="000000"/>
                </a:buClr>
                <a:buSzPts val="2799"/>
                <a:buFont typeface="Arial"/>
                <a:buNone/>
              </a:pPr>
              <a:r>
                <a:rPr lang="es-GT" sz="2799" noProof="0" dirty="0"/>
                <a:t>VALIDAR ASIGNACION EN DTT, CUESTIONARIO EN UEDI</a:t>
              </a:r>
              <a:endParaRPr lang="es-GT" sz="1400" b="0" i="0" u="none" strike="noStrike" cap="none" noProof="0" dirty="0">
                <a:solidFill>
                  <a:srgbClr val="000000"/>
                </a:solidFill>
                <a:latin typeface="Arial"/>
                <a:ea typeface="Arial"/>
                <a:cs typeface="Arial"/>
                <a:sym typeface="Arial"/>
              </a:endParaRPr>
            </a:p>
          </p:txBody>
        </p:sp>
      </p:grpSp>
      <p:sp>
        <p:nvSpPr>
          <p:cNvPr id="114" name="Google Shape;114;p2"/>
          <p:cNvSpPr/>
          <p:nvPr/>
        </p:nvSpPr>
        <p:spPr>
          <a:xfrm>
            <a:off x="651754" y="3429735"/>
            <a:ext cx="753892" cy="872928"/>
          </a:xfrm>
          <a:custGeom>
            <a:avLst/>
            <a:gdLst/>
            <a:ahLst/>
            <a:cxnLst/>
            <a:rect l="l" t="t" r="r" b="b"/>
            <a:pathLst>
              <a:path w="753892" h="872928" extrusionOk="0">
                <a:moveTo>
                  <a:pt x="0" y="0"/>
                </a:moveTo>
                <a:lnTo>
                  <a:pt x="753892" y="0"/>
                </a:lnTo>
                <a:lnTo>
                  <a:pt x="753892" y="872927"/>
                </a:lnTo>
                <a:lnTo>
                  <a:pt x="0" y="872927"/>
                </a:lnTo>
                <a:lnTo>
                  <a:pt x="0" y="0"/>
                </a:lnTo>
                <a:close/>
              </a:path>
            </a:pathLst>
          </a:custGeom>
          <a:blipFill rotWithShape="1">
            <a:blip r:embed="rId4">
              <a:alphaModFix/>
            </a:blip>
            <a:stretch>
              <a:fillRect/>
            </a:stretch>
          </a:blipFill>
          <a:ln>
            <a:noFill/>
          </a:ln>
        </p:spPr>
        <p:txBody>
          <a:bodyPr/>
          <a:lstStyle/>
          <a:p>
            <a:endParaRPr lang="es-GT" noProof="0" dirty="0"/>
          </a:p>
        </p:txBody>
      </p:sp>
      <p:sp>
        <p:nvSpPr>
          <p:cNvPr id="115" name="Google Shape;115;p2"/>
          <p:cNvSpPr txBox="1"/>
          <p:nvPr/>
        </p:nvSpPr>
        <p:spPr>
          <a:xfrm>
            <a:off x="651749" y="490900"/>
            <a:ext cx="7710301" cy="230895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15000"/>
              <a:buFont typeface="Arial"/>
              <a:buNone/>
            </a:pPr>
            <a:r>
              <a:rPr lang="es-GT" sz="15000" b="0" i="0" u="none" strike="noStrike" cap="none" noProof="0" dirty="0">
                <a:solidFill>
                  <a:srgbClr val="131416"/>
                </a:solidFill>
                <a:latin typeface="Pacifico"/>
                <a:ea typeface="Pacifico"/>
                <a:cs typeface="Pacifico"/>
                <a:sym typeface="Pacifico"/>
              </a:rPr>
              <a:t>Agenda</a:t>
            </a:r>
            <a:endParaRPr lang="es-GT" sz="1400" b="0" i="0" u="none" strike="noStrike" cap="none" noProof="0" dirty="0">
              <a:solidFill>
                <a:srgbClr val="000000"/>
              </a:solidFill>
              <a:latin typeface="Pacifico"/>
              <a:ea typeface="Pacifico"/>
              <a:cs typeface="Pacifico"/>
              <a:sym typeface="Pacifico"/>
            </a:endParaRPr>
          </a:p>
        </p:txBody>
      </p:sp>
      <p:sp>
        <p:nvSpPr>
          <p:cNvPr id="116" name="Google Shape;116;p2"/>
          <p:cNvSpPr txBox="1"/>
          <p:nvPr/>
        </p:nvSpPr>
        <p:spPr>
          <a:xfrm>
            <a:off x="10105990" y="390767"/>
            <a:ext cx="8416800" cy="23088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15000"/>
              <a:buFont typeface="Arial"/>
              <a:buNone/>
            </a:pPr>
            <a:r>
              <a:rPr lang="es-GT" sz="15000" b="0" i="0" u="none" strike="noStrike" cap="none" noProof="0" dirty="0">
                <a:solidFill>
                  <a:srgbClr val="131416"/>
                </a:solidFill>
                <a:latin typeface="Lobster"/>
                <a:ea typeface="Lobster"/>
                <a:cs typeface="Lobster"/>
                <a:sym typeface="Lobster"/>
              </a:rPr>
              <a:t>Recursos</a:t>
            </a:r>
            <a:endParaRPr lang="es-GT" sz="1400" b="0" i="0" u="none" strike="noStrike" cap="none" noProof="0" dirty="0">
              <a:solidFill>
                <a:srgbClr val="000000"/>
              </a:solidFill>
              <a:latin typeface="Lobster"/>
              <a:ea typeface="Lobster"/>
              <a:cs typeface="Lobster"/>
              <a:sym typeface="Lobster"/>
            </a:endParaRPr>
          </a:p>
        </p:txBody>
      </p:sp>
      <p:grpSp>
        <p:nvGrpSpPr>
          <p:cNvPr id="117" name="Google Shape;117;p2"/>
          <p:cNvGrpSpPr/>
          <p:nvPr/>
        </p:nvGrpSpPr>
        <p:grpSpPr>
          <a:xfrm>
            <a:off x="8676651" y="2843050"/>
            <a:ext cx="8743792" cy="1701145"/>
            <a:chOff x="0" y="-102602"/>
            <a:chExt cx="1464793" cy="448038"/>
          </a:xfrm>
        </p:grpSpPr>
        <p:sp>
          <p:nvSpPr>
            <p:cNvPr id="118" name="Google Shape;118;p2"/>
            <p:cNvSpPr/>
            <p:nvPr/>
          </p:nvSpPr>
          <p:spPr>
            <a:xfrm>
              <a:off x="0" y="0"/>
              <a:ext cx="1410014" cy="333738"/>
            </a:xfrm>
            <a:custGeom>
              <a:avLst/>
              <a:gdLst/>
              <a:ahLst/>
              <a:cxnLst/>
              <a:rect l="l" t="t" r="r" b="b"/>
              <a:pathLst>
                <a:path w="1410014" h="333738" extrusionOk="0">
                  <a:moveTo>
                    <a:pt x="1206814" y="0"/>
                  </a:moveTo>
                  <a:lnTo>
                    <a:pt x="0" y="0"/>
                  </a:lnTo>
                  <a:lnTo>
                    <a:pt x="0" y="333738"/>
                  </a:lnTo>
                  <a:lnTo>
                    <a:pt x="1206814" y="333738"/>
                  </a:lnTo>
                  <a:lnTo>
                    <a:pt x="1410014" y="166869"/>
                  </a:lnTo>
                  <a:lnTo>
                    <a:pt x="1206814" y="0"/>
                  </a:lnTo>
                  <a:close/>
                </a:path>
              </a:pathLst>
            </a:custGeom>
            <a:solidFill>
              <a:srgbClr val="FFFFFF"/>
            </a:solidFill>
            <a:ln>
              <a:noFill/>
            </a:ln>
          </p:spPr>
          <p:txBody>
            <a:bodyPr/>
            <a:lstStyle/>
            <a:p>
              <a:endParaRPr lang="es-GT" noProof="0" dirty="0"/>
            </a:p>
          </p:txBody>
        </p:sp>
        <p:sp>
          <p:nvSpPr>
            <p:cNvPr id="119" name="Google Shape;119;p2"/>
            <p:cNvSpPr txBox="1"/>
            <p:nvPr/>
          </p:nvSpPr>
          <p:spPr>
            <a:xfrm>
              <a:off x="169079" y="-102602"/>
              <a:ext cx="1295714" cy="448038"/>
            </a:xfrm>
            <a:prstGeom prst="rect">
              <a:avLst/>
            </a:prstGeom>
            <a:noFill/>
            <a:ln>
              <a:noFill/>
            </a:ln>
          </p:spPr>
          <p:txBody>
            <a:bodyPr spcFirstLastPara="1" wrap="square" lIns="50800" tIns="50800" rIns="50800" bIns="50800" anchor="ctr" anchorCtr="0">
              <a:noAutofit/>
            </a:bodyPr>
            <a:lstStyle/>
            <a:p>
              <a:pPr marL="0" marR="0" lvl="0" indent="0" algn="ctr" rtl="0">
                <a:lnSpc>
                  <a:spcPct val="148010"/>
                </a:lnSpc>
                <a:spcBef>
                  <a:spcPts val="0"/>
                </a:spcBef>
                <a:spcAft>
                  <a:spcPts val="0"/>
                </a:spcAft>
                <a:buClr>
                  <a:srgbClr val="000000"/>
                </a:buClr>
                <a:buSzPts val="4499"/>
                <a:buFont typeface="Arial"/>
                <a:buNone/>
              </a:pPr>
              <a:r>
                <a:rPr lang="es-GT" sz="2800" b="0" i="0" u="none" strike="noStrike" cap="none" noProof="0" dirty="0">
                  <a:solidFill>
                    <a:srgbClr val="000000"/>
                  </a:solidFill>
                  <a:latin typeface="Arial"/>
                  <a:ea typeface="Arial"/>
                  <a:cs typeface="Arial"/>
                  <a:sym typeface="Arial"/>
                  <a:hlinkClick r:id="rId5"/>
                </a:rPr>
                <a:t>¿Qué es un CRM y para qué sirve? Beneficios + Ejemplos</a:t>
              </a:r>
              <a:endParaRPr lang="es-GT" sz="2800" b="0" i="0" u="none" strike="noStrike" cap="none" noProof="0" dirty="0">
                <a:solidFill>
                  <a:srgbClr val="000000"/>
                </a:solidFill>
                <a:latin typeface="Arial"/>
                <a:ea typeface="Arial"/>
                <a:cs typeface="Arial"/>
                <a:sym typeface="Arial"/>
              </a:endParaRPr>
            </a:p>
          </p:txBody>
        </p:sp>
      </p:grpSp>
      <p:grpSp>
        <p:nvGrpSpPr>
          <p:cNvPr id="120" name="Google Shape;120;p2"/>
          <p:cNvGrpSpPr/>
          <p:nvPr/>
        </p:nvGrpSpPr>
        <p:grpSpPr>
          <a:xfrm>
            <a:off x="8795607" y="4499778"/>
            <a:ext cx="8573406" cy="1800050"/>
            <a:chOff x="0" y="-140349"/>
            <a:chExt cx="1456839" cy="474087"/>
          </a:xfrm>
        </p:grpSpPr>
        <p:sp>
          <p:nvSpPr>
            <p:cNvPr id="121" name="Google Shape;121;p2"/>
            <p:cNvSpPr/>
            <p:nvPr/>
          </p:nvSpPr>
          <p:spPr>
            <a:xfrm>
              <a:off x="0" y="0"/>
              <a:ext cx="1410014" cy="333738"/>
            </a:xfrm>
            <a:custGeom>
              <a:avLst/>
              <a:gdLst/>
              <a:ahLst/>
              <a:cxnLst/>
              <a:rect l="l" t="t" r="r" b="b"/>
              <a:pathLst>
                <a:path w="1410014" h="333738" extrusionOk="0">
                  <a:moveTo>
                    <a:pt x="1206814" y="0"/>
                  </a:moveTo>
                  <a:lnTo>
                    <a:pt x="0" y="0"/>
                  </a:lnTo>
                  <a:lnTo>
                    <a:pt x="0" y="333738"/>
                  </a:lnTo>
                  <a:lnTo>
                    <a:pt x="1206814" y="333738"/>
                  </a:lnTo>
                  <a:lnTo>
                    <a:pt x="1410014" y="166869"/>
                  </a:lnTo>
                  <a:lnTo>
                    <a:pt x="1206814" y="0"/>
                  </a:lnTo>
                  <a:close/>
                </a:path>
              </a:pathLst>
            </a:custGeom>
            <a:solidFill>
              <a:srgbClr val="FFFFFF"/>
            </a:solidFill>
            <a:ln>
              <a:noFill/>
            </a:ln>
          </p:spPr>
          <p:txBody>
            <a:bodyPr/>
            <a:lstStyle/>
            <a:p>
              <a:endParaRPr lang="es-GT" noProof="0" dirty="0"/>
            </a:p>
          </p:txBody>
        </p:sp>
        <p:sp>
          <p:nvSpPr>
            <p:cNvPr id="122" name="Google Shape;122;p2"/>
            <p:cNvSpPr txBox="1"/>
            <p:nvPr/>
          </p:nvSpPr>
          <p:spPr>
            <a:xfrm>
              <a:off x="161125" y="-140349"/>
              <a:ext cx="1295714" cy="448038"/>
            </a:xfrm>
            <a:prstGeom prst="rect">
              <a:avLst/>
            </a:prstGeom>
            <a:noFill/>
            <a:ln>
              <a:noFill/>
            </a:ln>
          </p:spPr>
          <p:txBody>
            <a:bodyPr spcFirstLastPara="1" wrap="square" lIns="50800" tIns="50800" rIns="50800" bIns="50800" anchor="ctr" anchorCtr="0">
              <a:noAutofit/>
            </a:bodyPr>
            <a:lstStyle/>
            <a:p>
              <a:pPr marL="0" marR="0" lvl="0" indent="0" algn="ctr" rtl="0">
                <a:lnSpc>
                  <a:spcPct val="148010"/>
                </a:lnSpc>
                <a:spcBef>
                  <a:spcPts val="0"/>
                </a:spcBef>
                <a:spcAft>
                  <a:spcPts val="0"/>
                </a:spcAft>
                <a:buClr>
                  <a:srgbClr val="000000"/>
                </a:buClr>
                <a:buSzPts val="4499"/>
                <a:buFont typeface="Arial"/>
                <a:buNone/>
              </a:pPr>
              <a:r>
                <a:rPr lang="es-GT" sz="2800" b="0" i="0" u="none" strike="noStrike" cap="none" noProof="0" dirty="0">
                  <a:solidFill>
                    <a:srgbClr val="000000"/>
                  </a:solidFill>
                  <a:latin typeface="Arial"/>
                  <a:ea typeface="Arial"/>
                  <a:cs typeface="Arial"/>
                  <a:sym typeface="Arial"/>
                  <a:hlinkClick r:id="rId6"/>
                </a:rPr>
                <a:t>Diferencias entre ERP y CRM: Así te quedará claro</a:t>
              </a:r>
              <a:endParaRPr lang="es-GT" sz="2800" b="0" i="0" u="none" strike="noStrike" cap="none" noProof="0" dirty="0">
                <a:solidFill>
                  <a:srgbClr val="000000"/>
                </a:solidFill>
                <a:latin typeface="Arial"/>
                <a:ea typeface="Arial"/>
                <a:cs typeface="Arial"/>
                <a:sym typeface="Arial"/>
              </a:endParaRPr>
            </a:p>
          </p:txBody>
        </p:sp>
      </p:grpSp>
      <p:grpSp>
        <p:nvGrpSpPr>
          <p:cNvPr id="123" name="Google Shape;123;p2"/>
          <p:cNvGrpSpPr/>
          <p:nvPr/>
        </p:nvGrpSpPr>
        <p:grpSpPr>
          <a:xfrm>
            <a:off x="176619" y="5444302"/>
            <a:ext cx="10072850" cy="845385"/>
            <a:chOff x="0" y="-76200"/>
            <a:chExt cx="1964221" cy="359923"/>
          </a:xfrm>
        </p:grpSpPr>
        <p:sp>
          <p:nvSpPr>
            <p:cNvPr id="124" name="Google Shape;124;p2"/>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lstStyle/>
            <a:p>
              <a:endParaRPr lang="es-GT" noProof="0" dirty="0"/>
            </a:p>
          </p:txBody>
        </p:sp>
        <p:sp>
          <p:nvSpPr>
            <p:cNvPr id="125" name="Google Shape;125;p2"/>
            <p:cNvSpPr txBox="1"/>
            <p:nvPr/>
          </p:nvSpPr>
          <p:spPr>
            <a:xfrm>
              <a:off x="0" y="-76200"/>
              <a:ext cx="1849921" cy="359923"/>
            </a:xfrm>
            <a:prstGeom prst="rect">
              <a:avLst/>
            </a:prstGeom>
            <a:noFill/>
            <a:ln>
              <a:noFill/>
            </a:ln>
          </p:spPr>
          <p:txBody>
            <a:bodyPr spcFirstLastPara="1" wrap="square" lIns="50800" tIns="50800" rIns="50800" bIns="50800" anchor="ctr" anchorCtr="0">
              <a:noAutofit/>
            </a:bodyPr>
            <a:lstStyle/>
            <a:p>
              <a:pPr marL="0" marR="0" lvl="0" indent="0" algn="ctr" rtl="0">
                <a:lnSpc>
                  <a:spcPct val="148017"/>
                </a:lnSpc>
                <a:spcBef>
                  <a:spcPts val="0"/>
                </a:spcBef>
                <a:spcAft>
                  <a:spcPts val="0"/>
                </a:spcAft>
                <a:buClr>
                  <a:srgbClr val="000000"/>
                </a:buClr>
                <a:buSzPts val="2799"/>
                <a:buFont typeface="Arial"/>
                <a:buNone/>
              </a:pPr>
              <a:r>
                <a:rPr lang="es-GT" sz="2799" b="0" i="0" u="none" strike="noStrike" cap="none" noProof="0" dirty="0">
                  <a:solidFill>
                    <a:srgbClr val="000000"/>
                  </a:solidFill>
                  <a:latin typeface="Arial"/>
                  <a:ea typeface="Arial"/>
                  <a:cs typeface="Arial"/>
                  <a:sym typeface="Arial"/>
                </a:rPr>
                <a:t>Beneficios de un CRM e Implementación</a:t>
              </a:r>
              <a:endParaRPr lang="es-GT" sz="1400" b="0" i="0" u="none" strike="noStrike" cap="none" noProof="0" dirty="0">
                <a:solidFill>
                  <a:srgbClr val="000000"/>
                </a:solidFill>
                <a:latin typeface="Arial"/>
                <a:ea typeface="Arial"/>
                <a:cs typeface="Arial"/>
                <a:sym typeface="Arial"/>
              </a:endParaRPr>
            </a:p>
          </p:txBody>
        </p:sp>
      </p:grpSp>
      <p:grpSp>
        <p:nvGrpSpPr>
          <p:cNvPr id="126" name="Google Shape;126;p2"/>
          <p:cNvGrpSpPr/>
          <p:nvPr/>
        </p:nvGrpSpPr>
        <p:grpSpPr>
          <a:xfrm>
            <a:off x="176618" y="6425875"/>
            <a:ext cx="11383035" cy="845385"/>
            <a:chOff x="0" y="-76200"/>
            <a:chExt cx="1964221" cy="359923"/>
          </a:xfrm>
        </p:grpSpPr>
        <p:sp>
          <p:nvSpPr>
            <p:cNvPr id="127" name="Google Shape;127;p2"/>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lstStyle/>
            <a:p>
              <a:endParaRPr lang="es-GT" noProof="0" dirty="0"/>
            </a:p>
          </p:txBody>
        </p:sp>
        <p:sp>
          <p:nvSpPr>
            <p:cNvPr id="128" name="Google Shape;128;p2"/>
            <p:cNvSpPr txBox="1"/>
            <p:nvPr/>
          </p:nvSpPr>
          <p:spPr>
            <a:xfrm>
              <a:off x="0" y="-76200"/>
              <a:ext cx="1849921" cy="359923"/>
            </a:xfrm>
            <a:prstGeom prst="rect">
              <a:avLst/>
            </a:prstGeom>
            <a:noFill/>
            <a:ln>
              <a:noFill/>
            </a:ln>
          </p:spPr>
          <p:txBody>
            <a:bodyPr spcFirstLastPara="1" wrap="square" lIns="50800" tIns="50800" rIns="50800" bIns="50800" anchor="ctr" anchorCtr="0">
              <a:noAutofit/>
            </a:bodyPr>
            <a:lstStyle/>
            <a:p>
              <a:pPr marL="0" marR="0" lvl="0" indent="0" algn="ctr" rtl="0">
                <a:lnSpc>
                  <a:spcPct val="148017"/>
                </a:lnSpc>
                <a:spcBef>
                  <a:spcPts val="0"/>
                </a:spcBef>
                <a:spcAft>
                  <a:spcPts val="0"/>
                </a:spcAft>
                <a:buClr>
                  <a:srgbClr val="000000"/>
                </a:buClr>
                <a:buSzPts val="2799"/>
                <a:buFont typeface="Arial"/>
                <a:buNone/>
              </a:pPr>
              <a:r>
                <a:rPr lang="es-GT" sz="2799" b="0" i="0" u="none" strike="noStrike" cap="none" noProof="0" dirty="0">
                  <a:solidFill>
                    <a:srgbClr val="000000"/>
                  </a:solidFill>
                  <a:latin typeface="Arial"/>
                  <a:ea typeface="Arial"/>
                  <a:cs typeface="Arial"/>
                  <a:sym typeface="Arial"/>
                </a:rPr>
                <a:t>Arquitectura y modularidad de un sistema CRM.</a:t>
              </a:r>
              <a:endParaRPr lang="es-GT" sz="1400" b="0" i="0" u="none" strike="noStrike" cap="none" noProof="0" dirty="0">
                <a:solidFill>
                  <a:srgbClr val="000000"/>
                </a:solidFill>
                <a:latin typeface="Arial"/>
                <a:ea typeface="Arial"/>
                <a:cs typeface="Arial"/>
                <a:sym typeface="Arial"/>
              </a:endParaRPr>
            </a:p>
          </p:txBody>
        </p:sp>
      </p:grpSp>
      <p:grpSp>
        <p:nvGrpSpPr>
          <p:cNvPr id="129" name="Google Shape;129;p2"/>
          <p:cNvGrpSpPr/>
          <p:nvPr/>
        </p:nvGrpSpPr>
        <p:grpSpPr>
          <a:xfrm>
            <a:off x="176619" y="7349457"/>
            <a:ext cx="10359453" cy="845385"/>
            <a:chOff x="0" y="-76200"/>
            <a:chExt cx="1964221" cy="359923"/>
          </a:xfrm>
        </p:grpSpPr>
        <p:sp>
          <p:nvSpPr>
            <p:cNvPr id="130" name="Google Shape;130;p2"/>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lstStyle/>
            <a:p>
              <a:endParaRPr lang="es-GT" noProof="0" dirty="0"/>
            </a:p>
          </p:txBody>
        </p:sp>
        <p:sp>
          <p:nvSpPr>
            <p:cNvPr id="131" name="Google Shape;131;p2"/>
            <p:cNvSpPr txBox="1"/>
            <p:nvPr/>
          </p:nvSpPr>
          <p:spPr>
            <a:xfrm>
              <a:off x="0" y="-76200"/>
              <a:ext cx="1849921" cy="359923"/>
            </a:xfrm>
            <a:prstGeom prst="rect">
              <a:avLst/>
            </a:prstGeom>
            <a:noFill/>
            <a:ln>
              <a:noFill/>
            </a:ln>
          </p:spPr>
          <p:txBody>
            <a:bodyPr spcFirstLastPara="1" wrap="square" lIns="50800" tIns="50800" rIns="50800" bIns="50800" anchor="ctr" anchorCtr="0">
              <a:noAutofit/>
            </a:bodyPr>
            <a:lstStyle/>
            <a:p>
              <a:pPr marL="0" marR="0" lvl="0" indent="0" algn="ctr" rtl="0">
                <a:lnSpc>
                  <a:spcPct val="148017"/>
                </a:lnSpc>
                <a:spcBef>
                  <a:spcPts val="0"/>
                </a:spcBef>
                <a:spcAft>
                  <a:spcPts val="0"/>
                </a:spcAft>
                <a:buClr>
                  <a:srgbClr val="000000"/>
                </a:buClr>
                <a:buSzPts val="2799"/>
                <a:buFont typeface="Arial"/>
                <a:buNone/>
              </a:pPr>
              <a:r>
                <a:rPr lang="es-GT" sz="2799" b="0" i="0" u="none" strike="noStrike" cap="none" noProof="0" dirty="0">
                  <a:solidFill>
                    <a:srgbClr val="000000"/>
                  </a:solidFill>
                  <a:latin typeface="Arial"/>
                  <a:ea typeface="Arial"/>
                  <a:cs typeface="Arial"/>
                  <a:sym typeface="Arial"/>
                </a:rPr>
                <a:t>Automatización e integración ERP y CRM.</a:t>
              </a:r>
              <a:endParaRPr lang="es-GT" sz="1400" b="0" i="0" u="none" strike="noStrike" cap="none" noProof="0" dirty="0">
                <a:solidFill>
                  <a:srgbClr val="000000"/>
                </a:solidFill>
                <a:latin typeface="Arial"/>
                <a:ea typeface="Arial"/>
                <a:cs typeface="Arial"/>
                <a:sym typeface="Arial"/>
              </a:endParaRPr>
            </a:p>
          </p:txBody>
        </p:sp>
      </p:grpSp>
      <p:grpSp>
        <p:nvGrpSpPr>
          <p:cNvPr id="132" name="Google Shape;132;p2"/>
          <p:cNvGrpSpPr/>
          <p:nvPr/>
        </p:nvGrpSpPr>
        <p:grpSpPr>
          <a:xfrm>
            <a:off x="176619" y="8412915"/>
            <a:ext cx="10523226" cy="845385"/>
            <a:chOff x="0" y="-76200"/>
            <a:chExt cx="1964221" cy="359923"/>
          </a:xfrm>
        </p:grpSpPr>
        <p:sp>
          <p:nvSpPr>
            <p:cNvPr id="133" name="Google Shape;133;p2"/>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lstStyle/>
            <a:p>
              <a:endParaRPr lang="es-GT" noProof="0" dirty="0"/>
            </a:p>
          </p:txBody>
        </p:sp>
        <p:sp>
          <p:nvSpPr>
            <p:cNvPr id="134" name="Google Shape;134;p2"/>
            <p:cNvSpPr txBox="1"/>
            <p:nvPr/>
          </p:nvSpPr>
          <p:spPr>
            <a:xfrm>
              <a:off x="0" y="-76200"/>
              <a:ext cx="1849921" cy="359923"/>
            </a:xfrm>
            <a:prstGeom prst="rect">
              <a:avLst/>
            </a:prstGeom>
            <a:noFill/>
            <a:ln>
              <a:noFill/>
            </a:ln>
          </p:spPr>
          <p:txBody>
            <a:bodyPr spcFirstLastPara="1" wrap="square" lIns="50800" tIns="50800" rIns="50800" bIns="50800" anchor="ctr" anchorCtr="0">
              <a:noAutofit/>
            </a:bodyPr>
            <a:lstStyle/>
            <a:p>
              <a:pPr marL="0" marR="0" lvl="0" indent="0" algn="ctr" rtl="0">
                <a:lnSpc>
                  <a:spcPct val="148017"/>
                </a:lnSpc>
                <a:spcBef>
                  <a:spcPts val="0"/>
                </a:spcBef>
                <a:spcAft>
                  <a:spcPts val="0"/>
                </a:spcAft>
                <a:buClr>
                  <a:srgbClr val="000000"/>
                </a:buClr>
                <a:buSzPts val="2799"/>
                <a:buFont typeface="Arial"/>
                <a:buNone/>
              </a:pPr>
              <a:r>
                <a:rPr lang="es-GT" sz="2799" b="0" i="0" u="none" strike="noStrike" cap="none" noProof="0" dirty="0">
                  <a:solidFill>
                    <a:srgbClr val="000000"/>
                  </a:solidFill>
                  <a:latin typeface="Arial"/>
                  <a:ea typeface="Arial"/>
                  <a:cs typeface="Arial"/>
                  <a:sym typeface="Arial"/>
                </a:rPr>
                <a:t>Casos de éxito y empresas especializadas.</a:t>
              </a:r>
              <a:endParaRPr lang="es-GT" sz="1400" b="0" i="0" u="none" strike="noStrike" cap="none" noProof="0" dirty="0">
                <a:solidFill>
                  <a:srgbClr val="000000"/>
                </a:solidFill>
                <a:latin typeface="Arial"/>
                <a:ea typeface="Arial"/>
                <a:cs typeface="Arial"/>
                <a:sym typeface="Arial"/>
              </a:endParaRPr>
            </a:p>
          </p:txBody>
        </p:sp>
      </p:grpSp>
      <p:sp>
        <p:nvSpPr>
          <p:cNvPr id="135" name="Google Shape;135;p2"/>
          <p:cNvSpPr/>
          <p:nvPr/>
        </p:nvSpPr>
        <p:spPr>
          <a:xfrm>
            <a:off x="878654" y="5623280"/>
            <a:ext cx="453358" cy="550094"/>
          </a:xfrm>
          <a:custGeom>
            <a:avLst/>
            <a:gdLst/>
            <a:ahLst/>
            <a:cxnLst/>
            <a:rect l="l" t="t" r="r" b="b"/>
            <a:pathLst>
              <a:path w="453358" h="550094" extrusionOk="0">
                <a:moveTo>
                  <a:pt x="0" y="0"/>
                </a:moveTo>
                <a:lnTo>
                  <a:pt x="453359" y="0"/>
                </a:lnTo>
                <a:lnTo>
                  <a:pt x="453359" y="550094"/>
                </a:lnTo>
                <a:lnTo>
                  <a:pt x="0" y="550094"/>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136" name="Google Shape;136;p2"/>
          <p:cNvSpPr/>
          <p:nvPr/>
        </p:nvSpPr>
        <p:spPr>
          <a:xfrm>
            <a:off x="878654" y="6604853"/>
            <a:ext cx="453358" cy="550094"/>
          </a:xfrm>
          <a:custGeom>
            <a:avLst/>
            <a:gdLst/>
            <a:ahLst/>
            <a:cxnLst/>
            <a:rect l="l" t="t" r="r" b="b"/>
            <a:pathLst>
              <a:path w="453358" h="550094" extrusionOk="0">
                <a:moveTo>
                  <a:pt x="0" y="0"/>
                </a:moveTo>
                <a:lnTo>
                  <a:pt x="453359" y="0"/>
                </a:lnTo>
                <a:lnTo>
                  <a:pt x="453359" y="550094"/>
                </a:lnTo>
                <a:lnTo>
                  <a:pt x="0" y="550094"/>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137" name="Google Shape;137;p2"/>
          <p:cNvSpPr/>
          <p:nvPr/>
        </p:nvSpPr>
        <p:spPr>
          <a:xfrm>
            <a:off x="878654" y="7604635"/>
            <a:ext cx="453358" cy="550094"/>
          </a:xfrm>
          <a:custGeom>
            <a:avLst/>
            <a:gdLst/>
            <a:ahLst/>
            <a:cxnLst/>
            <a:rect l="l" t="t" r="r" b="b"/>
            <a:pathLst>
              <a:path w="453358" h="550094" extrusionOk="0">
                <a:moveTo>
                  <a:pt x="0" y="0"/>
                </a:moveTo>
                <a:lnTo>
                  <a:pt x="453359" y="0"/>
                </a:lnTo>
                <a:lnTo>
                  <a:pt x="453359" y="550094"/>
                </a:lnTo>
                <a:lnTo>
                  <a:pt x="0" y="550094"/>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138" name="Google Shape;138;p2"/>
          <p:cNvSpPr/>
          <p:nvPr/>
        </p:nvSpPr>
        <p:spPr>
          <a:xfrm>
            <a:off x="878654" y="8605540"/>
            <a:ext cx="453358" cy="550094"/>
          </a:xfrm>
          <a:custGeom>
            <a:avLst/>
            <a:gdLst/>
            <a:ahLst/>
            <a:cxnLst/>
            <a:rect l="l" t="t" r="r" b="b"/>
            <a:pathLst>
              <a:path w="453358" h="550094" extrusionOk="0">
                <a:moveTo>
                  <a:pt x="0" y="0"/>
                </a:moveTo>
                <a:lnTo>
                  <a:pt x="453359" y="0"/>
                </a:lnTo>
                <a:lnTo>
                  <a:pt x="453359" y="550095"/>
                </a:lnTo>
                <a:lnTo>
                  <a:pt x="0" y="550095"/>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139" name="Google Shape;139;p2"/>
          <p:cNvSpPr/>
          <p:nvPr/>
        </p:nvSpPr>
        <p:spPr>
          <a:xfrm>
            <a:off x="13980582" y="6173374"/>
            <a:ext cx="3908750" cy="3768494"/>
          </a:xfrm>
          <a:custGeom>
            <a:avLst/>
            <a:gdLst/>
            <a:ahLst/>
            <a:cxnLst/>
            <a:rect l="l" t="t" r="r" b="b"/>
            <a:pathLst>
              <a:path w="4626468" h="4575998" extrusionOk="0">
                <a:moveTo>
                  <a:pt x="0" y="0"/>
                </a:moveTo>
                <a:lnTo>
                  <a:pt x="4626468" y="0"/>
                </a:lnTo>
                <a:lnTo>
                  <a:pt x="4626468" y="4575997"/>
                </a:lnTo>
                <a:lnTo>
                  <a:pt x="0" y="4575997"/>
                </a:lnTo>
                <a:lnTo>
                  <a:pt x="0" y="0"/>
                </a:lnTo>
                <a:close/>
              </a:path>
            </a:pathLst>
          </a:custGeom>
          <a:blipFill rotWithShape="1">
            <a:blip r:embed="rId7">
              <a:alphaModFix/>
            </a:blip>
            <a:stretch>
              <a:fillRect/>
            </a:stretch>
          </a:blipFill>
          <a:ln>
            <a:noFill/>
          </a:ln>
        </p:spPr>
        <p:txBody>
          <a:bodyPr/>
          <a:lstStyle/>
          <a:p>
            <a:endParaRPr lang="es-GT" noProof="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6">
          <a:extLst>
            <a:ext uri="{FF2B5EF4-FFF2-40B4-BE49-F238E27FC236}">
              <a16:creationId xmlns:a16="http://schemas.microsoft.com/office/drawing/2014/main" id="{6D581A6C-303F-B599-955A-FB74C9C48B8A}"/>
            </a:ext>
          </a:extLst>
        </p:cNvPr>
        <p:cNvGrpSpPr/>
        <p:nvPr/>
      </p:nvGrpSpPr>
      <p:grpSpPr>
        <a:xfrm>
          <a:off x="0" y="0"/>
          <a:ext cx="0" cy="0"/>
          <a:chOff x="0" y="0"/>
          <a:chExt cx="0" cy="0"/>
        </a:xfrm>
      </p:grpSpPr>
      <p:grpSp>
        <p:nvGrpSpPr>
          <p:cNvPr id="107" name="Google Shape;107;p2">
            <a:extLst>
              <a:ext uri="{FF2B5EF4-FFF2-40B4-BE49-F238E27FC236}">
                <a16:creationId xmlns:a16="http://schemas.microsoft.com/office/drawing/2014/main" id="{E90DD5A1-017E-DC4F-D52D-7EFBFE232076}"/>
              </a:ext>
            </a:extLst>
          </p:cNvPr>
          <p:cNvGrpSpPr/>
          <p:nvPr/>
        </p:nvGrpSpPr>
        <p:grpSpPr>
          <a:xfrm>
            <a:off x="176619" y="4520484"/>
            <a:ext cx="10059202" cy="845385"/>
            <a:chOff x="0" y="-76200"/>
            <a:chExt cx="1964221" cy="359923"/>
          </a:xfrm>
        </p:grpSpPr>
        <p:sp>
          <p:nvSpPr>
            <p:cNvPr id="108" name="Google Shape;108;p2">
              <a:extLst>
                <a:ext uri="{FF2B5EF4-FFF2-40B4-BE49-F238E27FC236}">
                  <a16:creationId xmlns:a16="http://schemas.microsoft.com/office/drawing/2014/main" id="{B6AE768C-8C5F-F06A-9C26-E46430BFE832}"/>
                </a:ext>
              </a:extLst>
            </p:cNvPr>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lstStyle/>
            <a:p>
              <a:endParaRPr lang="es-GT" noProof="0" dirty="0"/>
            </a:p>
          </p:txBody>
        </p:sp>
        <p:sp>
          <p:nvSpPr>
            <p:cNvPr id="109" name="Google Shape;109;p2">
              <a:extLst>
                <a:ext uri="{FF2B5EF4-FFF2-40B4-BE49-F238E27FC236}">
                  <a16:creationId xmlns:a16="http://schemas.microsoft.com/office/drawing/2014/main" id="{C18885C2-0A1E-0557-1E50-C1D2B296EDFD}"/>
                </a:ext>
              </a:extLst>
            </p:cNvPr>
            <p:cNvSpPr txBox="1"/>
            <p:nvPr/>
          </p:nvSpPr>
          <p:spPr>
            <a:xfrm>
              <a:off x="0" y="-76200"/>
              <a:ext cx="1849921" cy="359923"/>
            </a:xfrm>
            <a:prstGeom prst="rect">
              <a:avLst/>
            </a:prstGeom>
            <a:noFill/>
            <a:ln>
              <a:noFill/>
            </a:ln>
          </p:spPr>
          <p:txBody>
            <a:bodyPr spcFirstLastPara="1" wrap="square" lIns="50800" tIns="50800" rIns="50800" bIns="50800" anchor="ctr" anchorCtr="0">
              <a:noAutofit/>
            </a:bodyPr>
            <a:lstStyle/>
            <a:p>
              <a:pPr marL="0" marR="0" lvl="0" indent="0" algn="ctr" rtl="0">
                <a:lnSpc>
                  <a:spcPct val="148017"/>
                </a:lnSpc>
                <a:spcBef>
                  <a:spcPts val="0"/>
                </a:spcBef>
                <a:spcAft>
                  <a:spcPts val="0"/>
                </a:spcAft>
                <a:buClr>
                  <a:srgbClr val="000000"/>
                </a:buClr>
                <a:buSzPts val="2799"/>
                <a:buFont typeface="Arial"/>
                <a:buNone/>
              </a:pPr>
              <a:r>
                <a:rPr lang="es-GT" sz="2799" b="0" i="0" u="none" strike="noStrike" cap="none" noProof="0" dirty="0">
                  <a:solidFill>
                    <a:srgbClr val="000000"/>
                  </a:solidFill>
                  <a:latin typeface="Arial"/>
                  <a:ea typeface="Arial"/>
                  <a:cs typeface="Arial"/>
                  <a:sym typeface="Arial"/>
                </a:rPr>
                <a:t>Impacto en la productividad empresarial.</a:t>
              </a:r>
              <a:endParaRPr lang="es-GT" sz="1400" b="0" i="0" u="none" strike="noStrike" cap="none" noProof="0" dirty="0">
                <a:solidFill>
                  <a:srgbClr val="000000"/>
                </a:solidFill>
                <a:latin typeface="Arial"/>
                <a:ea typeface="Arial"/>
                <a:cs typeface="Arial"/>
                <a:sym typeface="Arial"/>
              </a:endParaRPr>
            </a:p>
          </p:txBody>
        </p:sp>
      </p:grpSp>
      <p:sp>
        <p:nvSpPr>
          <p:cNvPr id="110" name="Google Shape;110;p2">
            <a:extLst>
              <a:ext uri="{FF2B5EF4-FFF2-40B4-BE49-F238E27FC236}">
                <a16:creationId xmlns:a16="http://schemas.microsoft.com/office/drawing/2014/main" id="{48447E6C-82AE-EB90-17C6-2B8BDF166182}"/>
              </a:ext>
            </a:extLst>
          </p:cNvPr>
          <p:cNvSpPr/>
          <p:nvPr/>
        </p:nvSpPr>
        <p:spPr>
          <a:xfrm>
            <a:off x="878654" y="4740441"/>
            <a:ext cx="453358" cy="550094"/>
          </a:xfrm>
          <a:custGeom>
            <a:avLst/>
            <a:gdLst/>
            <a:ahLst/>
            <a:cxnLst/>
            <a:rect l="l" t="t" r="r" b="b"/>
            <a:pathLst>
              <a:path w="453358" h="550094" extrusionOk="0">
                <a:moveTo>
                  <a:pt x="0" y="0"/>
                </a:moveTo>
                <a:lnTo>
                  <a:pt x="453359" y="0"/>
                </a:lnTo>
                <a:lnTo>
                  <a:pt x="453359" y="550094"/>
                </a:lnTo>
                <a:lnTo>
                  <a:pt x="0" y="550094"/>
                </a:lnTo>
                <a:lnTo>
                  <a:pt x="0" y="0"/>
                </a:lnTo>
                <a:close/>
              </a:path>
            </a:pathLst>
          </a:custGeom>
          <a:blipFill rotWithShape="1">
            <a:blip r:embed="rId3">
              <a:alphaModFix/>
            </a:blip>
            <a:stretch>
              <a:fillRect/>
            </a:stretch>
          </a:blipFill>
          <a:ln>
            <a:noFill/>
          </a:ln>
        </p:spPr>
        <p:txBody>
          <a:bodyPr/>
          <a:lstStyle/>
          <a:p>
            <a:endParaRPr lang="es-GT" noProof="0" dirty="0"/>
          </a:p>
        </p:txBody>
      </p:sp>
      <p:grpSp>
        <p:nvGrpSpPr>
          <p:cNvPr id="111" name="Google Shape;111;p2">
            <a:extLst>
              <a:ext uri="{FF2B5EF4-FFF2-40B4-BE49-F238E27FC236}">
                <a16:creationId xmlns:a16="http://schemas.microsoft.com/office/drawing/2014/main" id="{45519C09-72F5-5526-FF1B-ED6F4FE0DB5E}"/>
              </a:ext>
            </a:extLst>
          </p:cNvPr>
          <p:cNvGrpSpPr/>
          <p:nvPr/>
        </p:nvGrpSpPr>
        <p:grpSpPr>
          <a:xfrm>
            <a:off x="1866988" y="3013983"/>
            <a:ext cx="6376259" cy="1556484"/>
            <a:chOff x="0" y="-76200"/>
            <a:chExt cx="1083836" cy="409938"/>
          </a:xfrm>
        </p:grpSpPr>
        <p:sp>
          <p:nvSpPr>
            <p:cNvPr id="112" name="Google Shape;112;p2">
              <a:extLst>
                <a:ext uri="{FF2B5EF4-FFF2-40B4-BE49-F238E27FC236}">
                  <a16:creationId xmlns:a16="http://schemas.microsoft.com/office/drawing/2014/main" id="{0771A6A2-9EAD-6C9E-8263-20B70CECE8B4}"/>
                </a:ext>
              </a:extLst>
            </p:cNvPr>
            <p:cNvSpPr/>
            <p:nvPr/>
          </p:nvSpPr>
          <p:spPr>
            <a:xfrm>
              <a:off x="0" y="0"/>
              <a:ext cx="1083836" cy="333738"/>
            </a:xfrm>
            <a:custGeom>
              <a:avLst/>
              <a:gdLst/>
              <a:ahLst/>
              <a:cxnLst/>
              <a:rect l="l" t="t" r="r" b="b"/>
              <a:pathLst>
                <a:path w="1083836" h="333738" extrusionOk="0">
                  <a:moveTo>
                    <a:pt x="880636" y="0"/>
                  </a:moveTo>
                  <a:lnTo>
                    <a:pt x="0" y="0"/>
                  </a:lnTo>
                  <a:lnTo>
                    <a:pt x="0" y="333738"/>
                  </a:lnTo>
                  <a:lnTo>
                    <a:pt x="880636" y="333738"/>
                  </a:lnTo>
                  <a:lnTo>
                    <a:pt x="1083836" y="166869"/>
                  </a:lnTo>
                  <a:lnTo>
                    <a:pt x="880636" y="0"/>
                  </a:lnTo>
                  <a:close/>
                </a:path>
              </a:pathLst>
            </a:custGeom>
            <a:solidFill>
              <a:srgbClr val="FFFFFF"/>
            </a:solidFill>
            <a:ln>
              <a:noFill/>
            </a:ln>
          </p:spPr>
          <p:txBody>
            <a:bodyPr/>
            <a:lstStyle/>
            <a:p>
              <a:endParaRPr lang="es-GT" noProof="0" dirty="0"/>
            </a:p>
          </p:txBody>
        </p:sp>
        <p:sp>
          <p:nvSpPr>
            <p:cNvPr id="113" name="Google Shape;113;p2">
              <a:extLst>
                <a:ext uri="{FF2B5EF4-FFF2-40B4-BE49-F238E27FC236}">
                  <a16:creationId xmlns:a16="http://schemas.microsoft.com/office/drawing/2014/main" id="{009E55B3-238A-840D-3F1A-D50F7D05F1B1}"/>
                </a:ext>
              </a:extLst>
            </p:cNvPr>
            <p:cNvSpPr txBox="1"/>
            <p:nvPr/>
          </p:nvSpPr>
          <p:spPr>
            <a:xfrm>
              <a:off x="0" y="-76200"/>
              <a:ext cx="969536" cy="409938"/>
            </a:xfrm>
            <a:prstGeom prst="rect">
              <a:avLst/>
            </a:prstGeom>
            <a:noFill/>
            <a:ln>
              <a:noFill/>
            </a:ln>
          </p:spPr>
          <p:txBody>
            <a:bodyPr spcFirstLastPara="1" wrap="square" lIns="50800" tIns="50800" rIns="50800" bIns="50800" anchor="ctr" anchorCtr="0">
              <a:noAutofit/>
            </a:bodyPr>
            <a:lstStyle/>
            <a:p>
              <a:pPr marL="0" marR="0" lvl="0" indent="0" algn="ctr" rtl="0">
                <a:lnSpc>
                  <a:spcPct val="148017"/>
                </a:lnSpc>
                <a:spcBef>
                  <a:spcPts val="0"/>
                </a:spcBef>
                <a:spcAft>
                  <a:spcPts val="0"/>
                </a:spcAft>
                <a:buClr>
                  <a:srgbClr val="000000"/>
                </a:buClr>
                <a:buSzPts val="2799"/>
                <a:buFont typeface="Arial"/>
                <a:buNone/>
              </a:pPr>
              <a:r>
                <a:rPr lang="es-GT" sz="2799" noProof="0" dirty="0"/>
                <a:t>VALIDAR ASIGNACION EN DTT, CUESTIONARIO EN UEDI</a:t>
              </a:r>
              <a:endParaRPr lang="es-GT" sz="1400" b="0" i="0" u="none" strike="noStrike" cap="none" noProof="0" dirty="0">
                <a:solidFill>
                  <a:srgbClr val="000000"/>
                </a:solidFill>
                <a:latin typeface="Arial"/>
                <a:ea typeface="Arial"/>
                <a:cs typeface="Arial"/>
                <a:sym typeface="Arial"/>
              </a:endParaRPr>
            </a:p>
          </p:txBody>
        </p:sp>
      </p:grpSp>
      <p:sp>
        <p:nvSpPr>
          <p:cNvPr id="114" name="Google Shape;114;p2">
            <a:extLst>
              <a:ext uri="{FF2B5EF4-FFF2-40B4-BE49-F238E27FC236}">
                <a16:creationId xmlns:a16="http://schemas.microsoft.com/office/drawing/2014/main" id="{E1451A15-A6B6-5B30-D1E6-8C5C2984DCF0}"/>
              </a:ext>
            </a:extLst>
          </p:cNvPr>
          <p:cNvSpPr/>
          <p:nvPr/>
        </p:nvSpPr>
        <p:spPr>
          <a:xfrm>
            <a:off x="651754" y="3429735"/>
            <a:ext cx="753892" cy="872928"/>
          </a:xfrm>
          <a:custGeom>
            <a:avLst/>
            <a:gdLst/>
            <a:ahLst/>
            <a:cxnLst/>
            <a:rect l="l" t="t" r="r" b="b"/>
            <a:pathLst>
              <a:path w="753892" h="872928" extrusionOk="0">
                <a:moveTo>
                  <a:pt x="0" y="0"/>
                </a:moveTo>
                <a:lnTo>
                  <a:pt x="753892" y="0"/>
                </a:lnTo>
                <a:lnTo>
                  <a:pt x="753892" y="872927"/>
                </a:lnTo>
                <a:lnTo>
                  <a:pt x="0" y="872927"/>
                </a:lnTo>
                <a:lnTo>
                  <a:pt x="0" y="0"/>
                </a:lnTo>
                <a:close/>
              </a:path>
            </a:pathLst>
          </a:custGeom>
          <a:blipFill rotWithShape="1">
            <a:blip r:embed="rId4">
              <a:alphaModFix/>
            </a:blip>
            <a:stretch>
              <a:fillRect/>
            </a:stretch>
          </a:blipFill>
          <a:ln>
            <a:noFill/>
          </a:ln>
        </p:spPr>
        <p:txBody>
          <a:bodyPr/>
          <a:lstStyle/>
          <a:p>
            <a:endParaRPr lang="es-GT" noProof="0" dirty="0"/>
          </a:p>
        </p:txBody>
      </p:sp>
      <p:sp>
        <p:nvSpPr>
          <p:cNvPr id="115" name="Google Shape;115;p2">
            <a:extLst>
              <a:ext uri="{FF2B5EF4-FFF2-40B4-BE49-F238E27FC236}">
                <a16:creationId xmlns:a16="http://schemas.microsoft.com/office/drawing/2014/main" id="{2C632A83-B28F-A677-68AA-7C846B6045C0}"/>
              </a:ext>
            </a:extLst>
          </p:cNvPr>
          <p:cNvSpPr txBox="1"/>
          <p:nvPr/>
        </p:nvSpPr>
        <p:spPr>
          <a:xfrm>
            <a:off x="651749" y="490900"/>
            <a:ext cx="7710301" cy="230895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15000"/>
              <a:buFont typeface="Arial"/>
              <a:buNone/>
            </a:pPr>
            <a:r>
              <a:rPr lang="es-GT" sz="15000" b="0" i="0" u="none" strike="noStrike" cap="none" noProof="0" dirty="0">
                <a:solidFill>
                  <a:srgbClr val="131416"/>
                </a:solidFill>
                <a:latin typeface="Pacifico"/>
                <a:ea typeface="Pacifico"/>
                <a:cs typeface="Pacifico"/>
                <a:sym typeface="Pacifico"/>
              </a:rPr>
              <a:t>Agenda</a:t>
            </a:r>
            <a:endParaRPr lang="es-GT" sz="1400" b="0" i="0" u="none" strike="noStrike" cap="none" noProof="0" dirty="0">
              <a:solidFill>
                <a:srgbClr val="000000"/>
              </a:solidFill>
              <a:latin typeface="Pacifico"/>
              <a:ea typeface="Pacifico"/>
              <a:cs typeface="Pacifico"/>
              <a:sym typeface="Pacifico"/>
            </a:endParaRPr>
          </a:p>
        </p:txBody>
      </p:sp>
      <p:grpSp>
        <p:nvGrpSpPr>
          <p:cNvPr id="123" name="Google Shape;123;p2">
            <a:extLst>
              <a:ext uri="{FF2B5EF4-FFF2-40B4-BE49-F238E27FC236}">
                <a16:creationId xmlns:a16="http://schemas.microsoft.com/office/drawing/2014/main" id="{B468501C-417D-7FB6-4CBD-E77E5ED7D8D2}"/>
              </a:ext>
            </a:extLst>
          </p:cNvPr>
          <p:cNvGrpSpPr/>
          <p:nvPr/>
        </p:nvGrpSpPr>
        <p:grpSpPr>
          <a:xfrm>
            <a:off x="176620" y="5444302"/>
            <a:ext cx="8476062" cy="845385"/>
            <a:chOff x="0" y="-76200"/>
            <a:chExt cx="1964221" cy="359923"/>
          </a:xfrm>
        </p:grpSpPr>
        <p:sp>
          <p:nvSpPr>
            <p:cNvPr id="124" name="Google Shape;124;p2">
              <a:extLst>
                <a:ext uri="{FF2B5EF4-FFF2-40B4-BE49-F238E27FC236}">
                  <a16:creationId xmlns:a16="http://schemas.microsoft.com/office/drawing/2014/main" id="{551CEFD1-D830-92EA-484C-D428F6386FBC}"/>
                </a:ext>
              </a:extLst>
            </p:cNvPr>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lstStyle/>
            <a:p>
              <a:endParaRPr lang="es-GT" noProof="0" dirty="0"/>
            </a:p>
          </p:txBody>
        </p:sp>
        <p:sp>
          <p:nvSpPr>
            <p:cNvPr id="125" name="Google Shape;125;p2">
              <a:extLst>
                <a:ext uri="{FF2B5EF4-FFF2-40B4-BE49-F238E27FC236}">
                  <a16:creationId xmlns:a16="http://schemas.microsoft.com/office/drawing/2014/main" id="{E449600C-6B3D-FF04-4DC8-E3AA3F17AA36}"/>
                </a:ext>
              </a:extLst>
            </p:cNvPr>
            <p:cNvSpPr txBox="1"/>
            <p:nvPr/>
          </p:nvSpPr>
          <p:spPr>
            <a:xfrm>
              <a:off x="0" y="-76200"/>
              <a:ext cx="1849921" cy="359923"/>
            </a:xfrm>
            <a:prstGeom prst="rect">
              <a:avLst/>
            </a:prstGeom>
            <a:noFill/>
            <a:ln>
              <a:noFill/>
            </a:ln>
          </p:spPr>
          <p:txBody>
            <a:bodyPr spcFirstLastPara="1" wrap="square" lIns="50800" tIns="50800" rIns="50800" bIns="50800" anchor="ctr" anchorCtr="0">
              <a:noAutofit/>
            </a:bodyPr>
            <a:lstStyle/>
            <a:p>
              <a:pPr marL="0" marR="0" lvl="0" indent="0" algn="ctr" rtl="0">
                <a:lnSpc>
                  <a:spcPct val="148017"/>
                </a:lnSpc>
                <a:spcBef>
                  <a:spcPts val="0"/>
                </a:spcBef>
                <a:spcAft>
                  <a:spcPts val="0"/>
                </a:spcAft>
                <a:buClr>
                  <a:srgbClr val="000000"/>
                </a:buClr>
                <a:buSzPts val="2799"/>
                <a:buFont typeface="Arial"/>
                <a:buNone/>
              </a:pPr>
              <a:r>
                <a:rPr lang="es-GT" sz="2799" b="0" i="0" u="none" strike="noStrike" cap="none" noProof="0" dirty="0">
                  <a:solidFill>
                    <a:srgbClr val="000000"/>
                  </a:solidFill>
                  <a:latin typeface="Arial"/>
                  <a:ea typeface="Arial"/>
                  <a:cs typeface="Arial"/>
                  <a:sym typeface="Arial"/>
                </a:rPr>
                <a:t>Definiciones y tipos de análisis.</a:t>
              </a:r>
              <a:endParaRPr lang="es-GT" sz="1400" b="0" i="0" u="none" strike="noStrike" cap="none" noProof="0" dirty="0">
                <a:solidFill>
                  <a:srgbClr val="000000"/>
                </a:solidFill>
                <a:latin typeface="Arial"/>
                <a:ea typeface="Arial"/>
                <a:cs typeface="Arial"/>
                <a:sym typeface="Arial"/>
              </a:endParaRPr>
            </a:p>
          </p:txBody>
        </p:sp>
      </p:grpSp>
      <p:grpSp>
        <p:nvGrpSpPr>
          <p:cNvPr id="126" name="Google Shape;126;p2">
            <a:extLst>
              <a:ext uri="{FF2B5EF4-FFF2-40B4-BE49-F238E27FC236}">
                <a16:creationId xmlns:a16="http://schemas.microsoft.com/office/drawing/2014/main" id="{53323094-5088-A61C-368C-D749D9AEE1FC}"/>
              </a:ext>
            </a:extLst>
          </p:cNvPr>
          <p:cNvGrpSpPr/>
          <p:nvPr/>
        </p:nvGrpSpPr>
        <p:grpSpPr>
          <a:xfrm>
            <a:off x="176619" y="6425875"/>
            <a:ext cx="10339133" cy="845385"/>
            <a:chOff x="0" y="-76200"/>
            <a:chExt cx="1964221" cy="359923"/>
          </a:xfrm>
        </p:grpSpPr>
        <p:sp>
          <p:nvSpPr>
            <p:cNvPr id="127" name="Google Shape;127;p2">
              <a:extLst>
                <a:ext uri="{FF2B5EF4-FFF2-40B4-BE49-F238E27FC236}">
                  <a16:creationId xmlns:a16="http://schemas.microsoft.com/office/drawing/2014/main" id="{E4BF26CF-5997-2FA3-B392-1473B2C3CE59}"/>
                </a:ext>
              </a:extLst>
            </p:cNvPr>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lstStyle/>
            <a:p>
              <a:endParaRPr lang="es-GT" noProof="0" dirty="0"/>
            </a:p>
          </p:txBody>
        </p:sp>
        <p:sp>
          <p:nvSpPr>
            <p:cNvPr id="128" name="Google Shape;128;p2">
              <a:extLst>
                <a:ext uri="{FF2B5EF4-FFF2-40B4-BE49-F238E27FC236}">
                  <a16:creationId xmlns:a16="http://schemas.microsoft.com/office/drawing/2014/main" id="{82A53A76-200F-E463-BAEA-5275840737EA}"/>
                </a:ext>
              </a:extLst>
            </p:cNvPr>
            <p:cNvSpPr txBox="1"/>
            <p:nvPr/>
          </p:nvSpPr>
          <p:spPr>
            <a:xfrm>
              <a:off x="0" y="-76200"/>
              <a:ext cx="1849921" cy="359923"/>
            </a:xfrm>
            <a:prstGeom prst="rect">
              <a:avLst/>
            </a:prstGeom>
            <a:noFill/>
            <a:ln>
              <a:noFill/>
            </a:ln>
          </p:spPr>
          <p:txBody>
            <a:bodyPr spcFirstLastPara="1" wrap="square" lIns="50800" tIns="50800" rIns="50800" bIns="50800" anchor="ctr" anchorCtr="0">
              <a:noAutofit/>
            </a:bodyPr>
            <a:lstStyle/>
            <a:p>
              <a:pPr marL="0" marR="0" lvl="0" indent="0" algn="ctr" rtl="0">
                <a:lnSpc>
                  <a:spcPct val="148017"/>
                </a:lnSpc>
                <a:spcBef>
                  <a:spcPts val="0"/>
                </a:spcBef>
                <a:spcAft>
                  <a:spcPts val="0"/>
                </a:spcAft>
                <a:buClr>
                  <a:srgbClr val="000000"/>
                </a:buClr>
                <a:buSzPts val="2799"/>
                <a:buFont typeface="Arial"/>
                <a:buNone/>
              </a:pPr>
              <a:r>
                <a:rPr lang="es-GT" sz="2799" b="0" i="0" u="none" strike="noStrike" cap="none" noProof="0" dirty="0">
                  <a:solidFill>
                    <a:srgbClr val="000000"/>
                  </a:solidFill>
                  <a:latin typeface="Arial"/>
                  <a:ea typeface="Arial"/>
                  <a:cs typeface="Arial"/>
                  <a:sym typeface="Arial"/>
                </a:rPr>
                <a:t>Técnicas utilizadas, modelos estadísticos.</a:t>
              </a:r>
              <a:endParaRPr lang="es-GT" sz="1400" b="0" i="0" u="none" strike="noStrike" cap="none" noProof="0" dirty="0">
                <a:solidFill>
                  <a:srgbClr val="000000"/>
                </a:solidFill>
                <a:latin typeface="Arial"/>
                <a:ea typeface="Arial"/>
                <a:cs typeface="Arial"/>
                <a:sym typeface="Arial"/>
              </a:endParaRPr>
            </a:p>
          </p:txBody>
        </p:sp>
      </p:grpSp>
      <p:grpSp>
        <p:nvGrpSpPr>
          <p:cNvPr id="129" name="Google Shape;129;p2">
            <a:extLst>
              <a:ext uri="{FF2B5EF4-FFF2-40B4-BE49-F238E27FC236}">
                <a16:creationId xmlns:a16="http://schemas.microsoft.com/office/drawing/2014/main" id="{0D431291-A3E6-A6C3-25E0-549177620B92}"/>
              </a:ext>
            </a:extLst>
          </p:cNvPr>
          <p:cNvGrpSpPr/>
          <p:nvPr/>
        </p:nvGrpSpPr>
        <p:grpSpPr>
          <a:xfrm>
            <a:off x="176619" y="7349457"/>
            <a:ext cx="9076563" cy="845385"/>
            <a:chOff x="0" y="-76200"/>
            <a:chExt cx="1964221" cy="359923"/>
          </a:xfrm>
        </p:grpSpPr>
        <p:sp>
          <p:nvSpPr>
            <p:cNvPr id="130" name="Google Shape;130;p2">
              <a:extLst>
                <a:ext uri="{FF2B5EF4-FFF2-40B4-BE49-F238E27FC236}">
                  <a16:creationId xmlns:a16="http://schemas.microsoft.com/office/drawing/2014/main" id="{7FCEBC9B-1B88-76C5-6031-60FCDC5F2B60}"/>
                </a:ext>
              </a:extLst>
            </p:cNvPr>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lstStyle/>
            <a:p>
              <a:endParaRPr lang="es-GT" noProof="0" dirty="0"/>
            </a:p>
          </p:txBody>
        </p:sp>
        <p:sp>
          <p:nvSpPr>
            <p:cNvPr id="131" name="Google Shape;131;p2">
              <a:extLst>
                <a:ext uri="{FF2B5EF4-FFF2-40B4-BE49-F238E27FC236}">
                  <a16:creationId xmlns:a16="http://schemas.microsoft.com/office/drawing/2014/main" id="{335B3757-9CBA-3CCB-3B17-C000FADBE48E}"/>
                </a:ext>
              </a:extLst>
            </p:cNvPr>
            <p:cNvSpPr txBox="1"/>
            <p:nvPr/>
          </p:nvSpPr>
          <p:spPr>
            <a:xfrm>
              <a:off x="0" y="-76200"/>
              <a:ext cx="1849921" cy="359923"/>
            </a:xfrm>
            <a:prstGeom prst="rect">
              <a:avLst/>
            </a:prstGeom>
            <a:noFill/>
            <a:ln>
              <a:noFill/>
            </a:ln>
          </p:spPr>
          <p:txBody>
            <a:bodyPr spcFirstLastPara="1" wrap="square" lIns="50800" tIns="50800" rIns="50800" bIns="50800" anchor="ctr" anchorCtr="0">
              <a:noAutofit/>
            </a:bodyPr>
            <a:lstStyle/>
            <a:p>
              <a:pPr marL="0" marR="0" lvl="0" indent="0" algn="ctr" rtl="0">
                <a:lnSpc>
                  <a:spcPct val="148017"/>
                </a:lnSpc>
                <a:spcBef>
                  <a:spcPts val="0"/>
                </a:spcBef>
                <a:spcAft>
                  <a:spcPts val="0"/>
                </a:spcAft>
                <a:buClr>
                  <a:srgbClr val="000000"/>
                </a:buClr>
                <a:buSzPts val="2799"/>
                <a:buFont typeface="Arial"/>
                <a:buNone/>
              </a:pPr>
              <a:r>
                <a:rPr lang="es-GT" sz="2799" b="0" i="0" u="none" strike="noStrike" cap="none" noProof="0" dirty="0">
                  <a:solidFill>
                    <a:srgbClr val="000000"/>
                  </a:solidFill>
                  <a:latin typeface="Arial"/>
                  <a:ea typeface="Arial"/>
                  <a:cs typeface="Arial"/>
                  <a:sym typeface="Arial"/>
                </a:rPr>
                <a:t>Desafíos y técnicas de integración.</a:t>
              </a:r>
              <a:endParaRPr lang="es-GT" sz="1400" b="0" i="0" u="none" strike="noStrike" cap="none" noProof="0" dirty="0">
                <a:solidFill>
                  <a:srgbClr val="000000"/>
                </a:solidFill>
                <a:latin typeface="Arial"/>
                <a:ea typeface="Arial"/>
                <a:cs typeface="Arial"/>
                <a:sym typeface="Arial"/>
              </a:endParaRPr>
            </a:p>
          </p:txBody>
        </p:sp>
      </p:grpSp>
      <p:grpSp>
        <p:nvGrpSpPr>
          <p:cNvPr id="132" name="Google Shape;132;p2">
            <a:extLst>
              <a:ext uri="{FF2B5EF4-FFF2-40B4-BE49-F238E27FC236}">
                <a16:creationId xmlns:a16="http://schemas.microsoft.com/office/drawing/2014/main" id="{DB5E6682-E5FF-45B0-CB25-5CB6D77E89DE}"/>
              </a:ext>
            </a:extLst>
          </p:cNvPr>
          <p:cNvGrpSpPr/>
          <p:nvPr/>
        </p:nvGrpSpPr>
        <p:grpSpPr>
          <a:xfrm>
            <a:off x="176619" y="8412915"/>
            <a:ext cx="8967381" cy="845385"/>
            <a:chOff x="0" y="-76200"/>
            <a:chExt cx="1964221" cy="359923"/>
          </a:xfrm>
        </p:grpSpPr>
        <p:sp>
          <p:nvSpPr>
            <p:cNvPr id="133" name="Google Shape;133;p2">
              <a:extLst>
                <a:ext uri="{FF2B5EF4-FFF2-40B4-BE49-F238E27FC236}">
                  <a16:creationId xmlns:a16="http://schemas.microsoft.com/office/drawing/2014/main" id="{246787CE-62D3-9284-0B4D-91FC91B50325}"/>
                </a:ext>
              </a:extLst>
            </p:cNvPr>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lstStyle/>
            <a:p>
              <a:endParaRPr lang="es-GT" noProof="0" dirty="0"/>
            </a:p>
          </p:txBody>
        </p:sp>
        <p:sp>
          <p:nvSpPr>
            <p:cNvPr id="134" name="Google Shape;134;p2">
              <a:extLst>
                <a:ext uri="{FF2B5EF4-FFF2-40B4-BE49-F238E27FC236}">
                  <a16:creationId xmlns:a16="http://schemas.microsoft.com/office/drawing/2014/main" id="{F2C59059-7CEB-A57E-D329-0ADE24C17DB4}"/>
                </a:ext>
              </a:extLst>
            </p:cNvPr>
            <p:cNvSpPr txBox="1"/>
            <p:nvPr/>
          </p:nvSpPr>
          <p:spPr>
            <a:xfrm>
              <a:off x="0" y="-76200"/>
              <a:ext cx="1849921" cy="359923"/>
            </a:xfrm>
            <a:prstGeom prst="rect">
              <a:avLst/>
            </a:prstGeom>
            <a:noFill/>
            <a:ln>
              <a:noFill/>
            </a:ln>
          </p:spPr>
          <p:txBody>
            <a:bodyPr spcFirstLastPara="1" wrap="square" lIns="50800" tIns="50800" rIns="50800" bIns="50800" anchor="ctr" anchorCtr="0">
              <a:noAutofit/>
            </a:bodyPr>
            <a:lstStyle/>
            <a:p>
              <a:pPr marL="0" marR="0" lvl="0" indent="0" algn="ctr" rtl="0">
                <a:lnSpc>
                  <a:spcPct val="148017"/>
                </a:lnSpc>
                <a:spcBef>
                  <a:spcPts val="0"/>
                </a:spcBef>
                <a:spcAft>
                  <a:spcPts val="0"/>
                </a:spcAft>
                <a:buClr>
                  <a:srgbClr val="000000"/>
                </a:buClr>
                <a:buSzPts val="2799"/>
                <a:buFont typeface="Arial"/>
                <a:buNone/>
              </a:pPr>
              <a:r>
                <a:rPr lang="es-GT" sz="2799" b="0" i="0" u="none" strike="noStrike" cap="none" noProof="0" dirty="0">
                  <a:solidFill>
                    <a:srgbClr val="000000"/>
                  </a:solidFill>
                  <a:latin typeface="Arial"/>
                  <a:ea typeface="Arial"/>
                  <a:cs typeface="Arial"/>
                  <a:sym typeface="Arial"/>
                </a:rPr>
                <a:t>Importancia UIX y personalización.</a:t>
              </a:r>
              <a:endParaRPr lang="es-GT" sz="1400" b="0" i="0" u="none" strike="noStrike" cap="none" noProof="0" dirty="0">
                <a:solidFill>
                  <a:srgbClr val="000000"/>
                </a:solidFill>
                <a:latin typeface="Arial"/>
                <a:ea typeface="Arial"/>
                <a:cs typeface="Arial"/>
                <a:sym typeface="Arial"/>
              </a:endParaRPr>
            </a:p>
          </p:txBody>
        </p:sp>
      </p:grpSp>
      <p:sp>
        <p:nvSpPr>
          <p:cNvPr id="135" name="Google Shape;135;p2">
            <a:extLst>
              <a:ext uri="{FF2B5EF4-FFF2-40B4-BE49-F238E27FC236}">
                <a16:creationId xmlns:a16="http://schemas.microsoft.com/office/drawing/2014/main" id="{117890D5-6865-C153-1D5B-4488FF90B949}"/>
              </a:ext>
            </a:extLst>
          </p:cNvPr>
          <p:cNvSpPr/>
          <p:nvPr/>
        </p:nvSpPr>
        <p:spPr>
          <a:xfrm>
            <a:off x="878654" y="5623280"/>
            <a:ext cx="453358" cy="550094"/>
          </a:xfrm>
          <a:custGeom>
            <a:avLst/>
            <a:gdLst/>
            <a:ahLst/>
            <a:cxnLst/>
            <a:rect l="l" t="t" r="r" b="b"/>
            <a:pathLst>
              <a:path w="453358" h="550094" extrusionOk="0">
                <a:moveTo>
                  <a:pt x="0" y="0"/>
                </a:moveTo>
                <a:lnTo>
                  <a:pt x="453359" y="0"/>
                </a:lnTo>
                <a:lnTo>
                  <a:pt x="453359" y="550094"/>
                </a:lnTo>
                <a:lnTo>
                  <a:pt x="0" y="550094"/>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136" name="Google Shape;136;p2">
            <a:extLst>
              <a:ext uri="{FF2B5EF4-FFF2-40B4-BE49-F238E27FC236}">
                <a16:creationId xmlns:a16="http://schemas.microsoft.com/office/drawing/2014/main" id="{588B8DD1-6234-9642-D2E3-42BE23353F51}"/>
              </a:ext>
            </a:extLst>
          </p:cNvPr>
          <p:cNvSpPr/>
          <p:nvPr/>
        </p:nvSpPr>
        <p:spPr>
          <a:xfrm>
            <a:off x="878654" y="6604853"/>
            <a:ext cx="453358" cy="550094"/>
          </a:xfrm>
          <a:custGeom>
            <a:avLst/>
            <a:gdLst/>
            <a:ahLst/>
            <a:cxnLst/>
            <a:rect l="l" t="t" r="r" b="b"/>
            <a:pathLst>
              <a:path w="453358" h="550094" extrusionOk="0">
                <a:moveTo>
                  <a:pt x="0" y="0"/>
                </a:moveTo>
                <a:lnTo>
                  <a:pt x="453359" y="0"/>
                </a:lnTo>
                <a:lnTo>
                  <a:pt x="453359" y="550094"/>
                </a:lnTo>
                <a:lnTo>
                  <a:pt x="0" y="550094"/>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137" name="Google Shape;137;p2">
            <a:extLst>
              <a:ext uri="{FF2B5EF4-FFF2-40B4-BE49-F238E27FC236}">
                <a16:creationId xmlns:a16="http://schemas.microsoft.com/office/drawing/2014/main" id="{4A9D38F8-AB02-A722-363B-E6B634357B54}"/>
              </a:ext>
            </a:extLst>
          </p:cNvPr>
          <p:cNvSpPr/>
          <p:nvPr/>
        </p:nvSpPr>
        <p:spPr>
          <a:xfrm>
            <a:off x="878654" y="7604635"/>
            <a:ext cx="453358" cy="550094"/>
          </a:xfrm>
          <a:custGeom>
            <a:avLst/>
            <a:gdLst/>
            <a:ahLst/>
            <a:cxnLst/>
            <a:rect l="l" t="t" r="r" b="b"/>
            <a:pathLst>
              <a:path w="453358" h="550094" extrusionOk="0">
                <a:moveTo>
                  <a:pt x="0" y="0"/>
                </a:moveTo>
                <a:lnTo>
                  <a:pt x="453359" y="0"/>
                </a:lnTo>
                <a:lnTo>
                  <a:pt x="453359" y="550094"/>
                </a:lnTo>
                <a:lnTo>
                  <a:pt x="0" y="550094"/>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138" name="Google Shape;138;p2">
            <a:extLst>
              <a:ext uri="{FF2B5EF4-FFF2-40B4-BE49-F238E27FC236}">
                <a16:creationId xmlns:a16="http://schemas.microsoft.com/office/drawing/2014/main" id="{786E12C8-A6D3-11AC-6C0A-F65C1D69D4D4}"/>
              </a:ext>
            </a:extLst>
          </p:cNvPr>
          <p:cNvSpPr/>
          <p:nvPr/>
        </p:nvSpPr>
        <p:spPr>
          <a:xfrm>
            <a:off x="878654" y="8605540"/>
            <a:ext cx="453358" cy="550094"/>
          </a:xfrm>
          <a:custGeom>
            <a:avLst/>
            <a:gdLst/>
            <a:ahLst/>
            <a:cxnLst/>
            <a:rect l="l" t="t" r="r" b="b"/>
            <a:pathLst>
              <a:path w="453358" h="550094" extrusionOk="0">
                <a:moveTo>
                  <a:pt x="0" y="0"/>
                </a:moveTo>
                <a:lnTo>
                  <a:pt x="453359" y="0"/>
                </a:lnTo>
                <a:lnTo>
                  <a:pt x="453359" y="550095"/>
                </a:lnTo>
                <a:lnTo>
                  <a:pt x="0" y="550095"/>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139" name="Google Shape;139;p2">
            <a:extLst>
              <a:ext uri="{FF2B5EF4-FFF2-40B4-BE49-F238E27FC236}">
                <a16:creationId xmlns:a16="http://schemas.microsoft.com/office/drawing/2014/main" id="{CE9714D0-89F3-3117-38D3-D9CF94D6F3DB}"/>
              </a:ext>
            </a:extLst>
          </p:cNvPr>
          <p:cNvSpPr/>
          <p:nvPr/>
        </p:nvSpPr>
        <p:spPr>
          <a:xfrm>
            <a:off x="13865393" y="6938056"/>
            <a:ext cx="3543953" cy="3069498"/>
          </a:xfrm>
          <a:custGeom>
            <a:avLst/>
            <a:gdLst/>
            <a:ahLst/>
            <a:cxnLst/>
            <a:rect l="l" t="t" r="r" b="b"/>
            <a:pathLst>
              <a:path w="4626468" h="4575998" extrusionOk="0">
                <a:moveTo>
                  <a:pt x="0" y="0"/>
                </a:moveTo>
                <a:lnTo>
                  <a:pt x="4626468" y="0"/>
                </a:lnTo>
                <a:lnTo>
                  <a:pt x="4626468" y="4575997"/>
                </a:lnTo>
                <a:lnTo>
                  <a:pt x="0" y="4575997"/>
                </a:lnTo>
                <a:lnTo>
                  <a:pt x="0" y="0"/>
                </a:lnTo>
                <a:close/>
              </a:path>
            </a:pathLst>
          </a:custGeom>
          <a:blipFill rotWithShape="1">
            <a:blip r:embed="rId5">
              <a:alphaModFix/>
            </a:blip>
            <a:stretch>
              <a:fillRect/>
            </a:stretch>
          </a:blipFill>
          <a:ln>
            <a:noFill/>
          </a:ln>
        </p:spPr>
        <p:txBody>
          <a:bodyPr/>
          <a:lstStyle/>
          <a:p>
            <a:endParaRPr lang="es-GT" noProof="0" dirty="0"/>
          </a:p>
        </p:txBody>
      </p:sp>
    </p:spTree>
    <p:extLst>
      <p:ext uri="{BB962C8B-B14F-4D97-AF65-F5344CB8AC3E}">
        <p14:creationId xmlns:p14="http://schemas.microsoft.com/office/powerpoint/2010/main" val="19867407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6">
          <a:extLst>
            <a:ext uri="{FF2B5EF4-FFF2-40B4-BE49-F238E27FC236}">
              <a16:creationId xmlns:a16="http://schemas.microsoft.com/office/drawing/2014/main" id="{F63A94D0-03BA-C5E3-F78E-8B938B9F971E}"/>
            </a:ext>
          </a:extLst>
        </p:cNvPr>
        <p:cNvGrpSpPr/>
        <p:nvPr/>
      </p:nvGrpSpPr>
      <p:grpSpPr>
        <a:xfrm>
          <a:off x="0" y="0"/>
          <a:ext cx="0" cy="0"/>
          <a:chOff x="0" y="0"/>
          <a:chExt cx="0" cy="0"/>
        </a:xfrm>
      </p:grpSpPr>
      <p:grpSp>
        <p:nvGrpSpPr>
          <p:cNvPr id="107" name="Google Shape;107;p2">
            <a:extLst>
              <a:ext uri="{FF2B5EF4-FFF2-40B4-BE49-F238E27FC236}">
                <a16:creationId xmlns:a16="http://schemas.microsoft.com/office/drawing/2014/main" id="{C846FC4D-70FE-2B22-69E0-8B3E6F74E54F}"/>
              </a:ext>
            </a:extLst>
          </p:cNvPr>
          <p:cNvGrpSpPr/>
          <p:nvPr/>
        </p:nvGrpSpPr>
        <p:grpSpPr>
          <a:xfrm>
            <a:off x="176619" y="4520484"/>
            <a:ext cx="9253984" cy="845385"/>
            <a:chOff x="0" y="-76200"/>
            <a:chExt cx="1964221" cy="359923"/>
          </a:xfrm>
        </p:grpSpPr>
        <p:sp>
          <p:nvSpPr>
            <p:cNvPr id="108" name="Google Shape;108;p2">
              <a:extLst>
                <a:ext uri="{FF2B5EF4-FFF2-40B4-BE49-F238E27FC236}">
                  <a16:creationId xmlns:a16="http://schemas.microsoft.com/office/drawing/2014/main" id="{120E73C7-D832-F9D4-ED6D-F9BFCD51C225}"/>
                </a:ext>
              </a:extLst>
            </p:cNvPr>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lstStyle/>
            <a:p>
              <a:endParaRPr lang="es-GT" noProof="0" dirty="0"/>
            </a:p>
          </p:txBody>
        </p:sp>
        <p:sp>
          <p:nvSpPr>
            <p:cNvPr id="109" name="Google Shape;109;p2">
              <a:extLst>
                <a:ext uri="{FF2B5EF4-FFF2-40B4-BE49-F238E27FC236}">
                  <a16:creationId xmlns:a16="http://schemas.microsoft.com/office/drawing/2014/main" id="{E46980BD-2561-3DB6-402C-B8186D6E0CAA}"/>
                </a:ext>
              </a:extLst>
            </p:cNvPr>
            <p:cNvSpPr txBox="1"/>
            <p:nvPr/>
          </p:nvSpPr>
          <p:spPr>
            <a:xfrm>
              <a:off x="0" y="-76200"/>
              <a:ext cx="1849921" cy="359923"/>
            </a:xfrm>
            <a:prstGeom prst="rect">
              <a:avLst/>
            </a:prstGeom>
            <a:noFill/>
            <a:ln>
              <a:noFill/>
            </a:ln>
          </p:spPr>
          <p:txBody>
            <a:bodyPr spcFirstLastPara="1" wrap="square" lIns="50800" tIns="50800" rIns="50800" bIns="50800" anchor="ctr" anchorCtr="0">
              <a:noAutofit/>
            </a:bodyPr>
            <a:lstStyle/>
            <a:p>
              <a:pPr marL="0" marR="0" lvl="0" indent="0" algn="ctr" rtl="0">
                <a:lnSpc>
                  <a:spcPct val="148017"/>
                </a:lnSpc>
                <a:spcBef>
                  <a:spcPts val="0"/>
                </a:spcBef>
                <a:spcAft>
                  <a:spcPts val="0"/>
                </a:spcAft>
                <a:buClr>
                  <a:srgbClr val="000000"/>
                </a:buClr>
                <a:buSzPts val="2799"/>
                <a:buFont typeface="Arial"/>
                <a:buNone/>
              </a:pPr>
              <a:r>
                <a:rPr lang="es-GT" sz="2799" b="0" i="0" u="none" strike="noStrike" cap="none" noProof="0" dirty="0">
                  <a:solidFill>
                    <a:srgbClr val="000000"/>
                  </a:solidFill>
                  <a:latin typeface="Arial"/>
                  <a:ea typeface="Arial"/>
                  <a:cs typeface="Arial"/>
                  <a:sym typeface="Arial"/>
                </a:rPr>
                <a:t>Nuevas tendencias e integraciones.</a:t>
              </a:r>
              <a:endParaRPr lang="es-GT" sz="1400" b="0" i="0" u="none" strike="noStrike" cap="none" noProof="0" dirty="0">
                <a:solidFill>
                  <a:srgbClr val="000000"/>
                </a:solidFill>
                <a:latin typeface="Arial"/>
                <a:ea typeface="Arial"/>
                <a:cs typeface="Arial"/>
                <a:sym typeface="Arial"/>
              </a:endParaRPr>
            </a:p>
          </p:txBody>
        </p:sp>
      </p:grpSp>
      <p:sp>
        <p:nvSpPr>
          <p:cNvPr id="110" name="Google Shape;110;p2">
            <a:extLst>
              <a:ext uri="{FF2B5EF4-FFF2-40B4-BE49-F238E27FC236}">
                <a16:creationId xmlns:a16="http://schemas.microsoft.com/office/drawing/2014/main" id="{797F525B-A8C8-EA9B-22C4-4EE7E5FE1555}"/>
              </a:ext>
            </a:extLst>
          </p:cNvPr>
          <p:cNvSpPr/>
          <p:nvPr/>
        </p:nvSpPr>
        <p:spPr>
          <a:xfrm>
            <a:off x="878654" y="4740441"/>
            <a:ext cx="453358" cy="550094"/>
          </a:xfrm>
          <a:custGeom>
            <a:avLst/>
            <a:gdLst/>
            <a:ahLst/>
            <a:cxnLst/>
            <a:rect l="l" t="t" r="r" b="b"/>
            <a:pathLst>
              <a:path w="453358" h="550094" extrusionOk="0">
                <a:moveTo>
                  <a:pt x="0" y="0"/>
                </a:moveTo>
                <a:lnTo>
                  <a:pt x="453359" y="0"/>
                </a:lnTo>
                <a:lnTo>
                  <a:pt x="453359" y="550094"/>
                </a:lnTo>
                <a:lnTo>
                  <a:pt x="0" y="550094"/>
                </a:lnTo>
                <a:lnTo>
                  <a:pt x="0" y="0"/>
                </a:lnTo>
                <a:close/>
              </a:path>
            </a:pathLst>
          </a:custGeom>
          <a:blipFill rotWithShape="1">
            <a:blip r:embed="rId3">
              <a:alphaModFix/>
            </a:blip>
            <a:stretch>
              <a:fillRect/>
            </a:stretch>
          </a:blipFill>
          <a:ln>
            <a:noFill/>
          </a:ln>
        </p:spPr>
        <p:txBody>
          <a:bodyPr/>
          <a:lstStyle/>
          <a:p>
            <a:endParaRPr lang="es-GT" noProof="0" dirty="0"/>
          </a:p>
        </p:txBody>
      </p:sp>
      <p:grpSp>
        <p:nvGrpSpPr>
          <p:cNvPr id="111" name="Google Shape;111;p2">
            <a:extLst>
              <a:ext uri="{FF2B5EF4-FFF2-40B4-BE49-F238E27FC236}">
                <a16:creationId xmlns:a16="http://schemas.microsoft.com/office/drawing/2014/main" id="{95068702-7151-0D44-27DB-DFFB6A5F79D1}"/>
              </a:ext>
            </a:extLst>
          </p:cNvPr>
          <p:cNvGrpSpPr/>
          <p:nvPr/>
        </p:nvGrpSpPr>
        <p:grpSpPr>
          <a:xfrm>
            <a:off x="1866988" y="3013983"/>
            <a:ext cx="6376259" cy="1556484"/>
            <a:chOff x="0" y="-76200"/>
            <a:chExt cx="1083836" cy="409938"/>
          </a:xfrm>
        </p:grpSpPr>
        <p:sp>
          <p:nvSpPr>
            <p:cNvPr id="112" name="Google Shape;112;p2">
              <a:extLst>
                <a:ext uri="{FF2B5EF4-FFF2-40B4-BE49-F238E27FC236}">
                  <a16:creationId xmlns:a16="http://schemas.microsoft.com/office/drawing/2014/main" id="{1F8DC650-AADC-E41E-F5F3-04084D26F26C}"/>
                </a:ext>
              </a:extLst>
            </p:cNvPr>
            <p:cNvSpPr/>
            <p:nvPr/>
          </p:nvSpPr>
          <p:spPr>
            <a:xfrm>
              <a:off x="0" y="0"/>
              <a:ext cx="1083836" cy="333738"/>
            </a:xfrm>
            <a:custGeom>
              <a:avLst/>
              <a:gdLst/>
              <a:ahLst/>
              <a:cxnLst/>
              <a:rect l="l" t="t" r="r" b="b"/>
              <a:pathLst>
                <a:path w="1083836" h="333738" extrusionOk="0">
                  <a:moveTo>
                    <a:pt x="880636" y="0"/>
                  </a:moveTo>
                  <a:lnTo>
                    <a:pt x="0" y="0"/>
                  </a:lnTo>
                  <a:lnTo>
                    <a:pt x="0" y="333738"/>
                  </a:lnTo>
                  <a:lnTo>
                    <a:pt x="880636" y="333738"/>
                  </a:lnTo>
                  <a:lnTo>
                    <a:pt x="1083836" y="166869"/>
                  </a:lnTo>
                  <a:lnTo>
                    <a:pt x="880636" y="0"/>
                  </a:lnTo>
                  <a:close/>
                </a:path>
              </a:pathLst>
            </a:custGeom>
            <a:solidFill>
              <a:srgbClr val="FFFFFF"/>
            </a:solidFill>
            <a:ln>
              <a:noFill/>
            </a:ln>
          </p:spPr>
          <p:txBody>
            <a:bodyPr/>
            <a:lstStyle/>
            <a:p>
              <a:endParaRPr lang="es-GT" noProof="0" dirty="0"/>
            </a:p>
          </p:txBody>
        </p:sp>
        <p:sp>
          <p:nvSpPr>
            <p:cNvPr id="113" name="Google Shape;113;p2">
              <a:extLst>
                <a:ext uri="{FF2B5EF4-FFF2-40B4-BE49-F238E27FC236}">
                  <a16:creationId xmlns:a16="http://schemas.microsoft.com/office/drawing/2014/main" id="{162D258B-FCC5-4E79-09AF-84345818A7DF}"/>
                </a:ext>
              </a:extLst>
            </p:cNvPr>
            <p:cNvSpPr txBox="1"/>
            <p:nvPr/>
          </p:nvSpPr>
          <p:spPr>
            <a:xfrm>
              <a:off x="0" y="-76200"/>
              <a:ext cx="969536" cy="409938"/>
            </a:xfrm>
            <a:prstGeom prst="rect">
              <a:avLst/>
            </a:prstGeom>
            <a:noFill/>
            <a:ln>
              <a:noFill/>
            </a:ln>
          </p:spPr>
          <p:txBody>
            <a:bodyPr spcFirstLastPara="1" wrap="square" lIns="50800" tIns="50800" rIns="50800" bIns="50800" anchor="ctr" anchorCtr="0">
              <a:noAutofit/>
            </a:bodyPr>
            <a:lstStyle/>
            <a:p>
              <a:pPr marL="0" marR="0" lvl="0" indent="0" algn="ctr" rtl="0">
                <a:lnSpc>
                  <a:spcPct val="148017"/>
                </a:lnSpc>
                <a:spcBef>
                  <a:spcPts val="0"/>
                </a:spcBef>
                <a:spcAft>
                  <a:spcPts val="0"/>
                </a:spcAft>
                <a:buClr>
                  <a:srgbClr val="000000"/>
                </a:buClr>
                <a:buSzPts val="2799"/>
                <a:buFont typeface="Arial"/>
                <a:buNone/>
              </a:pPr>
              <a:r>
                <a:rPr lang="es-GT" sz="2799" noProof="0" dirty="0"/>
                <a:t>VALIDAR ASIGNACION EN DTT, CUESTIONARIO EN UEDI</a:t>
              </a:r>
              <a:endParaRPr lang="es-GT" sz="1400" b="0" i="0" u="none" strike="noStrike" cap="none" noProof="0" dirty="0">
                <a:solidFill>
                  <a:srgbClr val="000000"/>
                </a:solidFill>
                <a:latin typeface="Arial"/>
                <a:ea typeface="Arial"/>
                <a:cs typeface="Arial"/>
                <a:sym typeface="Arial"/>
              </a:endParaRPr>
            </a:p>
          </p:txBody>
        </p:sp>
      </p:grpSp>
      <p:sp>
        <p:nvSpPr>
          <p:cNvPr id="114" name="Google Shape;114;p2">
            <a:extLst>
              <a:ext uri="{FF2B5EF4-FFF2-40B4-BE49-F238E27FC236}">
                <a16:creationId xmlns:a16="http://schemas.microsoft.com/office/drawing/2014/main" id="{A72AC896-97E1-040F-EE87-E711FF6B6706}"/>
              </a:ext>
            </a:extLst>
          </p:cNvPr>
          <p:cNvSpPr/>
          <p:nvPr/>
        </p:nvSpPr>
        <p:spPr>
          <a:xfrm>
            <a:off x="651754" y="3429735"/>
            <a:ext cx="753892" cy="872928"/>
          </a:xfrm>
          <a:custGeom>
            <a:avLst/>
            <a:gdLst/>
            <a:ahLst/>
            <a:cxnLst/>
            <a:rect l="l" t="t" r="r" b="b"/>
            <a:pathLst>
              <a:path w="753892" h="872928" extrusionOk="0">
                <a:moveTo>
                  <a:pt x="0" y="0"/>
                </a:moveTo>
                <a:lnTo>
                  <a:pt x="753892" y="0"/>
                </a:lnTo>
                <a:lnTo>
                  <a:pt x="753892" y="872927"/>
                </a:lnTo>
                <a:lnTo>
                  <a:pt x="0" y="872927"/>
                </a:lnTo>
                <a:lnTo>
                  <a:pt x="0" y="0"/>
                </a:lnTo>
                <a:close/>
              </a:path>
            </a:pathLst>
          </a:custGeom>
          <a:blipFill rotWithShape="1">
            <a:blip r:embed="rId4">
              <a:alphaModFix/>
            </a:blip>
            <a:stretch>
              <a:fillRect/>
            </a:stretch>
          </a:blipFill>
          <a:ln>
            <a:noFill/>
          </a:ln>
        </p:spPr>
        <p:txBody>
          <a:bodyPr/>
          <a:lstStyle/>
          <a:p>
            <a:endParaRPr lang="es-GT" noProof="0" dirty="0"/>
          </a:p>
        </p:txBody>
      </p:sp>
      <p:sp>
        <p:nvSpPr>
          <p:cNvPr id="115" name="Google Shape;115;p2">
            <a:extLst>
              <a:ext uri="{FF2B5EF4-FFF2-40B4-BE49-F238E27FC236}">
                <a16:creationId xmlns:a16="http://schemas.microsoft.com/office/drawing/2014/main" id="{FE63484A-1E57-3BF6-A0A7-9DD79BAD06FF}"/>
              </a:ext>
            </a:extLst>
          </p:cNvPr>
          <p:cNvSpPr txBox="1"/>
          <p:nvPr/>
        </p:nvSpPr>
        <p:spPr>
          <a:xfrm>
            <a:off x="651749" y="490900"/>
            <a:ext cx="7710301" cy="230895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Clr>
                <a:srgbClr val="000000"/>
              </a:buClr>
              <a:buSzPts val="15000"/>
              <a:buFont typeface="Arial"/>
              <a:buNone/>
            </a:pPr>
            <a:r>
              <a:rPr lang="es-GT" sz="15000" b="0" i="0" u="none" strike="noStrike" cap="none" noProof="0" dirty="0">
                <a:solidFill>
                  <a:srgbClr val="131416"/>
                </a:solidFill>
                <a:latin typeface="Pacifico"/>
                <a:ea typeface="Pacifico"/>
                <a:cs typeface="Pacifico"/>
                <a:sym typeface="Pacifico"/>
              </a:rPr>
              <a:t>Agenda</a:t>
            </a:r>
            <a:endParaRPr lang="es-GT" sz="1400" b="0" i="0" u="none" strike="noStrike" cap="none" noProof="0" dirty="0">
              <a:solidFill>
                <a:srgbClr val="000000"/>
              </a:solidFill>
              <a:latin typeface="Pacifico"/>
              <a:ea typeface="Pacifico"/>
              <a:cs typeface="Pacifico"/>
              <a:sym typeface="Pacifico"/>
            </a:endParaRPr>
          </a:p>
        </p:txBody>
      </p:sp>
      <p:sp>
        <p:nvSpPr>
          <p:cNvPr id="118" name="Google Shape;118;p2">
            <a:extLst>
              <a:ext uri="{FF2B5EF4-FFF2-40B4-BE49-F238E27FC236}">
                <a16:creationId xmlns:a16="http://schemas.microsoft.com/office/drawing/2014/main" id="{375775A5-2C93-08B2-B56F-E5BC94BE935C}"/>
              </a:ext>
            </a:extLst>
          </p:cNvPr>
          <p:cNvSpPr/>
          <p:nvPr/>
        </p:nvSpPr>
        <p:spPr>
          <a:xfrm>
            <a:off x="11739805" y="3232617"/>
            <a:ext cx="5353646" cy="1267162"/>
          </a:xfrm>
          <a:custGeom>
            <a:avLst/>
            <a:gdLst/>
            <a:ahLst/>
            <a:cxnLst/>
            <a:rect l="l" t="t" r="r" b="b"/>
            <a:pathLst>
              <a:path w="1410014" h="333738" extrusionOk="0">
                <a:moveTo>
                  <a:pt x="1206814" y="0"/>
                </a:moveTo>
                <a:lnTo>
                  <a:pt x="0" y="0"/>
                </a:lnTo>
                <a:lnTo>
                  <a:pt x="0" y="333738"/>
                </a:lnTo>
                <a:lnTo>
                  <a:pt x="1206814" y="333738"/>
                </a:lnTo>
                <a:lnTo>
                  <a:pt x="1410014" y="166869"/>
                </a:lnTo>
                <a:lnTo>
                  <a:pt x="1206814" y="0"/>
                </a:lnTo>
                <a:close/>
              </a:path>
            </a:pathLst>
          </a:custGeom>
          <a:solidFill>
            <a:srgbClr val="FFFFFF"/>
          </a:solidFill>
          <a:ln>
            <a:noFill/>
          </a:ln>
        </p:spPr>
        <p:txBody>
          <a:bodyPr/>
          <a:lstStyle/>
          <a:p>
            <a:endParaRPr lang="es-GT" noProof="0" dirty="0"/>
          </a:p>
        </p:txBody>
      </p:sp>
      <p:sp>
        <p:nvSpPr>
          <p:cNvPr id="121" name="Google Shape;121;p2">
            <a:extLst>
              <a:ext uri="{FF2B5EF4-FFF2-40B4-BE49-F238E27FC236}">
                <a16:creationId xmlns:a16="http://schemas.microsoft.com/office/drawing/2014/main" id="{8180510E-222D-A5F1-D254-B531C38F345F}"/>
              </a:ext>
            </a:extLst>
          </p:cNvPr>
          <p:cNvSpPr/>
          <p:nvPr/>
        </p:nvSpPr>
        <p:spPr>
          <a:xfrm>
            <a:off x="11739805" y="5032666"/>
            <a:ext cx="5353646" cy="1267162"/>
          </a:xfrm>
          <a:custGeom>
            <a:avLst/>
            <a:gdLst/>
            <a:ahLst/>
            <a:cxnLst/>
            <a:rect l="l" t="t" r="r" b="b"/>
            <a:pathLst>
              <a:path w="1410014" h="333738" extrusionOk="0">
                <a:moveTo>
                  <a:pt x="1206814" y="0"/>
                </a:moveTo>
                <a:lnTo>
                  <a:pt x="0" y="0"/>
                </a:lnTo>
                <a:lnTo>
                  <a:pt x="0" y="333738"/>
                </a:lnTo>
                <a:lnTo>
                  <a:pt x="1206814" y="333738"/>
                </a:lnTo>
                <a:lnTo>
                  <a:pt x="1410014" y="166869"/>
                </a:lnTo>
                <a:lnTo>
                  <a:pt x="1206814" y="0"/>
                </a:lnTo>
                <a:close/>
              </a:path>
            </a:pathLst>
          </a:custGeom>
          <a:solidFill>
            <a:srgbClr val="FFFFFF"/>
          </a:solidFill>
          <a:ln>
            <a:noFill/>
          </a:ln>
        </p:spPr>
        <p:txBody>
          <a:bodyPr/>
          <a:lstStyle/>
          <a:p>
            <a:endParaRPr lang="es-GT" noProof="0" dirty="0"/>
          </a:p>
        </p:txBody>
      </p:sp>
      <p:grpSp>
        <p:nvGrpSpPr>
          <p:cNvPr id="123" name="Google Shape;123;p2">
            <a:extLst>
              <a:ext uri="{FF2B5EF4-FFF2-40B4-BE49-F238E27FC236}">
                <a16:creationId xmlns:a16="http://schemas.microsoft.com/office/drawing/2014/main" id="{5975A09B-CE47-8FB2-A45D-265D0D614015}"/>
              </a:ext>
            </a:extLst>
          </p:cNvPr>
          <p:cNvGrpSpPr/>
          <p:nvPr/>
        </p:nvGrpSpPr>
        <p:grpSpPr>
          <a:xfrm>
            <a:off x="176620" y="5444302"/>
            <a:ext cx="6371576" cy="845385"/>
            <a:chOff x="0" y="-76200"/>
            <a:chExt cx="1964221" cy="359923"/>
          </a:xfrm>
        </p:grpSpPr>
        <p:sp>
          <p:nvSpPr>
            <p:cNvPr id="124" name="Google Shape;124;p2">
              <a:extLst>
                <a:ext uri="{FF2B5EF4-FFF2-40B4-BE49-F238E27FC236}">
                  <a16:creationId xmlns:a16="http://schemas.microsoft.com/office/drawing/2014/main" id="{1F45C2D3-AB5F-DDAA-1C31-5EDD796B0564}"/>
                </a:ext>
              </a:extLst>
            </p:cNvPr>
            <p:cNvSpPr/>
            <p:nvPr/>
          </p:nvSpPr>
          <p:spPr>
            <a:xfrm>
              <a:off x="0" y="0"/>
              <a:ext cx="1964221" cy="283723"/>
            </a:xfrm>
            <a:custGeom>
              <a:avLst/>
              <a:gdLst/>
              <a:ahLst/>
              <a:cxnLst/>
              <a:rect l="l" t="t" r="r" b="b"/>
              <a:pathLst>
                <a:path w="1964221" h="283723" extrusionOk="0">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lstStyle/>
            <a:p>
              <a:endParaRPr lang="es-GT" noProof="0" dirty="0"/>
            </a:p>
          </p:txBody>
        </p:sp>
        <p:sp>
          <p:nvSpPr>
            <p:cNvPr id="125" name="Google Shape;125;p2">
              <a:extLst>
                <a:ext uri="{FF2B5EF4-FFF2-40B4-BE49-F238E27FC236}">
                  <a16:creationId xmlns:a16="http://schemas.microsoft.com/office/drawing/2014/main" id="{95F956CD-894D-8E7C-BBFE-8A28BA5E19DA}"/>
                </a:ext>
              </a:extLst>
            </p:cNvPr>
            <p:cNvSpPr txBox="1"/>
            <p:nvPr/>
          </p:nvSpPr>
          <p:spPr>
            <a:xfrm>
              <a:off x="0" y="-76200"/>
              <a:ext cx="1849921" cy="359923"/>
            </a:xfrm>
            <a:prstGeom prst="rect">
              <a:avLst/>
            </a:prstGeom>
            <a:noFill/>
            <a:ln>
              <a:noFill/>
            </a:ln>
          </p:spPr>
          <p:txBody>
            <a:bodyPr spcFirstLastPara="1" wrap="square" lIns="50800" tIns="50800" rIns="50800" bIns="50800" anchor="ctr" anchorCtr="0">
              <a:noAutofit/>
            </a:bodyPr>
            <a:lstStyle/>
            <a:p>
              <a:pPr marL="0" marR="0" lvl="0" indent="0" algn="ctr" rtl="0">
                <a:lnSpc>
                  <a:spcPct val="148017"/>
                </a:lnSpc>
                <a:spcBef>
                  <a:spcPts val="0"/>
                </a:spcBef>
                <a:spcAft>
                  <a:spcPts val="0"/>
                </a:spcAft>
                <a:buClr>
                  <a:srgbClr val="000000"/>
                </a:buClr>
                <a:buSzPts val="2799"/>
                <a:buFont typeface="Arial"/>
                <a:buNone/>
              </a:pPr>
              <a:r>
                <a:rPr lang="es-GT" sz="2799" b="0" i="0" u="none" strike="noStrike" cap="none" noProof="0" dirty="0">
                  <a:solidFill>
                    <a:srgbClr val="000000"/>
                  </a:solidFill>
                  <a:latin typeface="Arial"/>
                  <a:ea typeface="Arial"/>
                  <a:cs typeface="Arial"/>
                  <a:sym typeface="Arial"/>
                </a:rPr>
                <a:t>Ejemplos de éxito.</a:t>
              </a:r>
              <a:endParaRPr lang="es-GT" sz="1400" b="0" i="0" u="none" strike="noStrike" cap="none" noProof="0" dirty="0">
                <a:solidFill>
                  <a:srgbClr val="000000"/>
                </a:solidFill>
                <a:latin typeface="Arial"/>
                <a:ea typeface="Arial"/>
                <a:cs typeface="Arial"/>
                <a:sym typeface="Arial"/>
              </a:endParaRPr>
            </a:p>
          </p:txBody>
        </p:sp>
      </p:grpSp>
      <p:sp>
        <p:nvSpPr>
          <p:cNvPr id="135" name="Google Shape;135;p2">
            <a:extLst>
              <a:ext uri="{FF2B5EF4-FFF2-40B4-BE49-F238E27FC236}">
                <a16:creationId xmlns:a16="http://schemas.microsoft.com/office/drawing/2014/main" id="{042D5D1B-116F-A62C-BAC9-59AA461D0C88}"/>
              </a:ext>
            </a:extLst>
          </p:cNvPr>
          <p:cNvSpPr/>
          <p:nvPr/>
        </p:nvSpPr>
        <p:spPr>
          <a:xfrm>
            <a:off x="878654" y="5623280"/>
            <a:ext cx="453358" cy="550094"/>
          </a:xfrm>
          <a:custGeom>
            <a:avLst/>
            <a:gdLst/>
            <a:ahLst/>
            <a:cxnLst/>
            <a:rect l="l" t="t" r="r" b="b"/>
            <a:pathLst>
              <a:path w="453358" h="550094" extrusionOk="0">
                <a:moveTo>
                  <a:pt x="0" y="0"/>
                </a:moveTo>
                <a:lnTo>
                  <a:pt x="453359" y="0"/>
                </a:lnTo>
                <a:lnTo>
                  <a:pt x="453359" y="550094"/>
                </a:lnTo>
                <a:lnTo>
                  <a:pt x="0" y="550094"/>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139" name="Google Shape;139;p2">
            <a:extLst>
              <a:ext uri="{FF2B5EF4-FFF2-40B4-BE49-F238E27FC236}">
                <a16:creationId xmlns:a16="http://schemas.microsoft.com/office/drawing/2014/main" id="{02880827-5A0C-29C4-182A-635AB3979A07}"/>
              </a:ext>
            </a:extLst>
          </p:cNvPr>
          <p:cNvSpPr/>
          <p:nvPr/>
        </p:nvSpPr>
        <p:spPr>
          <a:xfrm>
            <a:off x="13865393" y="6938056"/>
            <a:ext cx="3543953" cy="3069498"/>
          </a:xfrm>
          <a:custGeom>
            <a:avLst/>
            <a:gdLst/>
            <a:ahLst/>
            <a:cxnLst/>
            <a:rect l="l" t="t" r="r" b="b"/>
            <a:pathLst>
              <a:path w="4626468" h="4575998" extrusionOk="0">
                <a:moveTo>
                  <a:pt x="0" y="0"/>
                </a:moveTo>
                <a:lnTo>
                  <a:pt x="4626468" y="0"/>
                </a:lnTo>
                <a:lnTo>
                  <a:pt x="4626468" y="4575997"/>
                </a:lnTo>
                <a:lnTo>
                  <a:pt x="0" y="4575997"/>
                </a:lnTo>
                <a:lnTo>
                  <a:pt x="0" y="0"/>
                </a:lnTo>
                <a:close/>
              </a:path>
            </a:pathLst>
          </a:custGeom>
          <a:blipFill rotWithShape="1">
            <a:blip r:embed="rId5">
              <a:alphaModFix/>
            </a:blip>
            <a:stretch>
              <a:fillRect/>
            </a:stretch>
          </a:blipFill>
          <a:ln>
            <a:noFill/>
          </a:ln>
        </p:spPr>
        <p:txBody>
          <a:bodyPr/>
          <a:lstStyle/>
          <a:p>
            <a:endParaRPr lang="es-GT" noProof="0" dirty="0"/>
          </a:p>
        </p:txBody>
      </p:sp>
    </p:spTree>
    <p:extLst>
      <p:ext uri="{BB962C8B-B14F-4D97-AF65-F5344CB8AC3E}">
        <p14:creationId xmlns:p14="http://schemas.microsoft.com/office/powerpoint/2010/main" val="33506093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3"/>
          <p:cNvSpPr txBox="1"/>
          <p:nvPr/>
        </p:nvSpPr>
        <p:spPr>
          <a:xfrm>
            <a:off x="1374889" y="654364"/>
            <a:ext cx="13991100" cy="938700"/>
          </a:xfrm>
          <a:prstGeom prst="rect">
            <a:avLst/>
          </a:prstGeom>
          <a:noFill/>
          <a:ln>
            <a:noFill/>
          </a:ln>
        </p:spPr>
        <p:txBody>
          <a:bodyPr spcFirstLastPara="1" wrap="square" lIns="0" tIns="0" rIns="0" bIns="0" anchor="t" anchorCtr="0">
            <a:spAutoFit/>
          </a:bodyPr>
          <a:lstStyle/>
          <a:p>
            <a:pPr marL="0" marR="0" lvl="0" indent="0" algn="just" rtl="0">
              <a:lnSpc>
                <a:spcPct val="112987"/>
              </a:lnSpc>
              <a:spcBef>
                <a:spcPts val="0"/>
              </a:spcBef>
              <a:spcAft>
                <a:spcPts val="0"/>
              </a:spcAft>
              <a:buClr>
                <a:srgbClr val="000000"/>
              </a:buClr>
              <a:buSzPts val="6098"/>
              <a:buFont typeface="Arial"/>
              <a:buNone/>
            </a:pPr>
            <a:r>
              <a:rPr lang="es-GT" sz="6098" b="0" i="0" u="none" strike="noStrike" cap="none" noProof="0" dirty="0">
                <a:solidFill>
                  <a:srgbClr val="131416"/>
                </a:solidFill>
                <a:latin typeface="Impact"/>
                <a:ea typeface="Impact"/>
                <a:cs typeface="Impact"/>
                <a:sym typeface="Impact"/>
              </a:rPr>
              <a:t>COMPETENCIA(S) QUE DESARROLLAREMOS</a:t>
            </a:r>
            <a:endParaRPr lang="es-GT" sz="1400" b="0" i="0" u="none" strike="noStrike" cap="none" noProof="0" dirty="0">
              <a:solidFill>
                <a:srgbClr val="000000"/>
              </a:solidFill>
              <a:latin typeface="Impact"/>
              <a:ea typeface="Impact"/>
              <a:cs typeface="Impact"/>
              <a:sym typeface="Impact"/>
            </a:endParaRPr>
          </a:p>
        </p:txBody>
      </p:sp>
      <p:sp>
        <p:nvSpPr>
          <p:cNvPr id="147" name="Google Shape;147;p3"/>
          <p:cNvSpPr/>
          <p:nvPr/>
        </p:nvSpPr>
        <p:spPr>
          <a:xfrm>
            <a:off x="13447195" y="5334021"/>
            <a:ext cx="4626468" cy="4575998"/>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pic>
        <p:nvPicPr>
          <p:cNvPr id="149" name="Google Shape;149;p3" title="Gemini_Generated_Image_sfb0qdsfb0qdsfb0.png"/>
          <p:cNvPicPr preferRelativeResize="0"/>
          <p:nvPr/>
        </p:nvPicPr>
        <p:blipFill>
          <a:blip r:embed="rId4">
            <a:alphaModFix/>
          </a:blip>
          <a:stretch>
            <a:fillRect/>
          </a:stretch>
        </p:blipFill>
        <p:spPr>
          <a:xfrm>
            <a:off x="0" y="3113989"/>
            <a:ext cx="5234360" cy="7173012"/>
          </a:xfrm>
          <a:prstGeom prst="rect">
            <a:avLst/>
          </a:prstGeom>
          <a:noFill/>
          <a:ln>
            <a:noFill/>
          </a:ln>
        </p:spPr>
      </p:pic>
      <p:sp>
        <p:nvSpPr>
          <p:cNvPr id="146" name="Google Shape;146;p3"/>
          <p:cNvSpPr txBox="1"/>
          <p:nvPr/>
        </p:nvSpPr>
        <p:spPr>
          <a:xfrm>
            <a:off x="3657600" y="2304912"/>
            <a:ext cx="10426890" cy="3877985"/>
          </a:xfrm>
          <a:prstGeom prst="rect">
            <a:avLst/>
          </a:prstGeom>
          <a:noFill/>
          <a:ln>
            <a:noFill/>
          </a:ln>
        </p:spPr>
        <p:txBody>
          <a:bodyPr spcFirstLastPara="1" wrap="square" lIns="0" tIns="0" rIns="0" bIns="0" anchor="t" anchorCtr="0">
            <a:spAutoFit/>
          </a:bodyPr>
          <a:lstStyle/>
          <a:p>
            <a:pPr marL="0" marR="0" lvl="0" indent="0" algn="ctr" rtl="0">
              <a:lnSpc>
                <a:spcPct val="140007"/>
              </a:lnSpc>
              <a:spcBef>
                <a:spcPts val="0"/>
              </a:spcBef>
              <a:spcAft>
                <a:spcPts val="0"/>
              </a:spcAft>
              <a:buClr>
                <a:srgbClr val="000000"/>
              </a:buClr>
              <a:buSzPts val="5199"/>
              <a:buFont typeface="Arial"/>
              <a:buNone/>
            </a:pPr>
            <a:r>
              <a:rPr lang="es-GT" sz="3600" b="1" i="0" u="none" strike="noStrike" cap="none" noProof="0" dirty="0">
                <a:solidFill>
                  <a:srgbClr val="131416"/>
                </a:solidFill>
                <a:latin typeface="Open Sans"/>
                <a:ea typeface="Open Sans"/>
                <a:cs typeface="Open Sans"/>
                <a:sym typeface="Open Sans"/>
              </a:rPr>
              <a:t>Evalúa la efectividad de procesos administrativos aplicando el ciclo del proceso administrativo para identificar áreas de mejora en la gestión organizacional y proponer acciones correctivas</a:t>
            </a:r>
            <a:endParaRPr lang="es-GT" sz="3600" b="0" i="0" u="none" strike="noStrike" cap="none" noProof="0" dirty="0">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5" name="Google Shape;155;p4"/>
          <p:cNvSpPr txBox="1"/>
          <p:nvPr/>
        </p:nvSpPr>
        <p:spPr>
          <a:xfrm>
            <a:off x="1398952" y="654364"/>
            <a:ext cx="13991100" cy="1060418"/>
          </a:xfrm>
          <a:prstGeom prst="rect">
            <a:avLst/>
          </a:prstGeom>
          <a:noFill/>
          <a:ln>
            <a:noFill/>
          </a:ln>
        </p:spPr>
        <p:txBody>
          <a:bodyPr spcFirstLastPara="1" wrap="square" lIns="0" tIns="0" rIns="0" bIns="0" anchor="t" anchorCtr="0">
            <a:spAutoFit/>
          </a:bodyPr>
          <a:lstStyle/>
          <a:p>
            <a:pPr marL="0" marR="0" lvl="0" indent="0" algn="just" rtl="0">
              <a:lnSpc>
                <a:spcPct val="112987"/>
              </a:lnSpc>
              <a:spcBef>
                <a:spcPts val="0"/>
              </a:spcBef>
              <a:spcAft>
                <a:spcPts val="0"/>
              </a:spcAft>
              <a:buClr>
                <a:srgbClr val="000000"/>
              </a:buClr>
              <a:buSzPts val="6098"/>
              <a:buFont typeface="Arial"/>
              <a:buNone/>
            </a:pPr>
            <a:r>
              <a:rPr lang="es-GT" sz="6098" b="0" i="0" u="none" strike="noStrike" cap="none" noProof="0" dirty="0">
                <a:solidFill>
                  <a:srgbClr val="131416"/>
                </a:solidFill>
                <a:latin typeface="Impact"/>
                <a:ea typeface="Impact"/>
                <a:cs typeface="Impact"/>
                <a:sym typeface="Impact"/>
              </a:rPr>
              <a:t>Tipos de CRM</a:t>
            </a:r>
          </a:p>
        </p:txBody>
      </p:sp>
      <p:sp>
        <p:nvSpPr>
          <p:cNvPr id="156" name="Google Shape;156;p4"/>
          <p:cNvSpPr/>
          <p:nvPr/>
        </p:nvSpPr>
        <p:spPr>
          <a:xfrm>
            <a:off x="14967283" y="6809873"/>
            <a:ext cx="3106379" cy="3100145"/>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3" name="Google Shape;89;g2d8fa948c4e_0_9">
            <a:extLst>
              <a:ext uri="{FF2B5EF4-FFF2-40B4-BE49-F238E27FC236}">
                <a16:creationId xmlns:a16="http://schemas.microsoft.com/office/drawing/2014/main" id="{8AEE66A4-55A4-21CB-E6D0-1BB7C691352B}"/>
              </a:ext>
            </a:extLst>
          </p:cNvPr>
          <p:cNvSpPr txBox="1"/>
          <p:nvPr/>
        </p:nvSpPr>
        <p:spPr>
          <a:xfrm>
            <a:off x="767756" y="2081133"/>
            <a:ext cx="16437401" cy="1060418"/>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GT" sz="2800" noProof="0" dirty="0">
                <a:solidFill>
                  <a:schemeClr val="dk1"/>
                </a:solidFill>
              </a:rPr>
              <a:t>Existen tres tipos principales de </a:t>
            </a:r>
            <a:r>
              <a:rPr lang="es-GT" sz="2800" b="1" noProof="0" dirty="0">
                <a:solidFill>
                  <a:schemeClr val="dk1"/>
                </a:solidFill>
              </a:rPr>
              <a:t>CRM (</a:t>
            </a:r>
            <a:r>
              <a:rPr lang="es-GT" sz="2800" b="1" noProof="0" dirty="0" err="1">
                <a:solidFill>
                  <a:schemeClr val="dk1"/>
                </a:solidFill>
              </a:rPr>
              <a:t>Customer</a:t>
            </a:r>
            <a:r>
              <a:rPr lang="es-GT" sz="2800" b="1" noProof="0" dirty="0">
                <a:solidFill>
                  <a:schemeClr val="dk1"/>
                </a:solidFill>
              </a:rPr>
              <a:t> </a:t>
            </a:r>
            <a:r>
              <a:rPr lang="es-GT" sz="2800" b="1" noProof="0" dirty="0" err="1">
                <a:solidFill>
                  <a:schemeClr val="dk1"/>
                </a:solidFill>
              </a:rPr>
              <a:t>Relationship</a:t>
            </a:r>
            <a:r>
              <a:rPr lang="es-GT" sz="2800" b="1" noProof="0" dirty="0">
                <a:solidFill>
                  <a:schemeClr val="dk1"/>
                </a:solidFill>
              </a:rPr>
              <a:t> Management)</a:t>
            </a:r>
            <a:r>
              <a:rPr lang="es-GT" sz="2800" noProof="0" dirty="0">
                <a:solidFill>
                  <a:schemeClr val="dk1"/>
                </a:solidFill>
              </a:rPr>
              <a:t>, cada uno enfocado en diferentes necesidades empresariales.</a:t>
            </a:r>
            <a:endParaRPr lang="es-GT" sz="2800" noProof="0" dirty="0">
              <a:solidFill>
                <a:schemeClr val="dk2"/>
              </a:solidFill>
            </a:endParaRPr>
          </a:p>
        </p:txBody>
      </p:sp>
      <p:sp>
        <p:nvSpPr>
          <p:cNvPr id="4" name="Google Shape;90;g2d8fa948c4e_0_9">
            <a:extLst>
              <a:ext uri="{FF2B5EF4-FFF2-40B4-BE49-F238E27FC236}">
                <a16:creationId xmlns:a16="http://schemas.microsoft.com/office/drawing/2014/main" id="{BB4F3F4F-3BA2-CECA-2439-8BBA684F3A15}"/>
              </a:ext>
            </a:extLst>
          </p:cNvPr>
          <p:cNvSpPr txBox="1"/>
          <p:nvPr/>
        </p:nvSpPr>
        <p:spPr>
          <a:xfrm>
            <a:off x="767756" y="3507902"/>
            <a:ext cx="13694202" cy="5835729"/>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400"/>
              </a:spcBef>
              <a:spcAft>
                <a:spcPts val="0"/>
              </a:spcAft>
              <a:buClr>
                <a:schemeClr val="dk1"/>
              </a:buClr>
              <a:buSzPts val="1100"/>
              <a:buFont typeface="Arial"/>
              <a:buNone/>
            </a:pPr>
            <a:r>
              <a:rPr lang="es-GT" sz="2800" b="1" noProof="0" dirty="0">
                <a:solidFill>
                  <a:schemeClr val="dk1"/>
                </a:solidFill>
              </a:rPr>
              <a:t>CRM Operativo</a:t>
            </a:r>
          </a:p>
          <a:p>
            <a:pPr marL="0" lvl="0" indent="0" algn="l" rtl="0">
              <a:lnSpc>
                <a:spcPct val="115000"/>
              </a:lnSpc>
              <a:spcBef>
                <a:spcPts val="1200"/>
              </a:spcBef>
              <a:spcAft>
                <a:spcPts val="0"/>
              </a:spcAft>
              <a:buNone/>
            </a:pPr>
            <a:r>
              <a:rPr lang="es-GT" sz="2800" b="1" noProof="0" dirty="0">
                <a:solidFill>
                  <a:schemeClr val="dk1"/>
                </a:solidFill>
              </a:rPr>
              <a:t>Función:</a:t>
            </a:r>
            <a:r>
              <a:rPr lang="es-GT" sz="2800" noProof="0" dirty="0">
                <a:solidFill>
                  <a:schemeClr val="dk1"/>
                </a:solidFill>
              </a:rPr>
              <a:t> Automatiza y optimiza los procesos de ventas, marketing y servicio al cliente.</a:t>
            </a:r>
            <a:br>
              <a:rPr lang="es-GT" sz="2800" noProof="0" dirty="0">
                <a:solidFill>
                  <a:schemeClr val="dk1"/>
                </a:solidFill>
              </a:rPr>
            </a:br>
            <a:r>
              <a:rPr lang="es-GT" sz="2800" b="1" noProof="0" dirty="0">
                <a:solidFill>
                  <a:schemeClr val="dk1"/>
                </a:solidFill>
              </a:rPr>
              <a:t>Características:</a:t>
            </a:r>
          </a:p>
          <a:p>
            <a:pPr marL="457200" lvl="0" indent="-330200" algn="l" rtl="0">
              <a:lnSpc>
                <a:spcPct val="115000"/>
              </a:lnSpc>
              <a:spcBef>
                <a:spcPts val="1200"/>
              </a:spcBef>
              <a:spcAft>
                <a:spcPts val="0"/>
              </a:spcAft>
              <a:buClr>
                <a:schemeClr val="dk1"/>
              </a:buClr>
              <a:buSzPts val="1600"/>
              <a:buChar char="●"/>
            </a:pPr>
            <a:r>
              <a:rPr lang="es-GT" sz="2800" noProof="0" dirty="0">
                <a:solidFill>
                  <a:schemeClr val="dk1"/>
                </a:solidFill>
              </a:rPr>
              <a:t>Gestión de contactos y clientes.</a:t>
            </a:r>
          </a:p>
          <a:p>
            <a:pPr marL="457200" lvl="0" indent="-330200" algn="l" rtl="0">
              <a:lnSpc>
                <a:spcPct val="115000"/>
              </a:lnSpc>
              <a:spcBef>
                <a:spcPts val="0"/>
              </a:spcBef>
              <a:spcAft>
                <a:spcPts val="0"/>
              </a:spcAft>
              <a:buClr>
                <a:schemeClr val="dk1"/>
              </a:buClr>
              <a:buSzPts val="1600"/>
              <a:buChar char="●"/>
            </a:pPr>
            <a:r>
              <a:rPr lang="es-GT" sz="2800" noProof="0" dirty="0">
                <a:solidFill>
                  <a:schemeClr val="dk1"/>
                </a:solidFill>
              </a:rPr>
              <a:t>Automatización del proceso de ventas y marketing.</a:t>
            </a:r>
          </a:p>
          <a:p>
            <a:pPr marL="457200" lvl="0" indent="-330200" algn="l" rtl="0">
              <a:lnSpc>
                <a:spcPct val="115000"/>
              </a:lnSpc>
              <a:spcBef>
                <a:spcPts val="0"/>
              </a:spcBef>
              <a:spcAft>
                <a:spcPts val="0"/>
              </a:spcAft>
              <a:buClr>
                <a:schemeClr val="dk1"/>
              </a:buClr>
              <a:buSzPts val="1600"/>
              <a:buChar char="●"/>
            </a:pPr>
            <a:r>
              <a:rPr lang="es-GT" sz="2800" noProof="0" dirty="0">
                <a:solidFill>
                  <a:schemeClr val="dk1"/>
                </a:solidFill>
              </a:rPr>
              <a:t>Servicio al cliente centralizado.</a:t>
            </a:r>
          </a:p>
          <a:p>
            <a:pPr marL="457200" lvl="0" indent="-330200" algn="l" rtl="0">
              <a:lnSpc>
                <a:spcPct val="115000"/>
              </a:lnSpc>
              <a:spcBef>
                <a:spcPts val="0"/>
              </a:spcBef>
              <a:spcAft>
                <a:spcPts val="0"/>
              </a:spcAft>
              <a:buClr>
                <a:schemeClr val="dk1"/>
              </a:buClr>
              <a:buSzPts val="1600"/>
              <a:buChar char="●"/>
            </a:pPr>
            <a:r>
              <a:rPr lang="es-GT" sz="2800" noProof="0" dirty="0">
                <a:solidFill>
                  <a:schemeClr val="dk1"/>
                </a:solidFill>
              </a:rPr>
              <a:t>Integración con </a:t>
            </a:r>
            <a:r>
              <a:rPr lang="es-GT" sz="2800" noProof="0" dirty="0" err="1">
                <a:solidFill>
                  <a:schemeClr val="dk1"/>
                </a:solidFill>
              </a:rPr>
              <a:t>chatbots</a:t>
            </a:r>
            <a:r>
              <a:rPr lang="es-GT" sz="2800" noProof="0" dirty="0">
                <a:solidFill>
                  <a:schemeClr val="dk1"/>
                </a:solidFill>
              </a:rPr>
              <a:t>, emails y </a:t>
            </a:r>
            <a:r>
              <a:rPr lang="es-GT" sz="2800" noProof="0" dirty="0" err="1">
                <a:solidFill>
                  <a:schemeClr val="dk1"/>
                </a:solidFill>
              </a:rPr>
              <a:t>call</a:t>
            </a:r>
            <a:r>
              <a:rPr lang="es-GT" sz="2800" noProof="0" dirty="0">
                <a:solidFill>
                  <a:schemeClr val="dk1"/>
                </a:solidFill>
              </a:rPr>
              <a:t> centers.</a:t>
            </a:r>
            <a:br>
              <a:rPr lang="es-GT" sz="2800" noProof="0" dirty="0">
                <a:solidFill>
                  <a:schemeClr val="dk1"/>
                </a:solidFill>
              </a:rPr>
            </a:br>
            <a:r>
              <a:rPr lang="es-GT" sz="2800" noProof="0" dirty="0">
                <a:solidFill>
                  <a:schemeClr val="dk1"/>
                </a:solidFill>
              </a:rPr>
              <a:t>   </a:t>
            </a:r>
            <a:r>
              <a:rPr lang="es-GT" sz="2800" b="1" noProof="0" dirty="0">
                <a:solidFill>
                  <a:schemeClr val="dk1"/>
                </a:solidFill>
              </a:rPr>
              <a:t>Ejemplo:</a:t>
            </a:r>
            <a:r>
              <a:rPr lang="es-GT" sz="2800" noProof="0" dirty="0">
                <a:solidFill>
                  <a:schemeClr val="dk1"/>
                </a:solidFill>
              </a:rPr>
              <a:t> Un sistema que asigna automáticamente un cliente a un vendedor y le envía recordatorios para hacer seguimiento.</a:t>
            </a:r>
            <a:br>
              <a:rPr lang="es-GT" sz="2800" noProof="0" dirty="0">
                <a:solidFill>
                  <a:schemeClr val="dk1"/>
                </a:solidFill>
              </a:rPr>
            </a:br>
            <a:r>
              <a:rPr lang="es-GT" sz="2800" noProof="0" dirty="0">
                <a:solidFill>
                  <a:schemeClr val="dk1"/>
                </a:solidFill>
              </a:rPr>
              <a:t> </a:t>
            </a:r>
            <a:r>
              <a:rPr lang="es-GT" sz="2800" b="1" noProof="0" dirty="0">
                <a:solidFill>
                  <a:schemeClr val="dk1"/>
                </a:solidFill>
              </a:rPr>
              <a:t>Ejemplo de software:</a:t>
            </a:r>
            <a:r>
              <a:rPr lang="es-GT" sz="2800" noProof="0" dirty="0">
                <a:solidFill>
                  <a:schemeClr val="dk1"/>
                </a:solidFill>
              </a:rPr>
              <a:t> </a:t>
            </a:r>
            <a:r>
              <a:rPr lang="es-GT" sz="2800" b="1" noProof="0" dirty="0">
                <a:solidFill>
                  <a:schemeClr val="dk1"/>
                </a:solidFill>
              </a:rPr>
              <a:t>Salesforce, HubSpot CRM, Zoho CRM.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F7645237-00A6-7EE5-C604-8A3F5E40D4E4}"/>
            </a:ext>
          </a:extLst>
        </p:cNvPr>
        <p:cNvGrpSpPr/>
        <p:nvPr/>
      </p:nvGrpSpPr>
      <p:grpSpPr>
        <a:xfrm>
          <a:off x="0" y="0"/>
          <a:ext cx="0" cy="0"/>
          <a:chOff x="0" y="0"/>
          <a:chExt cx="0" cy="0"/>
        </a:xfrm>
      </p:grpSpPr>
      <p:sp>
        <p:nvSpPr>
          <p:cNvPr id="156" name="Google Shape;156;p4">
            <a:extLst>
              <a:ext uri="{FF2B5EF4-FFF2-40B4-BE49-F238E27FC236}">
                <a16:creationId xmlns:a16="http://schemas.microsoft.com/office/drawing/2014/main" id="{AE4001A6-8FEF-5CD0-FFE1-CE8BC848F7A3}"/>
              </a:ext>
            </a:extLst>
          </p:cNvPr>
          <p:cNvSpPr/>
          <p:nvPr/>
        </p:nvSpPr>
        <p:spPr>
          <a:xfrm>
            <a:off x="14245389" y="6424863"/>
            <a:ext cx="3828274" cy="3711742"/>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2" name="Google Shape;96;g2d8fa948c4e_0_13">
            <a:extLst>
              <a:ext uri="{FF2B5EF4-FFF2-40B4-BE49-F238E27FC236}">
                <a16:creationId xmlns:a16="http://schemas.microsoft.com/office/drawing/2014/main" id="{21FDF219-ED67-3125-6416-56A3BBA92B9A}"/>
              </a:ext>
            </a:extLst>
          </p:cNvPr>
          <p:cNvSpPr txBox="1"/>
          <p:nvPr/>
        </p:nvSpPr>
        <p:spPr>
          <a:xfrm>
            <a:off x="1002139" y="1322653"/>
            <a:ext cx="15986449" cy="8206358"/>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400"/>
              </a:spcBef>
              <a:spcAft>
                <a:spcPts val="0"/>
              </a:spcAft>
              <a:buClr>
                <a:schemeClr val="dk1"/>
              </a:buClr>
              <a:buSzPts val="1100"/>
              <a:buFont typeface="Arial"/>
              <a:buNone/>
            </a:pPr>
            <a:r>
              <a:rPr lang="es-GT" sz="2800" b="1" noProof="0" dirty="0">
                <a:solidFill>
                  <a:schemeClr val="dk1"/>
                </a:solidFill>
              </a:rPr>
              <a:t>CRM Analítico</a:t>
            </a:r>
          </a:p>
          <a:p>
            <a:pPr marL="0" lvl="0" indent="0" algn="l" rtl="0">
              <a:lnSpc>
                <a:spcPct val="115000"/>
              </a:lnSpc>
              <a:spcBef>
                <a:spcPts val="1200"/>
              </a:spcBef>
              <a:spcAft>
                <a:spcPts val="0"/>
              </a:spcAft>
              <a:buClr>
                <a:schemeClr val="dk1"/>
              </a:buClr>
              <a:buSzPts val="1100"/>
              <a:buFont typeface="Arial"/>
              <a:buNone/>
            </a:pPr>
            <a:r>
              <a:rPr lang="es-GT" sz="2800" b="1" noProof="0" dirty="0">
                <a:solidFill>
                  <a:schemeClr val="dk1"/>
                </a:solidFill>
              </a:rPr>
              <a:t>Función:</a:t>
            </a:r>
            <a:r>
              <a:rPr lang="es-GT" sz="2800" noProof="0" dirty="0">
                <a:solidFill>
                  <a:schemeClr val="dk1"/>
                </a:solidFill>
              </a:rPr>
              <a:t> Se centra en el análisis de datos para mejorar la toma de decisiones y la personalización de estrategias.</a:t>
            </a:r>
            <a:br>
              <a:rPr lang="es-GT" sz="2800" noProof="0" dirty="0">
                <a:solidFill>
                  <a:schemeClr val="dk1"/>
                </a:solidFill>
              </a:rPr>
            </a:br>
            <a:r>
              <a:rPr lang="es-GT" sz="2800" b="1" noProof="0" dirty="0">
                <a:solidFill>
                  <a:schemeClr val="dk1"/>
                </a:solidFill>
              </a:rPr>
              <a:t>Características:</a:t>
            </a:r>
          </a:p>
          <a:p>
            <a:pPr marL="457200" lvl="0" indent="-342900" algn="l" rtl="0">
              <a:lnSpc>
                <a:spcPct val="115000"/>
              </a:lnSpc>
              <a:spcBef>
                <a:spcPts val="1200"/>
              </a:spcBef>
              <a:spcAft>
                <a:spcPts val="0"/>
              </a:spcAft>
              <a:buClr>
                <a:schemeClr val="dk1"/>
              </a:buClr>
              <a:buSzPts val="1800"/>
              <a:buChar char="●"/>
            </a:pPr>
            <a:r>
              <a:rPr lang="es-GT" sz="2800" noProof="0" dirty="0">
                <a:solidFill>
                  <a:schemeClr val="dk1"/>
                </a:solidFill>
              </a:rPr>
              <a:t>Recopila datos de clientes desde múltiples fuentes.</a:t>
            </a:r>
          </a:p>
          <a:p>
            <a:pPr marL="457200" lvl="0" indent="-342900" algn="l" rtl="0">
              <a:lnSpc>
                <a:spcPct val="115000"/>
              </a:lnSpc>
              <a:spcBef>
                <a:spcPts val="0"/>
              </a:spcBef>
              <a:spcAft>
                <a:spcPts val="0"/>
              </a:spcAft>
              <a:buClr>
                <a:schemeClr val="dk1"/>
              </a:buClr>
              <a:buSzPts val="1800"/>
              <a:buChar char="●"/>
            </a:pPr>
            <a:r>
              <a:rPr lang="es-GT" sz="2800" noProof="0" dirty="0">
                <a:solidFill>
                  <a:schemeClr val="dk1"/>
                </a:solidFill>
              </a:rPr>
              <a:t>Segmentación de clientes según su comportamiento.</a:t>
            </a:r>
          </a:p>
          <a:p>
            <a:pPr marL="457200" lvl="0" indent="-342900" algn="l" rtl="0">
              <a:lnSpc>
                <a:spcPct val="115000"/>
              </a:lnSpc>
              <a:spcBef>
                <a:spcPts val="0"/>
              </a:spcBef>
              <a:spcAft>
                <a:spcPts val="0"/>
              </a:spcAft>
              <a:buClr>
                <a:schemeClr val="dk1"/>
              </a:buClr>
              <a:buSzPts val="1800"/>
              <a:buChar char="●"/>
            </a:pPr>
            <a:r>
              <a:rPr lang="es-GT" sz="2800" noProof="0" dirty="0">
                <a:solidFill>
                  <a:schemeClr val="dk1"/>
                </a:solidFill>
              </a:rPr>
              <a:t>Predicción de tendencias de compra.</a:t>
            </a:r>
          </a:p>
          <a:p>
            <a:pPr marL="457200" lvl="0" indent="-342900" algn="l" rtl="0">
              <a:lnSpc>
                <a:spcPct val="115000"/>
              </a:lnSpc>
              <a:spcBef>
                <a:spcPts val="0"/>
              </a:spcBef>
              <a:spcAft>
                <a:spcPts val="0"/>
              </a:spcAft>
              <a:buClr>
                <a:schemeClr val="dk1"/>
              </a:buClr>
              <a:buSzPts val="1800"/>
              <a:buChar char="●"/>
            </a:pPr>
            <a:r>
              <a:rPr lang="es-GT" sz="2800" noProof="0" dirty="0">
                <a:solidFill>
                  <a:schemeClr val="dk1"/>
                </a:solidFill>
              </a:rPr>
              <a:t>Creación de reportes y </a:t>
            </a:r>
            <a:r>
              <a:rPr lang="es-GT" sz="2800" noProof="0" dirty="0" err="1">
                <a:solidFill>
                  <a:schemeClr val="dk1"/>
                </a:solidFill>
              </a:rPr>
              <a:t>dashboards</a:t>
            </a:r>
            <a:r>
              <a:rPr lang="es-GT" sz="2800" noProof="0" dirty="0">
                <a:solidFill>
                  <a:schemeClr val="dk1"/>
                </a:solidFill>
              </a:rPr>
              <a:t>.</a:t>
            </a:r>
            <a:br>
              <a:rPr lang="es-GT" sz="2800" noProof="0" dirty="0">
                <a:solidFill>
                  <a:schemeClr val="dk1"/>
                </a:solidFill>
              </a:rPr>
            </a:br>
            <a:r>
              <a:rPr lang="es-GT" sz="2800" noProof="0" dirty="0">
                <a:solidFill>
                  <a:schemeClr val="dk1"/>
                </a:solidFill>
              </a:rPr>
              <a:t>   </a:t>
            </a:r>
            <a:r>
              <a:rPr lang="es-GT" sz="2800" b="1" noProof="0" dirty="0">
                <a:solidFill>
                  <a:schemeClr val="dk1"/>
                </a:solidFill>
              </a:rPr>
              <a:t>Ejemplo:</a:t>
            </a:r>
            <a:r>
              <a:rPr lang="es-GT" sz="2800" noProof="0" dirty="0">
                <a:solidFill>
                  <a:schemeClr val="dk1"/>
                </a:solidFill>
              </a:rPr>
              <a:t> Un sistema que analiza el historial de compras de los clientes y recomienda productos específicos para campañas de marketing.</a:t>
            </a:r>
            <a:br>
              <a:rPr lang="es-GT" sz="2800" noProof="0" dirty="0">
                <a:solidFill>
                  <a:schemeClr val="dk1"/>
                </a:solidFill>
              </a:rPr>
            </a:br>
            <a:r>
              <a:rPr lang="es-GT" sz="2800" noProof="0" dirty="0">
                <a:solidFill>
                  <a:schemeClr val="dk1"/>
                </a:solidFill>
              </a:rPr>
              <a:t>   </a:t>
            </a:r>
            <a:r>
              <a:rPr lang="es-GT" sz="2800" b="1" noProof="0" dirty="0">
                <a:solidFill>
                  <a:schemeClr val="dk1"/>
                </a:solidFill>
              </a:rPr>
              <a:t>Ejemplo de software:</a:t>
            </a:r>
            <a:r>
              <a:rPr lang="es-GT" sz="2800" noProof="0" dirty="0">
                <a:solidFill>
                  <a:schemeClr val="dk1"/>
                </a:solidFill>
              </a:rPr>
              <a:t> </a:t>
            </a:r>
            <a:r>
              <a:rPr lang="es-GT" sz="2800" b="1" noProof="0" dirty="0">
                <a:solidFill>
                  <a:schemeClr val="dk1"/>
                </a:solidFill>
              </a:rPr>
              <a:t>Microsoft Dynamics 365, SAP CRM, Google </a:t>
            </a:r>
            <a:r>
              <a:rPr lang="es-GT" sz="2800" b="1" noProof="0" dirty="0" err="1">
                <a:solidFill>
                  <a:schemeClr val="dk1"/>
                </a:solidFill>
              </a:rPr>
              <a:t>Analytics</a:t>
            </a:r>
            <a:r>
              <a:rPr lang="es-GT" sz="2800" b="1" noProof="0" dirty="0">
                <a:solidFill>
                  <a:schemeClr val="dk1"/>
                </a:solidFill>
              </a:rPr>
              <a:t> (integrado con CRM).</a:t>
            </a:r>
          </a:p>
          <a:p>
            <a:pPr marL="0" lvl="0" indent="0" algn="l" rtl="0">
              <a:spcBef>
                <a:spcPts val="1200"/>
              </a:spcBef>
              <a:spcAft>
                <a:spcPts val="0"/>
              </a:spcAft>
              <a:buNone/>
            </a:pPr>
            <a:endParaRPr lang="es-GT" sz="1800" noProof="0" dirty="0">
              <a:solidFill>
                <a:schemeClr val="dk2"/>
              </a:solidFill>
            </a:endParaRPr>
          </a:p>
        </p:txBody>
      </p:sp>
    </p:spTree>
    <p:extLst>
      <p:ext uri="{BB962C8B-B14F-4D97-AF65-F5344CB8AC3E}">
        <p14:creationId xmlns:p14="http://schemas.microsoft.com/office/powerpoint/2010/main" val="13066663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B4A1ACFD-150E-8160-0B0A-B98E2B652CA5}"/>
            </a:ext>
          </a:extLst>
        </p:cNvPr>
        <p:cNvGrpSpPr/>
        <p:nvPr/>
      </p:nvGrpSpPr>
      <p:grpSpPr>
        <a:xfrm>
          <a:off x="0" y="0"/>
          <a:ext cx="0" cy="0"/>
          <a:chOff x="0" y="0"/>
          <a:chExt cx="0" cy="0"/>
        </a:xfrm>
      </p:grpSpPr>
      <p:sp>
        <p:nvSpPr>
          <p:cNvPr id="156" name="Google Shape;156;p4">
            <a:extLst>
              <a:ext uri="{FF2B5EF4-FFF2-40B4-BE49-F238E27FC236}">
                <a16:creationId xmlns:a16="http://schemas.microsoft.com/office/drawing/2014/main" id="{FF3764AD-07CE-03EB-A608-FD2609B18ED4}"/>
              </a:ext>
            </a:extLst>
          </p:cNvPr>
          <p:cNvSpPr/>
          <p:nvPr/>
        </p:nvSpPr>
        <p:spPr>
          <a:xfrm>
            <a:off x="14365705" y="6256421"/>
            <a:ext cx="3707958" cy="3653598"/>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2" name="Google Shape;102;g2d8fa948c4e_0_21">
            <a:extLst>
              <a:ext uri="{FF2B5EF4-FFF2-40B4-BE49-F238E27FC236}">
                <a16:creationId xmlns:a16="http://schemas.microsoft.com/office/drawing/2014/main" id="{6E3BAC89-B221-09C3-F27F-62B2542B9A7C}"/>
              </a:ext>
            </a:extLst>
          </p:cNvPr>
          <p:cNvSpPr txBox="1"/>
          <p:nvPr/>
        </p:nvSpPr>
        <p:spPr>
          <a:xfrm>
            <a:off x="941969" y="1576543"/>
            <a:ext cx="16404062" cy="7759961"/>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400"/>
              </a:spcBef>
              <a:spcAft>
                <a:spcPts val="0"/>
              </a:spcAft>
              <a:buClr>
                <a:schemeClr val="dk1"/>
              </a:buClr>
              <a:buSzPts val="1100"/>
              <a:buFont typeface="Arial"/>
              <a:buNone/>
            </a:pPr>
            <a:r>
              <a:rPr lang="es-GT" sz="2800" b="1" noProof="0" dirty="0">
                <a:solidFill>
                  <a:schemeClr val="dk1"/>
                </a:solidFill>
              </a:rPr>
              <a:t> CRM Colaborativo</a:t>
            </a:r>
          </a:p>
          <a:p>
            <a:pPr marL="0" lvl="0" indent="0" algn="l" rtl="0">
              <a:lnSpc>
                <a:spcPct val="115000"/>
              </a:lnSpc>
              <a:spcBef>
                <a:spcPts val="1200"/>
              </a:spcBef>
              <a:spcAft>
                <a:spcPts val="0"/>
              </a:spcAft>
              <a:buClr>
                <a:schemeClr val="dk1"/>
              </a:buClr>
              <a:buSzPts val="1100"/>
              <a:buFont typeface="Arial"/>
              <a:buNone/>
            </a:pPr>
            <a:r>
              <a:rPr lang="es-GT" sz="2800" b="1" noProof="0" dirty="0">
                <a:solidFill>
                  <a:schemeClr val="dk1"/>
                </a:solidFill>
              </a:rPr>
              <a:t>Función:</a:t>
            </a:r>
            <a:r>
              <a:rPr lang="es-GT" sz="2800" noProof="0" dirty="0">
                <a:solidFill>
                  <a:schemeClr val="dk1"/>
                </a:solidFill>
              </a:rPr>
              <a:t> Facilita la comunicación entre diferentes departamentos (ventas, marketing y servicio al cliente) para mejorar la experiencia del cliente.</a:t>
            </a:r>
            <a:br>
              <a:rPr lang="es-GT" sz="2800" noProof="0" dirty="0">
                <a:solidFill>
                  <a:schemeClr val="dk1"/>
                </a:solidFill>
              </a:rPr>
            </a:br>
            <a:r>
              <a:rPr lang="es-GT" sz="2800" b="1" noProof="0" dirty="0">
                <a:solidFill>
                  <a:schemeClr val="dk1"/>
                </a:solidFill>
              </a:rPr>
              <a:t>Características:</a:t>
            </a:r>
          </a:p>
          <a:p>
            <a:pPr marL="457200" lvl="0" indent="-342900" algn="l" rtl="0">
              <a:lnSpc>
                <a:spcPct val="115000"/>
              </a:lnSpc>
              <a:spcBef>
                <a:spcPts val="1200"/>
              </a:spcBef>
              <a:spcAft>
                <a:spcPts val="0"/>
              </a:spcAft>
              <a:buClr>
                <a:schemeClr val="dk1"/>
              </a:buClr>
              <a:buSzPts val="1800"/>
              <a:buChar char="●"/>
            </a:pPr>
            <a:r>
              <a:rPr lang="es-GT" sz="2800" noProof="0" dirty="0">
                <a:solidFill>
                  <a:schemeClr val="dk1"/>
                </a:solidFill>
              </a:rPr>
              <a:t>Compartición de datos en tiempo real entre equipos.</a:t>
            </a:r>
          </a:p>
          <a:p>
            <a:pPr marL="457200" lvl="0" indent="-342900" algn="l" rtl="0">
              <a:lnSpc>
                <a:spcPct val="115000"/>
              </a:lnSpc>
              <a:spcBef>
                <a:spcPts val="0"/>
              </a:spcBef>
              <a:spcAft>
                <a:spcPts val="0"/>
              </a:spcAft>
              <a:buClr>
                <a:schemeClr val="dk1"/>
              </a:buClr>
              <a:buSzPts val="1800"/>
              <a:buChar char="●"/>
            </a:pPr>
            <a:r>
              <a:rPr lang="es-GT" sz="2800" noProof="0" dirty="0">
                <a:solidFill>
                  <a:schemeClr val="dk1"/>
                </a:solidFill>
              </a:rPr>
              <a:t>Historial de interacciones accesible para todos.</a:t>
            </a:r>
          </a:p>
          <a:p>
            <a:pPr marL="457200" lvl="0" indent="-342900" algn="l" rtl="0">
              <a:lnSpc>
                <a:spcPct val="115000"/>
              </a:lnSpc>
              <a:spcBef>
                <a:spcPts val="0"/>
              </a:spcBef>
              <a:spcAft>
                <a:spcPts val="0"/>
              </a:spcAft>
              <a:buClr>
                <a:schemeClr val="dk1"/>
              </a:buClr>
              <a:buSzPts val="1800"/>
              <a:buChar char="●"/>
            </a:pPr>
            <a:r>
              <a:rPr lang="es-GT" sz="2800" noProof="0" dirty="0">
                <a:solidFill>
                  <a:schemeClr val="dk1"/>
                </a:solidFill>
              </a:rPr>
              <a:t>Coordinación entre canales de comunicación (email, redes sociales, chat en vivo).</a:t>
            </a:r>
            <a:br>
              <a:rPr lang="es-GT" sz="2800" noProof="0" dirty="0">
                <a:solidFill>
                  <a:schemeClr val="dk1"/>
                </a:solidFill>
              </a:rPr>
            </a:br>
            <a:r>
              <a:rPr lang="es-GT" sz="2800" noProof="0" dirty="0">
                <a:solidFill>
                  <a:schemeClr val="dk1"/>
                </a:solidFill>
              </a:rPr>
              <a:t>    </a:t>
            </a:r>
            <a:r>
              <a:rPr lang="es-GT" sz="2800" b="1" noProof="0" dirty="0">
                <a:solidFill>
                  <a:schemeClr val="dk1"/>
                </a:solidFill>
              </a:rPr>
              <a:t>Ejemplo:</a:t>
            </a:r>
            <a:r>
              <a:rPr lang="es-GT" sz="2800" noProof="0" dirty="0">
                <a:solidFill>
                  <a:schemeClr val="dk1"/>
                </a:solidFill>
              </a:rPr>
              <a:t> Un sistema donde el equipo de soporte accede al historial de compras y reclamaciones de un cliente para brindar una mejor solución.</a:t>
            </a:r>
            <a:br>
              <a:rPr lang="es-GT" sz="2800" noProof="0" dirty="0">
                <a:solidFill>
                  <a:schemeClr val="dk1"/>
                </a:solidFill>
              </a:rPr>
            </a:br>
            <a:r>
              <a:rPr lang="es-GT" sz="2800" noProof="0" dirty="0">
                <a:solidFill>
                  <a:schemeClr val="dk1"/>
                </a:solidFill>
              </a:rPr>
              <a:t>    </a:t>
            </a:r>
            <a:r>
              <a:rPr lang="es-GT" sz="2800" b="1" noProof="0" dirty="0">
                <a:solidFill>
                  <a:schemeClr val="dk1"/>
                </a:solidFill>
              </a:rPr>
              <a:t>Ejemplo de software:</a:t>
            </a:r>
            <a:r>
              <a:rPr lang="es-GT" sz="2800" noProof="0" dirty="0">
                <a:solidFill>
                  <a:schemeClr val="dk1"/>
                </a:solidFill>
              </a:rPr>
              <a:t> </a:t>
            </a:r>
            <a:r>
              <a:rPr lang="es-GT" sz="2800" b="1" noProof="0" dirty="0" err="1">
                <a:solidFill>
                  <a:schemeClr val="dk1"/>
                </a:solidFill>
              </a:rPr>
              <a:t>Zendesk</a:t>
            </a:r>
            <a:r>
              <a:rPr lang="es-GT" sz="2800" b="1" noProof="0" dirty="0">
                <a:solidFill>
                  <a:schemeClr val="dk1"/>
                </a:solidFill>
              </a:rPr>
              <a:t>, </a:t>
            </a:r>
            <a:r>
              <a:rPr lang="es-GT" sz="2800" b="1" noProof="0" dirty="0" err="1">
                <a:solidFill>
                  <a:schemeClr val="dk1"/>
                </a:solidFill>
              </a:rPr>
              <a:t>Freshsales</a:t>
            </a:r>
            <a:r>
              <a:rPr lang="es-GT" sz="2800" b="1" noProof="0" dirty="0">
                <a:solidFill>
                  <a:schemeClr val="dk1"/>
                </a:solidFill>
              </a:rPr>
              <a:t>, </a:t>
            </a:r>
            <a:r>
              <a:rPr lang="es-GT" sz="2800" b="1" noProof="0" dirty="0" err="1">
                <a:solidFill>
                  <a:schemeClr val="dk1"/>
                </a:solidFill>
              </a:rPr>
              <a:t>Pipedrive</a:t>
            </a:r>
            <a:r>
              <a:rPr lang="es-GT" sz="2800" b="1" noProof="0" dirty="0">
                <a:solidFill>
                  <a:schemeClr val="dk1"/>
                </a:solidFill>
              </a:rPr>
              <a:t>.</a:t>
            </a:r>
          </a:p>
        </p:txBody>
      </p:sp>
    </p:spTree>
    <p:extLst>
      <p:ext uri="{BB962C8B-B14F-4D97-AF65-F5344CB8AC3E}">
        <p14:creationId xmlns:p14="http://schemas.microsoft.com/office/powerpoint/2010/main" val="22916777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450658E5-1DC5-ADE6-7A07-F1C7E819AAC2}"/>
            </a:ext>
          </a:extLst>
        </p:cNvPr>
        <p:cNvGrpSpPr/>
        <p:nvPr/>
      </p:nvGrpSpPr>
      <p:grpSpPr>
        <a:xfrm>
          <a:off x="0" y="0"/>
          <a:ext cx="0" cy="0"/>
          <a:chOff x="0" y="0"/>
          <a:chExt cx="0" cy="0"/>
        </a:xfrm>
      </p:grpSpPr>
      <p:sp>
        <p:nvSpPr>
          <p:cNvPr id="2" name="Google Shape;108;g2d8fa948c4e_0_25">
            <a:extLst>
              <a:ext uri="{FF2B5EF4-FFF2-40B4-BE49-F238E27FC236}">
                <a16:creationId xmlns:a16="http://schemas.microsoft.com/office/drawing/2014/main" id="{8C69A3C1-34B7-4237-B05B-C7E2F549EF76}"/>
              </a:ext>
            </a:extLst>
          </p:cNvPr>
          <p:cNvSpPr txBox="1"/>
          <p:nvPr/>
        </p:nvSpPr>
        <p:spPr>
          <a:xfrm>
            <a:off x="1274966" y="1676862"/>
            <a:ext cx="14534529" cy="6933275"/>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400"/>
              </a:spcBef>
              <a:spcAft>
                <a:spcPts val="0"/>
              </a:spcAft>
              <a:buClr>
                <a:schemeClr val="dk1"/>
              </a:buClr>
              <a:buSzPts val="1100"/>
              <a:buFont typeface="Arial"/>
              <a:buNone/>
            </a:pPr>
            <a:r>
              <a:rPr lang="es-GT" sz="4000" b="1" noProof="0" dirty="0">
                <a:solidFill>
                  <a:schemeClr val="dk1"/>
                </a:solidFill>
              </a:rPr>
              <a:t>¿Cuál es el mejor para tu empresa?</a:t>
            </a:r>
          </a:p>
          <a:p>
            <a:pPr marL="457200" lvl="0" indent="-342900" algn="l" rtl="0">
              <a:lnSpc>
                <a:spcPct val="115000"/>
              </a:lnSpc>
              <a:spcBef>
                <a:spcPts val="1200"/>
              </a:spcBef>
              <a:spcAft>
                <a:spcPts val="0"/>
              </a:spcAft>
              <a:buClr>
                <a:schemeClr val="dk1"/>
              </a:buClr>
              <a:buSzPts val="1800"/>
              <a:buChar char="●"/>
            </a:pPr>
            <a:r>
              <a:rPr lang="es-GT" sz="4000" b="1" noProof="0" dirty="0">
                <a:solidFill>
                  <a:schemeClr val="dk1"/>
                </a:solidFill>
              </a:rPr>
              <a:t>Pequeñas empresas</a:t>
            </a:r>
            <a:r>
              <a:rPr lang="es-GT" sz="4000" noProof="0" dirty="0">
                <a:solidFill>
                  <a:schemeClr val="dk1"/>
                </a:solidFill>
              </a:rPr>
              <a:t> → </a:t>
            </a:r>
            <a:r>
              <a:rPr lang="es-GT" sz="4000" b="1" noProof="0" dirty="0">
                <a:solidFill>
                  <a:schemeClr val="dk1"/>
                </a:solidFill>
              </a:rPr>
              <a:t>CRM Operativo</a:t>
            </a:r>
            <a:r>
              <a:rPr lang="es-GT" sz="4000" noProof="0" dirty="0">
                <a:solidFill>
                  <a:schemeClr val="dk1"/>
                </a:solidFill>
              </a:rPr>
              <a:t> para gestionar clientes y automatizar tareas.</a:t>
            </a:r>
          </a:p>
          <a:p>
            <a:pPr marL="457200" lvl="0" indent="-342900" algn="l" rtl="0">
              <a:lnSpc>
                <a:spcPct val="115000"/>
              </a:lnSpc>
              <a:spcBef>
                <a:spcPts val="0"/>
              </a:spcBef>
              <a:spcAft>
                <a:spcPts val="0"/>
              </a:spcAft>
              <a:buClr>
                <a:schemeClr val="dk1"/>
              </a:buClr>
              <a:buSzPts val="1800"/>
              <a:buChar char="●"/>
            </a:pPr>
            <a:r>
              <a:rPr lang="es-GT" sz="4000" b="1" noProof="0" dirty="0">
                <a:solidFill>
                  <a:schemeClr val="dk1"/>
                </a:solidFill>
              </a:rPr>
              <a:t>Empresas en crecimiento</a:t>
            </a:r>
            <a:r>
              <a:rPr lang="es-GT" sz="4000" noProof="0" dirty="0">
                <a:solidFill>
                  <a:schemeClr val="dk1"/>
                </a:solidFill>
              </a:rPr>
              <a:t> → </a:t>
            </a:r>
            <a:r>
              <a:rPr lang="es-GT" sz="4000" b="1" noProof="0" dirty="0">
                <a:solidFill>
                  <a:schemeClr val="dk1"/>
                </a:solidFill>
              </a:rPr>
              <a:t>CRM Analítico</a:t>
            </a:r>
            <a:r>
              <a:rPr lang="es-GT" sz="4000" noProof="0" dirty="0">
                <a:solidFill>
                  <a:schemeClr val="dk1"/>
                </a:solidFill>
              </a:rPr>
              <a:t> para mejorar la estrategia con datos.</a:t>
            </a:r>
          </a:p>
          <a:p>
            <a:pPr marL="457200" lvl="0" indent="-342900" algn="l" rtl="0">
              <a:lnSpc>
                <a:spcPct val="115000"/>
              </a:lnSpc>
              <a:spcBef>
                <a:spcPts val="0"/>
              </a:spcBef>
              <a:spcAft>
                <a:spcPts val="0"/>
              </a:spcAft>
              <a:buClr>
                <a:schemeClr val="dk1"/>
              </a:buClr>
              <a:buSzPts val="1800"/>
              <a:buChar char="●"/>
            </a:pPr>
            <a:r>
              <a:rPr lang="es-GT" sz="4000" b="1" noProof="0" dirty="0">
                <a:solidFill>
                  <a:schemeClr val="dk1"/>
                </a:solidFill>
              </a:rPr>
              <a:t>Empresas con múltiples departamentos</a:t>
            </a:r>
            <a:r>
              <a:rPr lang="es-GT" sz="4000" noProof="0" dirty="0">
                <a:solidFill>
                  <a:schemeClr val="dk1"/>
                </a:solidFill>
              </a:rPr>
              <a:t> → </a:t>
            </a:r>
            <a:r>
              <a:rPr lang="es-GT" sz="4000" b="1" noProof="0" dirty="0">
                <a:solidFill>
                  <a:schemeClr val="dk1"/>
                </a:solidFill>
              </a:rPr>
              <a:t>CRM Colaborativo</a:t>
            </a:r>
            <a:r>
              <a:rPr lang="es-GT" sz="4000" noProof="0" dirty="0">
                <a:solidFill>
                  <a:schemeClr val="dk1"/>
                </a:solidFill>
              </a:rPr>
              <a:t> para unificar esfuerzos.</a:t>
            </a:r>
          </a:p>
        </p:txBody>
      </p:sp>
      <p:sp>
        <p:nvSpPr>
          <p:cNvPr id="3" name="Google Shape;156;p4">
            <a:extLst>
              <a:ext uri="{FF2B5EF4-FFF2-40B4-BE49-F238E27FC236}">
                <a16:creationId xmlns:a16="http://schemas.microsoft.com/office/drawing/2014/main" id="{07ABF71C-B2A2-3BF0-A5FC-7E618E057110}"/>
              </a:ext>
            </a:extLst>
          </p:cNvPr>
          <p:cNvSpPr/>
          <p:nvPr/>
        </p:nvSpPr>
        <p:spPr>
          <a:xfrm>
            <a:off x="13738947" y="6039852"/>
            <a:ext cx="4141095" cy="3894229"/>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Tree>
    <p:extLst>
      <p:ext uri="{BB962C8B-B14F-4D97-AF65-F5344CB8AC3E}">
        <p14:creationId xmlns:p14="http://schemas.microsoft.com/office/powerpoint/2010/main" val="7200377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F39A5684-A8AC-6A9A-37A4-8DC005CB811D}"/>
            </a:ext>
          </a:extLst>
        </p:cNvPr>
        <p:cNvGrpSpPr/>
        <p:nvPr/>
      </p:nvGrpSpPr>
      <p:grpSpPr>
        <a:xfrm>
          <a:off x="0" y="0"/>
          <a:ext cx="0" cy="0"/>
          <a:chOff x="0" y="0"/>
          <a:chExt cx="0" cy="0"/>
        </a:xfrm>
      </p:grpSpPr>
      <p:sp>
        <p:nvSpPr>
          <p:cNvPr id="156" name="Google Shape;156;p4">
            <a:extLst>
              <a:ext uri="{FF2B5EF4-FFF2-40B4-BE49-F238E27FC236}">
                <a16:creationId xmlns:a16="http://schemas.microsoft.com/office/drawing/2014/main" id="{86447DBD-BCC5-1C32-3C8F-8EC8A139E46A}"/>
              </a:ext>
            </a:extLst>
          </p:cNvPr>
          <p:cNvSpPr/>
          <p:nvPr/>
        </p:nvSpPr>
        <p:spPr>
          <a:xfrm>
            <a:off x="13447195" y="5334021"/>
            <a:ext cx="4626468" cy="4575998"/>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pic>
        <p:nvPicPr>
          <p:cNvPr id="2" name="Google Shape;116;g2d8fa948c4e_0_29">
            <a:extLst>
              <a:ext uri="{FF2B5EF4-FFF2-40B4-BE49-F238E27FC236}">
                <a16:creationId xmlns:a16="http://schemas.microsoft.com/office/drawing/2014/main" id="{D935D750-1331-9416-E0C8-7DBC730340D6}"/>
              </a:ext>
            </a:extLst>
          </p:cNvPr>
          <p:cNvPicPr preferRelativeResize="0"/>
          <p:nvPr/>
        </p:nvPicPr>
        <p:blipFill>
          <a:blip r:embed="rId4">
            <a:alphaModFix/>
          </a:blip>
          <a:stretch>
            <a:fillRect/>
          </a:stretch>
        </p:blipFill>
        <p:spPr>
          <a:xfrm>
            <a:off x="518599" y="886264"/>
            <a:ext cx="16865791" cy="8133430"/>
          </a:xfrm>
          <a:prstGeom prst="rect">
            <a:avLst/>
          </a:prstGeom>
          <a:noFill/>
          <a:ln>
            <a:noFill/>
          </a:ln>
        </p:spPr>
      </p:pic>
    </p:spTree>
    <p:extLst>
      <p:ext uri="{BB962C8B-B14F-4D97-AF65-F5344CB8AC3E}">
        <p14:creationId xmlns:p14="http://schemas.microsoft.com/office/powerpoint/2010/main" val="25394658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38B71E69-BA31-2F2F-2310-D49CD3308CB6}"/>
            </a:ext>
          </a:extLst>
        </p:cNvPr>
        <p:cNvGrpSpPr/>
        <p:nvPr/>
      </p:nvGrpSpPr>
      <p:grpSpPr>
        <a:xfrm>
          <a:off x="0" y="0"/>
          <a:ext cx="0" cy="0"/>
          <a:chOff x="0" y="0"/>
          <a:chExt cx="0" cy="0"/>
        </a:xfrm>
      </p:grpSpPr>
      <p:sp>
        <p:nvSpPr>
          <p:cNvPr id="156" name="Google Shape;156;p4">
            <a:extLst>
              <a:ext uri="{FF2B5EF4-FFF2-40B4-BE49-F238E27FC236}">
                <a16:creationId xmlns:a16="http://schemas.microsoft.com/office/drawing/2014/main" id="{23EF8613-2CF0-267E-4F80-CE45268737B7}"/>
              </a:ext>
            </a:extLst>
          </p:cNvPr>
          <p:cNvSpPr/>
          <p:nvPr/>
        </p:nvSpPr>
        <p:spPr>
          <a:xfrm>
            <a:off x="13447195" y="5334021"/>
            <a:ext cx="4626468" cy="4575998"/>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pic>
        <p:nvPicPr>
          <p:cNvPr id="3" name="Google Shape;123;g2d8fa948c4e_0_17">
            <a:extLst>
              <a:ext uri="{FF2B5EF4-FFF2-40B4-BE49-F238E27FC236}">
                <a16:creationId xmlns:a16="http://schemas.microsoft.com/office/drawing/2014/main" id="{286857AE-1503-81A5-AC42-2254772A8AFD}"/>
              </a:ext>
            </a:extLst>
          </p:cNvPr>
          <p:cNvPicPr preferRelativeResize="0"/>
          <p:nvPr/>
        </p:nvPicPr>
        <p:blipFill>
          <a:blip r:embed="rId4">
            <a:alphaModFix/>
          </a:blip>
          <a:stretch>
            <a:fillRect/>
          </a:stretch>
        </p:blipFill>
        <p:spPr>
          <a:xfrm>
            <a:off x="1303635" y="2640034"/>
            <a:ext cx="15680729" cy="6552093"/>
          </a:xfrm>
          <a:prstGeom prst="rect">
            <a:avLst/>
          </a:prstGeom>
          <a:noFill/>
          <a:ln>
            <a:noFill/>
          </a:ln>
        </p:spPr>
      </p:pic>
      <p:pic>
        <p:nvPicPr>
          <p:cNvPr id="4" name="Google Shape;122;g2d8fa948c4e_0_17">
            <a:extLst>
              <a:ext uri="{FF2B5EF4-FFF2-40B4-BE49-F238E27FC236}">
                <a16:creationId xmlns:a16="http://schemas.microsoft.com/office/drawing/2014/main" id="{15ED0D82-2CC6-EFA0-588C-05DBDABF61E9}"/>
              </a:ext>
            </a:extLst>
          </p:cNvPr>
          <p:cNvPicPr preferRelativeResize="0"/>
          <p:nvPr/>
        </p:nvPicPr>
        <p:blipFill>
          <a:blip r:embed="rId5">
            <a:alphaModFix/>
          </a:blip>
          <a:stretch>
            <a:fillRect/>
          </a:stretch>
        </p:blipFill>
        <p:spPr>
          <a:xfrm>
            <a:off x="1303634" y="77307"/>
            <a:ext cx="15680729" cy="2562727"/>
          </a:xfrm>
          <a:prstGeom prst="rect">
            <a:avLst/>
          </a:prstGeom>
          <a:noFill/>
          <a:ln>
            <a:noFill/>
          </a:ln>
        </p:spPr>
      </p:pic>
    </p:spTree>
    <p:extLst>
      <p:ext uri="{BB962C8B-B14F-4D97-AF65-F5344CB8AC3E}">
        <p14:creationId xmlns:p14="http://schemas.microsoft.com/office/powerpoint/2010/main" val="6071223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DA5622D4-B135-6665-C346-411E39FCFE92}"/>
            </a:ext>
          </a:extLst>
        </p:cNvPr>
        <p:cNvGrpSpPr/>
        <p:nvPr/>
      </p:nvGrpSpPr>
      <p:grpSpPr>
        <a:xfrm>
          <a:off x="0" y="0"/>
          <a:ext cx="0" cy="0"/>
          <a:chOff x="0" y="0"/>
          <a:chExt cx="0" cy="0"/>
        </a:xfrm>
      </p:grpSpPr>
      <p:sp>
        <p:nvSpPr>
          <p:cNvPr id="154" name="Google Shape;154;p4">
            <a:extLst>
              <a:ext uri="{FF2B5EF4-FFF2-40B4-BE49-F238E27FC236}">
                <a16:creationId xmlns:a16="http://schemas.microsoft.com/office/drawing/2014/main" id="{304A3DCE-7348-2816-9F21-3E7B66367444}"/>
              </a:ext>
            </a:extLst>
          </p:cNvPr>
          <p:cNvSpPr txBox="1"/>
          <p:nvPr/>
        </p:nvSpPr>
        <p:spPr>
          <a:xfrm>
            <a:off x="680773" y="2089353"/>
            <a:ext cx="16698774" cy="6709144"/>
          </a:xfrm>
          <a:prstGeom prst="rect">
            <a:avLst/>
          </a:prstGeom>
          <a:noFill/>
          <a:ln>
            <a:noFill/>
          </a:ln>
        </p:spPr>
        <p:txBody>
          <a:bodyPr spcFirstLastPara="1" wrap="square" lIns="0" tIns="0" rIns="0" bIns="0" anchor="t" anchorCtr="0">
            <a:spAutoFit/>
          </a:bodyPr>
          <a:lstStyle/>
          <a:p>
            <a:pPr marL="0" marR="0" lvl="0" indent="0" algn="l" rtl="0">
              <a:lnSpc>
                <a:spcPct val="173070"/>
              </a:lnSpc>
              <a:spcBef>
                <a:spcPts val="0"/>
              </a:spcBef>
              <a:spcAft>
                <a:spcPts val="0"/>
              </a:spcAft>
              <a:buClr>
                <a:srgbClr val="000000"/>
              </a:buClr>
              <a:buSzPts val="3925"/>
              <a:buFont typeface="Arial"/>
              <a:buNone/>
            </a:pPr>
            <a:r>
              <a:rPr lang="es-GT" sz="2800" b="0" i="0" u="none" strike="noStrike" cap="none" noProof="0" dirty="0">
                <a:solidFill>
                  <a:srgbClr val="131416"/>
                </a:solidFill>
                <a:latin typeface="Arial"/>
                <a:ea typeface="Arial"/>
                <a:cs typeface="Arial"/>
                <a:sym typeface="Arial"/>
              </a:rPr>
              <a:t>Los beneficios de un CRM puede variar segú</a:t>
            </a:r>
            <a:r>
              <a:rPr lang="es-GT" sz="2800" noProof="0" dirty="0">
                <a:solidFill>
                  <a:srgbClr val="131416"/>
                </a:solidFill>
              </a:rPr>
              <a:t>n el departamento o la industria, pero entre los más comunes se encuentran:</a:t>
            </a:r>
          </a:p>
          <a:p>
            <a:pPr marL="457200" marR="0" lvl="0" indent="-457200" algn="l" rtl="0">
              <a:lnSpc>
                <a:spcPct val="173070"/>
              </a:lnSpc>
              <a:spcBef>
                <a:spcPts val="0"/>
              </a:spcBef>
              <a:spcAft>
                <a:spcPts val="0"/>
              </a:spcAft>
              <a:buClr>
                <a:srgbClr val="000000"/>
              </a:buClr>
              <a:buSzPts val="3925"/>
              <a:buFont typeface="Arial" panose="020B0604020202020204" pitchFamily="34" charset="0"/>
              <a:buChar char="•"/>
            </a:pPr>
            <a:r>
              <a:rPr lang="es-GT" sz="2800" b="1" i="0" u="none" strike="noStrike" cap="none" noProof="0" dirty="0">
                <a:solidFill>
                  <a:srgbClr val="131416"/>
                </a:solidFill>
                <a:latin typeface="Arial"/>
                <a:ea typeface="Arial"/>
                <a:cs typeface="Arial"/>
                <a:sym typeface="Arial"/>
              </a:rPr>
              <a:t>Equipo</a:t>
            </a:r>
            <a:r>
              <a:rPr lang="es-GT" sz="2800" b="1" noProof="0" dirty="0">
                <a:solidFill>
                  <a:srgbClr val="131416"/>
                </a:solidFill>
              </a:rPr>
              <a:t>s de ventas más productivo</a:t>
            </a:r>
          </a:p>
          <a:p>
            <a:pPr lvl="1">
              <a:lnSpc>
                <a:spcPct val="173070"/>
              </a:lnSpc>
              <a:buSzPts val="3925"/>
            </a:pPr>
            <a:r>
              <a:rPr lang="es-GT" sz="2800" noProof="0" dirty="0">
                <a:solidFill>
                  <a:srgbClr val="131416"/>
                </a:solidFill>
              </a:rPr>
              <a:t>	Apoya al equipo de ventas en la organización, obtener información, incluso cerrar acuerdos. Esto 	se obtiene gracias a su fuente de datos única y centralizada donde se encuentra toda la 	información de los clientes y prospectos, desde un contacto inicial hasta la conversación, toda esa 	información es almacenada y fácilmente accesible para comprender mejor al cliente, realizar 	seguimiento de interacciones y gestionar datos de forma eficaz.</a:t>
            </a:r>
          </a:p>
          <a:p>
            <a:pPr marL="457200" marR="0" lvl="0" indent="-457200" algn="l" rtl="0">
              <a:lnSpc>
                <a:spcPct val="173070"/>
              </a:lnSpc>
              <a:spcBef>
                <a:spcPts val="0"/>
              </a:spcBef>
              <a:spcAft>
                <a:spcPts val="0"/>
              </a:spcAft>
              <a:buClr>
                <a:srgbClr val="000000"/>
              </a:buClr>
              <a:buSzPts val="3925"/>
              <a:buFont typeface="Arial" panose="020B0604020202020204" pitchFamily="34" charset="0"/>
              <a:buChar char="•"/>
            </a:pPr>
            <a:endParaRPr lang="es-GT" sz="2800" b="0" i="0" u="none" strike="noStrike" cap="none" noProof="0" dirty="0">
              <a:solidFill>
                <a:srgbClr val="000000"/>
              </a:solidFill>
              <a:latin typeface="Arial"/>
              <a:ea typeface="Arial"/>
              <a:cs typeface="Arial"/>
              <a:sym typeface="Arial"/>
            </a:endParaRPr>
          </a:p>
        </p:txBody>
      </p:sp>
      <p:sp>
        <p:nvSpPr>
          <p:cNvPr id="155" name="Google Shape;155;p4">
            <a:extLst>
              <a:ext uri="{FF2B5EF4-FFF2-40B4-BE49-F238E27FC236}">
                <a16:creationId xmlns:a16="http://schemas.microsoft.com/office/drawing/2014/main" id="{C83B94B3-0A95-0A9F-4233-9970F8066AAE}"/>
              </a:ext>
            </a:extLst>
          </p:cNvPr>
          <p:cNvSpPr txBox="1"/>
          <p:nvPr/>
        </p:nvSpPr>
        <p:spPr>
          <a:xfrm>
            <a:off x="1374889" y="654364"/>
            <a:ext cx="13991100" cy="1060418"/>
          </a:xfrm>
          <a:prstGeom prst="rect">
            <a:avLst/>
          </a:prstGeom>
          <a:noFill/>
          <a:ln>
            <a:noFill/>
          </a:ln>
        </p:spPr>
        <p:txBody>
          <a:bodyPr spcFirstLastPara="1" wrap="square" lIns="0" tIns="0" rIns="0" bIns="0" anchor="t" anchorCtr="0">
            <a:spAutoFit/>
          </a:bodyPr>
          <a:lstStyle/>
          <a:p>
            <a:pPr marL="0" marR="0" lvl="0" indent="0" algn="just" rtl="0">
              <a:lnSpc>
                <a:spcPct val="112987"/>
              </a:lnSpc>
              <a:spcBef>
                <a:spcPts val="0"/>
              </a:spcBef>
              <a:spcAft>
                <a:spcPts val="0"/>
              </a:spcAft>
              <a:buClr>
                <a:srgbClr val="000000"/>
              </a:buClr>
              <a:buSzPts val="6098"/>
              <a:buFont typeface="Arial"/>
              <a:buNone/>
            </a:pPr>
            <a:r>
              <a:rPr lang="es-GT" sz="6098" b="0" i="0" u="none" strike="noStrike" cap="none" noProof="0" dirty="0">
                <a:solidFill>
                  <a:srgbClr val="131416"/>
                </a:solidFill>
                <a:latin typeface="Impact"/>
                <a:ea typeface="Impact"/>
                <a:cs typeface="Impact"/>
                <a:sym typeface="Impact"/>
              </a:rPr>
              <a:t>Beneficios de un CRM e implementación</a:t>
            </a:r>
            <a:endParaRPr lang="es-GT" sz="1400" b="0" i="0" u="none" strike="noStrike" cap="none" noProof="0" dirty="0">
              <a:solidFill>
                <a:srgbClr val="000000"/>
              </a:solidFill>
              <a:latin typeface="Impact"/>
              <a:ea typeface="Impact"/>
              <a:cs typeface="Impact"/>
              <a:sym typeface="Impact"/>
            </a:endParaRPr>
          </a:p>
        </p:txBody>
      </p:sp>
      <p:sp>
        <p:nvSpPr>
          <p:cNvPr id="156" name="Google Shape;156;p4">
            <a:extLst>
              <a:ext uri="{FF2B5EF4-FFF2-40B4-BE49-F238E27FC236}">
                <a16:creationId xmlns:a16="http://schemas.microsoft.com/office/drawing/2014/main" id="{56556A88-5194-E85F-A1AD-FDFA7B41023A}"/>
              </a:ext>
            </a:extLst>
          </p:cNvPr>
          <p:cNvSpPr/>
          <p:nvPr/>
        </p:nvSpPr>
        <p:spPr>
          <a:xfrm>
            <a:off x="14245389" y="6569241"/>
            <a:ext cx="3828274" cy="3340777"/>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Tree>
    <p:extLst>
      <p:ext uri="{BB962C8B-B14F-4D97-AF65-F5344CB8AC3E}">
        <p14:creationId xmlns:p14="http://schemas.microsoft.com/office/powerpoint/2010/main" val="21305974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3E7B6C47-66DF-5684-0301-EEC88B72FD35}"/>
            </a:ext>
          </a:extLst>
        </p:cNvPr>
        <p:cNvGrpSpPr/>
        <p:nvPr/>
      </p:nvGrpSpPr>
      <p:grpSpPr>
        <a:xfrm>
          <a:off x="0" y="0"/>
          <a:ext cx="0" cy="0"/>
          <a:chOff x="0" y="0"/>
          <a:chExt cx="0" cy="0"/>
        </a:xfrm>
      </p:grpSpPr>
      <p:sp>
        <p:nvSpPr>
          <p:cNvPr id="156" name="Google Shape;156;p4">
            <a:extLst>
              <a:ext uri="{FF2B5EF4-FFF2-40B4-BE49-F238E27FC236}">
                <a16:creationId xmlns:a16="http://schemas.microsoft.com/office/drawing/2014/main" id="{1F0DC896-8DAB-ADB0-1DF4-D43773286533}"/>
              </a:ext>
            </a:extLst>
          </p:cNvPr>
          <p:cNvSpPr/>
          <p:nvPr/>
        </p:nvSpPr>
        <p:spPr>
          <a:xfrm>
            <a:off x="14245389" y="6569241"/>
            <a:ext cx="3828274" cy="3340777"/>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154" name="Google Shape;154;p4">
            <a:extLst>
              <a:ext uri="{FF2B5EF4-FFF2-40B4-BE49-F238E27FC236}">
                <a16:creationId xmlns:a16="http://schemas.microsoft.com/office/drawing/2014/main" id="{A6181570-A853-687D-E295-F5C85ED35582}"/>
              </a:ext>
            </a:extLst>
          </p:cNvPr>
          <p:cNvSpPr txBox="1"/>
          <p:nvPr/>
        </p:nvSpPr>
        <p:spPr>
          <a:xfrm>
            <a:off x="457729" y="1788928"/>
            <a:ext cx="16698774" cy="6709144"/>
          </a:xfrm>
          <a:prstGeom prst="rect">
            <a:avLst/>
          </a:prstGeom>
          <a:noFill/>
          <a:ln>
            <a:noFill/>
          </a:ln>
        </p:spPr>
        <p:txBody>
          <a:bodyPr spcFirstLastPara="1" wrap="square" lIns="0" tIns="0" rIns="0" bIns="0" anchor="t" anchorCtr="0">
            <a:spAutoFit/>
          </a:bodyPr>
          <a:lstStyle/>
          <a:p>
            <a:pPr marL="457200" lvl="0" indent="-457200">
              <a:lnSpc>
                <a:spcPct val="173070"/>
              </a:lnSpc>
              <a:buSzPts val="3925"/>
              <a:buFont typeface="Arial" panose="020B0604020202020204" pitchFamily="34" charset="0"/>
              <a:buChar char="•"/>
            </a:pPr>
            <a:r>
              <a:rPr lang="es-GT" sz="2800" b="1" noProof="0" dirty="0">
                <a:solidFill>
                  <a:srgbClr val="131416"/>
                </a:solidFill>
              </a:rPr>
              <a:t>Vista única del cliente</a:t>
            </a:r>
          </a:p>
          <a:p>
            <a:pPr lvl="0">
              <a:lnSpc>
                <a:spcPct val="173070"/>
              </a:lnSpc>
              <a:buSzPts val="3925"/>
            </a:pPr>
            <a:r>
              <a:rPr lang="es-GT" sz="2800" noProof="0" dirty="0">
                <a:solidFill>
                  <a:srgbClr val="131416"/>
                </a:solidFill>
              </a:rPr>
              <a:t>	Contando con toda la información recopilada se puede presentar una única vista del cliente a todos 	los miembros de la empresa en base a sus intereses, historial de compras y las interacciones, todo 	para crear una experiencia más personalizada.</a:t>
            </a:r>
          </a:p>
          <a:p>
            <a:pPr lvl="0">
              <a:lnSpc>
                <a:spcPct val="173070"/>
              </a:lnSpc>
              <a:buSzPts val="3925"/>
            </a:pPr>
            <a:endParaRPr lang="es-GT" sz="2800" noProof="0" dirty="0">
              <a:solidFill>
                <a:srgbClr val="131416"/>
              </a:solidFill>
            </a:endParaRPr>
          </a:p>
          <a:p>
            <a:pPr lvl="0">
              <a:lnSpc>
                <a:spcPct val="173070"/>
              </a:lnSpc>
              <a:buSzPts val="3925"/>
            </a:pPr>
            <a:r>
              <a:rPr lang="es-GT" sz="2800" noProof="0" dirty="0">
                <a:solidFill>
                  <a:srgbClr val="131416"/>
                </a:solidFill>
              </a:rPr>
              <a:t>	Este análisis de la actividad de cada cliente brinda un imagen en la que cada equipo puede tomar 	decisiones según sus propias necesidades y objetivos y no trabajar de la forma tradicional en que 	cada área se centraba en el cliente según su departamento (Marketing, Ventas, Servicio al Cliente).</a:t>
            </a:r>
          </a:p>
          <a:p>
            <a:pPr marL="457200" marR="0" lvl="0" indent="-457200" algn="l" rtl="0">
              <a:lnSpc>
                <a:spcPct val="173070"/>
              </a:lnSpc>
              <a:spcBef>
                <a:spcPts val="0"/>
              </a:spcBef>
              <a:spcAft>
                <a:spcPts val="0"/>
              </a:spcAft>
              <a:buClr>
                <a:srgbClr val="000000"/>
              </a:buClr>
              <a:buSzPts val="3925"/>
              <a:buFont typeface="Arial" panose="020B0604020202020204" pitchFamily="34" charset="0"/>
              <a:buChar char="•"/>
            </a:pPr>
            <a:endParaRPr lang="es-GT" sz="2800" b="0" i="0" u="none" strike="noStrike" cap="none" noProof="0"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25854296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09B1F6A2-A78A-B9D5-B0DA-5F93DE73F9EA}"/>
            </a:ext>
          </a:extLst>
        </p:cNvPr>
        <p:cNvGrpSpPr/>
        <p:nvPr/>
      </p:nvGrpSpPr>
      <p:grpSpPr>
        <a:xfrm>
          <a:off x="0" y="0"/>
          <a:ext cx="0" cy="0"/>
          <a:chOff x="0" y="0"/>
          <a:chExt cx="0" cy="0"/>
        </a:xfrm>
      </p:grpSpPr>
      <p:sp>
        <p:nvSpPr>
          <p:cNvPr id="156" name="Google Shape;156;p4">
            <a:extLst>
              <a:ext uri="{FF2B5EF4-FFF2-40B4-BE49-F238E27FC236}">
                <a16:creationId xmlns:a16="http://schemas.microsoft.com/office/drawing/2014/main" id="{ADF053F6-EA2C-165A-C6DF-05D391D108B0}"/>
              </a:ext>
            </a:extLst>
          </p:cNvPr>
          <p:cNvSpPr/>
          <p:nvPr/>
        </p:nvSpPr>
        <p:spPr>
          <a:xfrm>
            <a:off x="14245389" y="6569241"/>
            <a:ext cx="3828274" cy="3340777"/>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154" name="Google Shape;154;p4">
            <a:extLst>
              <a:ext uri="{FF2B5EF4-FFF2-40B4-BE49-F238E27FC236}">
                <a16:creationId xmlns:a16="http://schemas.microsoft.com/office/drawing/2014/main" id="{8142DED7-DB96-A3CB-1A25-469EA479B641}"/>
              </a:ext>
            </a:extLst>
          </p:cNvPr>
          <p:cNvSpPr txBox="1"/>
          <p:nvPr/>
        </p:nvSpPr>
        <p:spPr>
          <a:xfrm>
            <a:off x="578044" y="1500170"/>
            <a:ext cx="16698774" cy="8200065"/>
          </a:xfrm>
          <a:prstGeom prst="rect">
            <a:avLst/>
          </a:prstGeom>
          <a:noFill/>
          <a:ln>
            <a:noFill/>
          </a:ln>
        </p:spPr>
        <p:txBody>
          <a:bodyPr spcFirstLastPara="1" wrap="square" lIns="0" tIns="0" rIns="0" bIns="0" anchor="t" anchorCtr="0">
            <a:spAutoFit/>
          </a:bodyPr>
          <a:lstStyle/>
          <a:p>
            <a:pPr marL="457200" lvl="0" indent="-457200">
              <a:lnSpc>
                <a:spcPct val="173070"/>
              </a:lnSpc>
              <a:buSzPts val="3925"/>
              <a:buFont typeface="Arial" panose="020B0604020202020204" pitchFamily="34" charset="0"/>
              <a:buChar char="•"/>
            </a:pPr>
            <a:r>
              <a:rPr lang="es-GT" sz="2800" b="1" noProof="0" dirty="0">
                <a:solidFill>
                  <a:srgbClr val="131416"/>
                </a:solidFill>
              </a:rPr>
              <a:t>Análisis de datos procesables</a:t>
            </a:r>
          </a:p>
          <a:p>
            <a:pPr lvl="0">
              <a:lnSpc>
                <a:spcPct val="173070"/>
              </a:lnSpc>
              <a:buSzPts val="3925"/>
            </a:pPr>
            <a:r>
              <a:rPr lang="es-GT" sz="2800" noProof="0" dirty="0">
                <a:solidFill>
                  <a:srgbClr val="131416"/>
                </a:solidFill>
              </a:rPr>
              <a:t>	Como los sistemas CRM cuentan con toda la información del cliente, en este sistema pueden 	organizarse, y analizar los datos de los clientes, comparándola con registros anteriores, esto para 	obtener los datos más importantes para los flujos de trabajo correspondientes, sin tener que 	indagar entre todos los datos.</a:t>
            </a:r>
          </a:p>
          <a:p>
            <a:pPr lvl="0">
              <a:lnSpc>
                <a:spcPct val="173070"/>
              </a:lnSpc>
              <a:buSzPts val="3925"/>
            </a:pPr>
            <a:endParaRPr lang="es-GT" sz="2800" noProof="0" dirty="0">
              <a:solidFill>
                <a:srgbClr val="131416"/>
              </a:solidFill>
            </a:endParaRPr>
          </a:p>
          <a:p>
            <a:pPr marL="457200" lvl="0" indent="-457200">
              <a:lnSpc>
                <a:spcPct val="173070"/>
              </a:lnSpc>
              <a:buSzPts val="3925"/>
              <a:buFont typeface="Arial" panose="020B0604020202020204" pitchFamily="34" charset="0"/>
              <a:buChar char="•"/>
            </a:pPr>
            <a:r>
              <a:rPr lang="es-GT" sz="2800" b="1" noProof="0" dirty="0">
                <a:solidFill>
                  <a:srgbClr val="131416"/>
                </a:solidFill>
              </a:rPr>
              <a:t>Automatización centrada en el cliente</a:t>
            </a:r>
          </a:p>
          <a:p>
            <a:pPr lvl="0">
              <a:lnSpc>
                <a:spcPct val="173070"/>
              </a:lnSpc>
              <a:buSzPts val="3925"/>
            </a:pPr>
            <a:r>
              <a:rPr lang="es-GT" sz="2800" noProof="0" dirty="0">
                <a:solidFill>
                  <a:srgbClr val="131416"/>
                </a:solidFill>
              </a:rPr>
              <a:t>	La automatización es uno de los beneficios del CRM, permitiendo configurar en una serie de pasos 	el envío de correos electrónicos o notificaciones, que luego se ponen en marcha medianes 	acciones específicas.</a:t>
            </a:r>
          </a:p>
          <a:p>
            <a:pPr marL="457200" marR="0" lvl="0" indent="-457200" algn="l" rtl="0">
              <a:lnSpc>
                <a:spcPct val="173070"/>
              </a:lnSpc>
              <a:spcBef>
                <a:spcPts val="0"/>
              </a:spcBef>
              <a:spcAft>
                <a:spcPts val="0"/>
              </a:spcAft>
              <a:buClr>
                <a:srgbClr val="000000"/>
              </a:buClr>
              <a:buSzPts val="3925"/>
              <a:buFont typeface="Arial" panose="020B0604020202020204" pitchFamily="34" charset="0"/>
              <a:buChar char="•"/>
            </a:pPr>
            <a:endParaRPr lang="es-GT" sz="2800" b="0" i="0" u="none" strike="noStrike" cap="none" noProof="0"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29877106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4ACAA1CA-4604-32F6-3920-FBFBEFDDEF63}"/>
            </a:ext>
          </a:extLst>
        </p:cNvPr>
        <p:cNvGrpSpPr/>
        <p:nvPr/>
      </p:nvGrpSpPr>
      <p:grpSpPr>
        <a:xfrm>
          <a:off x="0" y="0"/>
          <a:ext cx="0" cy="0"/>
          <a:chOff x="0" y="0"/>
          <a:chExt cx="0" cy="0"/>
        </a:xfrm>
      </p:grpSpPr>
      <p:sp>
        <p:nvSpPr>
          <p:cNvPr id="155" name="Google Shape;155;p4">
            <a:extLst>
              <a:ext uri="{FF2B5EF4-FFF2-40B4-BE49-F238E27FC236}">
                <a16:creationId xmlns:a16="http://schemas.microsoft.com/office/drawing/2014/main" id="{21F8D294-DCA2-DEFA-6087-E5148ED0632A}"/>
              </a:ext>
            </a:extLst>
          </p:cNvPr>
          <p:cNvSpPr txBox="1"/>
          <p:nvPr/>
        </p:nvSpPr>
        <p:spPr>
          <a:xfrm>
            <a:off x="1374889" y="654364"/>
            <a:ext cx="15613700" cy="1060418"/>
          </a:xfrm>
          <a:prstGeom prst="rect">
            <a:avLst/>
          </a:prstGeom>
          <a:noFill/>
          <a:ln>
            <a:noFill/>
          </a:ln>
        </p:spPr>
        <p:txBody>
          <a:bodyPr spcFirstLastPara="1" wrap="square" lIns="0" tIns="0" rIns="0" bIns="0" anchor="t" anchorCtr="0">
            <a:spAutoFit/>
          </a:bodyPr>
          <a:lstStyle/>
          <a:p>
            <a:pPr marL="0" marR="0" lvl="0" indent="0" algn="just" rtl="0">
              <a:lnSpc>
                <a:spcPct val="112987"/>
              </a:lnSpc>
              <a:spcBef>
                <a:spcPts val="0"/>
              </a:spcBef>
              <a:spcAft>
                <a:spcPts val="0"/>
              </a:spcAft>
              <a:buClr>
                <a:srgbClr val="000000"/>
              </a:buClr>
              <a:buSzPts val="6098"/>
              <a:buFont typeface="Arial"/>
              <a:buNone/>
            </a:pPr>
            <a:r>
              <a:rPr lang="es-GT" sz="6098" b="0" i="0" u="none" strike="noStrike" cap="none" noProof="0" dirty="0">
                <a:solidFill>
                  <a:srgbClr val="131416"/>
                </a:solidFill>
                <a:latin typeface="Impact"/>
                <a:ea typeface="Impact"/>
                <a:cs typeface="Impact"/>
                <a:sym typeface="Impact"/>
              </a:rPr>
              <a:t>Arquitectura y modularidad de un sistema CRM.</a:t>
            </a:r>
            <a:endParaRPr lang="es-GT" sz="1400" b="0" i="0" u="none" strike="noStrike" cap="none" noProof="0" dirty="0">
              <a:solidFill>
                <a:srgbClr val="000000"/>
              </a:solidFill>
              <a:latin typeface="Impact"/>
              <a:ea typeface="Impact"/>
              <a:cs typeface="Impact"/>
              <a:sym typeface="Impact"/>
            </a:endParaRPr>
          </a:p>
        </p:txBody>
      </p:sp>
      <p:sp>
        <p:nvSpPr>
          <p:cNvPr id="156" name="Google Shape;156;p4">
            <a:extLst>
              <a:ext uri="{FF2B5EF4-FFF2-40B4-BE49-F238E27FC236}">
                <a16:creationId xmlns:a16="http://schemas.microsoft.com/office/drawing/2014/main" id="{23140B54-A632-E7A5-D7C2-0AF6B18B49F4}"/>
              </a:ext>
            </a:extLst>
          </p:cNvPr>
          <p:cNvSpPr/>
          <p:nvPr/>
        </p:nvSpPr>
        <p:spPr>
          <a:xfrm>
            <a:off x="14221325" y="6497053"/>
            <a:ext cx="3852337" cy="3412966"/>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154" name="Google Shape;154;p4">
            <a:extLst>
              <a:ext uri="{FF2B5EF4-FFF2-40B4-BE49-F238E27FC236}">
                <a16:creationId xmlns:a16="http://schemas.microsoft.com/office/drawing/2014/main" id="{8EBFD7D1-FE86-D471-E736-0063FA2E3CCD}"/>
              </a:ext>
            </a:extLst>
          </p:cNvPr>
          <p:cNvSpPr txBox="1"/>
          <p:nvPr/>
        </p:nvSpPr>
        <p:spPr>
          <a:xfrm>
            <a:off x="1374889" y="3027816"/>
            <a:ext cx="16287469" cy="6269793"/>
          </a:xfrm>
          <a:prstGeom prst="rect">
            <a:avLst/>
          </a:prstGeom>
          <a:noFill/>
          <a:ln>
            <a:noFill/>
          </a:ln>
        </p:spPr>
        <p:txBody>
          <a:bodyPr spcFirstLastPara="1" wrap="square" lIns="0" tIns="0" rIns="0" bIns="0" anchor="t" anchorCtr="0">
            <a:spAutoFit/>
          </a:bodyPr>
          <a:lstStyle/>
          <a:p>
            <a:pPr marL="0" marR="0" lvl="0" indent="0" algn="l" rtl="0">
              <a:lnSpc>
                <a:spcPct val="173070"/>
              </a:lnSpc>
              <a:spcBef>
                <a:spcPts val="0"/>
              </a:spcBef>
              <a:spcAft>
                <a:spcPts val="0"/>
              </a:spcAft>
              <a:buClr>
                <a:srgbClr val="000000"/>
              </a:buClr>
              <a:buSzPts val="3925"/>
              <a:buFont typeface="Arial"/>
              <a:buNone/>
            </a:pPr>
            <a:r>
              <a:rPr lang="es-GT" sz="3925" b="0" i="0" u="none" strike="noStrike" cap="none" noProof="0" dirty="0">
                <a:solidFill>
                  <a:srgbClr val="131416"/>
                </a:solidFill>
                <a:latin typeface="Arial"/>
                <a:ea typeface="Arial"/>
                <a:cs typeface="Arial"/>
                <a:sym typeface="Arial"/>
              </a:rPr>
              <a:t>La arquitectura de un CRM se centra en una base de datos centralizada la cual se encarga de conectar módulos independientes y especializados para gestionar de forma integral la relación con el cliente. Su diseño permite a las empresas personalizar, escalar y añadir funcionalidades específicas sin llegar afectar el núcleo del sistema, facilitando la agilidad operativa.</a:t>
            </a:r>
            <a:endParaRPr lang="es-GT" sz="1400" b="0" i="0" u="none" strike="noStrike" cap="none" noProof="0"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9214074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72858310-FC55-BB08-FED8-12D6B912C6E3}"/>
            </a:ext>
          </a:extLst>
        </p:cNvPr>
        <p:cNvGrpSpPr/>
        <p:nvPr/>
      </p:nvGrpSpPr>
      <p:grpSpPr>
        <a:xfrm>
          <a:off x="0" y="0"/>
          <a:ext cx="0" cy="0"/>
          <a:chOff x="0" y="0"/>
          <a:chExt cx="0" cy="0"/>
        </a:xfrm>
      </p:grpSpPr>
      <p:sp>
        <p:nvSpPr>
          <p:cNvPr id="155" name="Google Shape;155;p4">
            <a:extLst>
              <a:ext uri="{FF2B5EF4-FFF2-40B4-BE49-F238E27FC236}">
                <a16:creationId xmlns:a16="http://schemas.microsoft.com/office/drawing/2014/main" id="{62157A1D-9C61-3936-0F9B-530BA60D4AE1}"/>
              </a:ext>
            </a:extLst>
          </p:cNvPr>
          <p:cNvSpPr txBox="1"/>
          <p:nvPr/>
        </p:nvSpPr>
        <p:spPr>
          <a:xfrm>
            <a:off x="1374889" y="654364"/>
            <a:ext cx="13991100" cy="1060418"/>
          </a:xfrm>
          <a:prstGeom prst="rect">
            <a:avLst/>
          </a:prstGeom>
          <a:noFill/>
          <a:ln>
            <a:noFill/>
          </a:ln>
        </p:spPr>
        <p:txBody>
          <a:bodyPr spcFirstLastPara="1" wrap="square" lIns="0" tIns="0" rIns="0" bIns="0" anchor="t" anchorCtr="0">
            <a:spAutoFit/>
          </a:bodyPr>
          <a:lstStyle/>
          <a:p>
            <a:pPr marL="0" marR="0" lvl="0" indent="0" algn="just" rtl="0">
              <a:lnSpc>
                <a:spcPct val="112987"/>
              </a:lnSpc>
              <a:spcBef>
                <a:spcPts val="0"/>
              </a:spcBef>
              <a:spcAft>
                <a:spcPts val="0"/>
              </a:spcAft>
              <a:buClr>
                <a:srgbClr val="000000"/>
              </a:buClr>
              <a:buSzPts val="6098"/>
              <a:buFont typeface="Arial"/>
              <a:buNone/>
            </a:pPr>
            <a:r>
              <a:rPr lang="es-GT" sz="6098" b="0" i="0" u="none" strike="noStrike" cap="none" noProof="0" dirty="0">
                <a:solidFill>
                  <a:srgbClr val="131416"/>
                </a:solidFill>
                <a:latin typeface="Impact"/>
                <a:ea typeface="Impact"/>
                <a:cs typeface="Impact"/>
                <a:sym typeface="Impact"/>
              </a:rPr>
              <a:t>Tendencias en los CRM</a:t>
            </a:r>
          </a:p>
        </p:txBody>
      </p:sp>
      <p:sp>
        <p:nvSpPr>
          <p:cNvPr id="156" name="Google Shape;156;p4">
            <a:extLst>
              <a:ext uri="{FF2B5EF4-FFF2-40B4-BE49-F238E27FC236}">
                <a16:creationId xmlns:a16="http://schemas.microsoft.com/office/drawing/2014/main" id="{862052D1-AA5A-B6E7-E540-08B6EEC8FA1B}"/>
              </a:ext>
            </a:extLst>
          </p:cNvPr>
          <p:cNvSpPr/>
          <p:nvPr/>
        </p:nvSpPr>
        <p:spPr>
          <a:xfrm>
            <a:off x="13447195" y="5334021"/>
            <a:ext cx="4626468" cy="4575998"/>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2" name="Google Shape;130;g2d8fa948c4e_0_33">
            <a:extLst>
              <a:ext uri="{FF2B5EF4-FFF2-40B4-BE49-F238E27FC236}">
                <a16:creationId xmlns:a16="http://schemas.microsoft.com/office/drawing/2014/main" id="{FEE4C5C3-2B00-C3C5-49B3-D92AF160FF34}"/>
              </a:ext>
            </a:extLst>
          </p:cNvPr>
          <p:cNvSpPr txBox="1"/>
          <p:nvPr/>
        </p:nvSpPr>
        <p:spPr>
          <a:xfrm>
            <a:off x="889573" y="2001529"/>
            <a:ext cx="15342689" cy="7414538"/>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400"/>
              </a:spcBef>
              <a:spcAft>
                <a:spcPts val="0"/>
              </a:spcAft>
              <a:buClr>
                <a:schemeClr val="dk1"/>
              </a:buClr>
              <a:buSzPts val="1100"/>
              <a:buFont typeface="Arial"/>
              <a:buNone/>
            </a:pPr>
            <a:r>
              <a:rPr lang="es-GT" sz="2800" b="1" noProof="0" dirty="0">
                <a:solidFill>
                  <a:schemeClr val="dk1"/>
                </a:solidFill>
              </a:rPr>
              <a:t>Inteligencia Artificial (IA) y Machine </a:t>
            </a:r>
            <a:r>
              <a:rPr lang="es-GT" sz="2800" b="1" noProof="0" dirty="0" err="1">
                <a:solidFill>
                  <a:schemeClr val="dk1"/>
                </a:solidFill>
              </a:rPr>
              <a:t>Learning</a:t>
            </a:r>
            <a:r>
              <a:rPr lang="es-GT" sz="2800" b="1" noProof="0" dirty="0">
                <a:solidFill>
                  <a:schemeClr val="dk1"/>
                </a:solidFill>
              </a:rPr>
              <a:t> 🤖</a:t>
            </a:r>
          </a:p>
          <a:p>
            <a:pPr marL="457200" lvl="0" indent="-323850" algn="l" rtl="0">
              <a:lnSpc>
                <a:spcPct val="115000"/>
              </a:lnSpc>
              <a:spcBef>
                <a:spcPts val="1200"/>
              </a:spcBef>
              <a:spcAft>
                <a:spcPts val="0"/>
              </a:spcAft>
              <a:buClr>
                <a:schemeClr val="dk1"/>
              </a:buClr>
              <a:buSzPts val="1500"/>
              <a:buChar char="●"/>
            </a:pPr>
            <a:r>
              <a:rPr lang="es-GT" sz="2800" noProof="0" dirty="0">
                <a:solidFill>
                  <a:schemeClr val="dk1"/>
                </a:solidFill>
              </a:rPr>
              <a:t>Predicción de comportamientos y necesidades de los clientes.</a:t>
            </a:r>
          </a:p>
          <a:p>
            <a:pPr marL="457200" lvl="0" indent="-323850" algn="l" rtl="0">
              <a:lnSpc>
                <a:spcPct val="115000"/>
              </a:lnSpc>
              <a:spcBef>
                <a:spcPts val="0"/>
              </a:spcBef>
              <a:spcAft>
                <a:spcPts val="0"/>
              </a:spcAft>
              <a:buClr>
                <a:schemeClr val="dk1"/>
              </a:buClr>
              <a:buSzPts val="1500"/>
              <a:buChar char="●"/>
            </a:pPr>
            <a:r>
              <a:rPr lang="es-GT" sz="2800" noProof="0" dirty="0">
                <a:solidFill>
                  <a:schemeClr val="dk1"/>
                </a:solidFill>
              </a:rPr>
              <a:t>Automatización de tareas repetitivas.</a:t>
            </a:r>
          </a:p>
          <a:p>
            <a:pPr marL="457200" lvl="0" indent="-323850" algn="l" rtl="0">
              <a:lnSpc>
                <a:spcPct val="115000"/>
              </a:lnSpc>
              <a:spcBef>
                <a:spcPts val="0"/>
              </a:spcBef>
              <a:spcAft>
                <a:spcPts val="0"/>
              </a:spcAft>
              <a:buClr>
                <a:schemeClr val="dk1"/>
              </a:buClr>
              <a:buSzPts val="1500"/>
              <a:buChar char="●"/>
            </a:pPr>
            <a:r>
              <a:rPr lang="es-GT" sz="2800" noProof="0" dirty="0" err="1">
                <a:solidFill>
                  <a:schemeClr val="dk1"/>
                </a:solidFill>
              </a:rPr>
              <a:t>Chatbots</a:t>
            </a:r>
            <a:r>
              <a:rPr lang="es-GT" sz="2800" noProof="0" dirty="0">
                <a:solidFill>
                  <a:schemeClr val="dk1"/>
                </a:solidFill>
              </a:rPr>
              <a:t> inteligentes para atención al cliente 24/7.</a:t>
            </a:r>
          </a:p>
          <a:p>
            <a:pPr marL="0" lvl="0" indent="0" algn="l" rtl="0">
              <a:lnSpc>
                <a:spcPct val="115000"/>
              </a:lnSpc>
              <a:spcBef>
                <a:spcPts val="1400"/>
              </a:spcBef>
              <a:spcAft>
                <a:spcPts val="0"/>
              </a:spcAft>
              <a:buClr>
                <a:schemeClr val="dk1"/>
              </a:buClr>
              <a:buSzPts val="1100"/>
              <a:buFont typeface="Arial"/>
              <a:buNone/>
            </a:pPr>
            <a:r>
              <a:rPr lang="es-GT" sz="2800" b="1" noProof="0" dirty="0">
                <a:solidFill>
                  <a:schemeClr val="dk1"/>
                </a:solidFill>
              </a:rPr>
              <a:t>CRM basado en la Nube ☁️</a:t>
            </a:r>
          </a:p>
          <a:p>
            <a:pPr marL="457200" lvl="0" indent="-323850" algn="l" rtl="0">
              <a:lnSpc>
                <a:spcPct val="115000"/>
              </a:lnSpc>
              <a:spcBef>
                <a:spcPts val="1200"/>
              </a:spcBef>
              <a:spcAft>
                <a:spcPts val="0"/>
              </a:spcAft>
              <a:buClr>
                <a:schemeClr val="dk1"/>
              </a:buClr>
              <a:buSzPts val="1500"/>
              <a:buChar char="●"/>
            </a:pPr>
            <a:r>
              <a:rPr lang="es-GT" sz="2800" noProof="0" dirty="0">
                <a:solidFill>
                  <a:schemeClr val="dk1"/>
                </a:solidFill>
              </a:rPr>
              <a:t>Mayor accesibilidad desde cualquier dispositivo.</a:t>
            </a:r>
          </a:p>
          <a:p>
            <a:pPr marL="457200" lvl="0" indent="-323850" algn="l" rtl="0">
              <a:lnSpc>
                <a:spcPct val="115000"/>
              </a:lnSpc>
              <a:spcBef>
                <a:spcPts val="0"/>
              </a:spcBef>
              <a:spcAft>
                <a:spcPts val="0"/>
              </a:spcAft>
              <a:buClr>
                <a:schemeClr val="dk1"/>
              </a:buClr>
              <a:buSzPts val="1500"/>
              <a:buChar char="●"/>
            </a:pPr>
            <a:r>
              <a:rPr lang="es-GT" sz="2800" noProof="0" dirty="0">
                <a:solidFill>
                  <a:schemeClr val="dk1"/>
                </a:solidFill>
              </a:rPr>
              <a:t>Reducción de costos en infraestructura.</a:t>
            </a:r>
          </a:p>
          <a:p>
            <a:pPr marL="457200" lvl="0" indent="-323850" algn="l" rtl="0">
              <a:lnSpc>
                <a:spcPct val="115000"/>
              </a:lnSpc>
              <a:spcBef>
                <a:spcPts val="0"/>
              </a:spcBef>
              <a:spcAft>
                <a:spcPts val="0"/>
              </a:spcAft>
              <a:buClr>
                <a:schemeClr val="dk1"/>
              </a:buClr>
              <a:buSzPts val="1500"/>
              <a:buChar char="●"/>
            </a:pPr>
            <a:r>
              <a:rPr lang="es-GT" sz="2800" noProof="0" dirty="0">
                <a:solidFill>
                  <a:schemeClr val="dk1"/>
                </a:solidFill>
              </a:rPr>
              <a:t>Integración con otras herramientas empresariales.</a:t>
            </a:r>
          </a:p>
          <a:p>
            <a:pPr marL="0" lvl="0" indent="0" algn="l" rtl="0">
              <a:lnSpc>
                <a:spcPct val="115000"/>
              </a:lnSpc>
              <a:spcBef>
                <a:spcPts val="1400"/>
              </a:spcBef>
              <a:spcAft>
                <a:spcPts val="0"/>
              </a:spcAft>
              <a:buClr>
                <a:schemeClr val="dk1"/>
              </a:buClr>
              <a:buSzPts val="1100"/>
              <a:buFont typeface="Arial"/>
              <a:buNone/>
            </a:pPr>
            <a:r>
              <a:rPr lang="es-GT" sz="2800" b="1" noProof="0" dirty="0">
                <a:solidFill>
                  <a:schemeClr val="dk1"/>
                </a:solidFill>
              </a:rPr>
              <a:t>Experiencia </a:t>
            </a:r>
            <a:r>
              <a:rPr lang="es-GT" sz="2800" b="1" noProof="0" dirty="0" err="1">
                <a:solidFill>
                  <a:schemeClr val="dk1"/>
                </a:solidFill>
              </a:rPr>
              <a:t>Omnicanal</a:t>
            </a:r>
            <a:r>
              <a:rPr lang="es-GT" sz="2800" b="1" noProof="0" dirty="0">
                <a:solidFill>
                  <a:schemeClr val="dk1"/>
                </a:solidFill>
              </a:rPr>
              <a:t> 📱💻📧</a:t>
            </a:r>
          </a:p>
          <a:p>
            <a:pPr marL="457200" lvl="0" indent="-323850" algn="l" rtl="0">
              <a:lnSpc>
                <a:spcPct val="115000"/>
              </a:lnSpc>
              <a:spcBef>
                <a:spcPts val="1200"/>
              </a:spcBef>
              <a:spcAft>
                <a:spcPts val="0"/>
              </a:spcAft>
              <a:buClr>
                <a:schemeClr val="dk1"/>
              </a:buClr>
              <a:buSzPts val="1500"/>
              <a:buChar char="●"/>
            </a:pPr>
            <a:r>
              <a:rPr lang="es-GT" sz="2800" noProof="0" dirty="0">
                <a:solidFill>
                  <a:schemeClr val="dk1"/>
                </a:solidFill>
              </a:rPr>
              <a:t>Unificación de interacciones en múltiples canales (redes sociales, email, chat en vivo, WhatsApp, etc.).</a:t>
            </a:r>
          </a:p>
          <a:p>
            <a:pPr marL="457200" lvl="0" indent="-323850" algn="l" rtl="0">
              <a:lnSpc>
                <a:spcPct val="115000"/>
              </a:lnSpc>
              <a:spcBef>
                <a:spcPts val="0"/>
              </a:spcBef>
              <a:spcAft>
                <a:spcPts val="0"/>
              </a:spcAft>
              <a:buClr>
                <a:schemeClr val="dk1"/>
              </a:buClr>
              <a:buSzPts val="1500"/>
              <a:buChar char="●"/>
            </a:pPr>
            <a:r>
              <a:rPr lang="es-GT" sz="2800" noProof="0" dirty="0">
                <a:solidFill>
                  <a:schemeClr val="dk1"/>
                </a:solidFill>
              </a:rPr>
              <a:t>Seguimiento en tiempo real del cliente sin importar el canal que use.</a:t>
            </a:r>
          </a:p>
          <a:p>
            <a:pPr marL="0" lvl="0" indent="0" algn="l" rtl="0">
              <a:spcBef>
                <a:spcPts val="1200"/>
              </a:spcBef>
              <a:spcAft>
                <a:spcPts val="0"/>
              </a:spcAft>
              <a:buNone/>
            </a:pPr>
            <a:endParaRPr lang="es-GT" sz="1500" noProof="0" dirty="0">
              <a:solidFill>
                <a:schemeClr val="dk2"/>
              </a:solidFill>
            </a:endParaRPr>
          </a:p>
        </p:txBody>
      </p:sp>
    </p:spTree>
    <p:extLst>
      <p:ext uri="{BB962C8B-B14F-4D97-AF65-F5344CB8AC3E}">
        <p14:creationId xmlns:p14="http://schemas.microsoft.com/office/powerpoint/2010/main" val="13288819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0235E6F4-B758-C5D6-3502-154305A15A9B}"/>
            </a:ext>
          </a:extLst>
        </p:cNvPr>
        <p:cNvGrpSpPr/>
        <p:nvPr/>
      </p:nvGrpSpPr>
      <p:grpSpPr>
        <a:xfrm>
          <a:off x="0" y="0"/>
          <a:ext cx="0" cy="0"/>
          <a:chOff x="0" y="0"/>
          <a:chExt cx="0" cy="0"/>
        </a:xfrm>
      </p:grpSpPr>
      <p:sp>
        <p:nvSpPr>
          <p:cNvPr id="156" name="Google Shape;156;p4">
            <a:extLst>
              <a:ext uri="{FF2B5EF4-FFF2-40B4-BE49-F238E27FC236}">
                <a16:creationId xmlns:a16="http://schemas.microsoft.com/office/drawing/2014/main" id="{25146DDE-5C27-657B-5454-5C2810D8AE44}"/>
              </a:ext>
            </a:extLst>
          </p:cNvPr>
          <p:cNvSpPr/>
          <p:nvPr/>
        </p:nvSpPr>
        <p:spPr>
          <a:xfrm>
            <a:off x="13447195" y="5334021"/>
            <a:ext cx="4626468" cy="4575998"/>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2" name="Google Shape;137;g2d8fa948c4e_0_41">
            <a:extLst>
              <a:ext uri="{FF2B5EF4-FFF2-40B4-BE49-F238E27FC236}">
                <a16:creationId xmlns:a16="http://schemas.microsoft.com/office/drawing/2014/main" id="{B260E9E5-CA8C-F9D0-1977-5BFA01F5F93F}"/>
              </a:ext>
            </a:extLst>
          </p:cNvPr>
          <p:cNvSpPr txBox="1"/>
          <p:nvPr/>
        </p:nvSpPr>
        <p:spPr>
          <a:xfrm>
            <a:off x="787039" y="1862547"/>
            <a:ext cx="17286624" cy="8424453"/>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400"/>
              </a:spcBef>
              <a:spcAft>
                <a:spcPts val="0"/>
              </a:spcAft>
              <a:buClr>
                <a:schemeClr val="dk1"/>
              </a:buClr>
              <a:buSzPts val="1100"/>
              <a:buFont typeface="Arial"/>
              <a:buNone/>
            </a:pPr>
            <a:r>
              <a:rPr lang="es-GT" sz="2800" b="1" noProof="0" dirty="0">
                <a:solidFill>
                  <a:schemeClr val="dk1"/>
                </a:solidFill>
              </a:rPr>
              <a:t>Personalización en Tiempo Real 🎯</a:t>
            </a:r>
          </a:p>
          <a:p>
            <a:pPr marL="457200" lvl="0" indent="-323850" algn="l" rtl="0">
              <a:lnSpc>
                <a:spcPct val="115000"/>
              </a:lnSpc>
              <a:spcBef>
                <a:spcPts val="1200"/>
              </a:spcBef>
              <a:spcAft>
                <a:spcPts val="0"/>
              </a:spcAft>
              <a:buClr>
                <a:schemeClr val="dk1"/>
              </a:buClr>
              <a:buSzPts val="1500"/>
              <a:buChar char="●"/>
            </a:pPr>
            <a:r>
              <a:rPr lang="es-GT" sz="2800" noProof="0" dirty="0">
                <a:solidFill>
                  <a:schemeClr val="dk1"/>
                </a:solidFill>
              </a:rPr>
              <a:t>CRM adaptado a las preferencias y comportamiento de cada usuario.</a:t>
            </a:r>
          </a:p>
          <a:p>
            <a:pPr marL="457200" lvl="0" indent="-323850" algn="l" rtl="0">
              <a:lnSpc>
                <a:spcPct val="115000"/>
              </a:lnSpc>
              <a:spcBef>
                <a:spcPts val="0"/>
              </a:spcBef>
              <a:spcAft>
                <a:spcPts val="0"/>
              </a:spcAft>
              <a:buClr>
                <a:schemeClr val="dk1"/>
              </a:buClr>
              <a:buSzPts val="1500"/>
              <a:buChar char="●"/>
            </a:pPr>
            <a:r>
              <a:rPr lang="es-GT" sz="2800" noProof="0" dirty="0">
                <a:solidFill>
                  <a:schemeClr val="dk1"/>
                </a:solidFill>
              </a:rPr>
              <a:t>Ofertas y recomendaciones automatizadas basadas en datos.</a:t>
            </a:r>
          </a:p>
          <a:p>
            <a:pPr marL="0" lvl="0" indent="0" algn="l" rtl="0">
              <a:lnSpc>
                <a:spcPct val="115000"/>
              </a:lnSpc>
              <a:spcBef>
                <a:spcPts val="1400"/>
              </a:spcBef>
              <a:spcAft>
                <a:spcPts val="0"/>
              </a:spcAft>
              <a:buClr>
                <a:schemeClr val="dk1"/>
              </a:buClr>
              <a:buSzPts val="1100"/>
              <a:buFont typeface="Arial"/>
              <a:buNone/>
            </a:pPr>
            <a:r>
              <a:rPr lang="es-GT" sz="2800" b="1" noProof="0" dirty="0">
                <a:solidFill>
                  <a:schemeClr val="dk1"/>
                </a:solidFill>
              </a:rPr>
              <a:t>Integración con ERP y Otras Plataformas 🔗</a:t>
            </a:r>
          </a:p>
          <a:p>
            <a:pPr marL="457200" lvl="0" indent="-323850" algn="l" rtl="0">
              <a:lnSpc>
                <a:spcPct val="115000"/>
              </a:lnSpc>
              <a:spcBef>
                <a:spcPts val="1200"/>
              </a:spcBef>
              <a:spcAft>
                <a:spcPts val="0"/>
              </a:spcAft>
              <a:buClr>
                <a:schemeClr val="dk1"/>
              </a:buClr>
              <a:buSzPts val="1500"/>
              <a:buChar char="●"/>
            </a:pPr>
            <a:r>
              <a:rPr lang="es-GT" sz="2800" noProof="0" dirty="0">
                <a:solidFill>
                  <a:schemeClr val="dk1"/>
                </a:solidFill>
              </a:rPr>
              <a:t>Mayor conectividad con sistemas de gestión empresarial (ERP, e-</a:t>
            </a:r>
            <a:r>
              <a:rPr lang="es-GT" sz="2800" noProof="0" dirty="0" err="1">
                <a:solidFill>
                  <a:schemeClr val="dk1"/>
                </a:solidFill>
              </a:rPr>
              <a:t>commerce</a:t>
            </a:r>
            <a:r>
              <a:rPr lang="es-GT" sz="2800" noProof="0" dirty="0">
                <a:solidFill>
                  <a:schemeClr val="dk1"/>
                </a:solidFill>
              </a:rPr>
              <a:t>, marketing </a:t>
            </a:r>
            <a:r>
              <a:rPr lang="es-GT" sz="2800" noProof="0" dirty="0" err="1">
                <a:solidFill>
                  <a:schemeClr val="dk1"/>
                </a:solidFill>
              </a:rPr>
              <a:t>automation</a:t>
            </a:r>
            <a:r>
              <a:rPr lang="es-GT" sz="2800" noProof="0" dirty="0">
                <a:solidFill>
                  <a:schemeClr val="dk1"/>
                </a:solidFill>
              </a:rPr>
              <a:t>).</a:t>
            </a:r>
          </a:p>
          <a:p>
            <a:pPr marL="457200" lvl="0" indent="-323850" algn="l" rtl="0">
              <a:lnSpc>
                <a:spcPct val="115000"/>
              </a:lnSpc>
              <a:spcBef>
                <a:spcPts val="0"/>
              </a:spcBef>
              <a:spcAft>
                <a:spcPts val="0"/>
              </a:spcAft>
              <a:buClr>
                <a:schemeClr val="dk1"/>
              </a:buClr>
              <a:buSzPts val="1500"/>
              <a:buChar char="●"/>
            </a:pPr>
            <a:r>
              <a:rPr lang="es-GT" sz="2800" noProof="0" dirty="0">
                <a:solidFill>
                  <a:schemeClr val="dk1"/>
                </a:solidFill>
              </a:rPr>
              <a:t>Flujo de información unificado en toda la empresa.</a:t>
            </a:r>
          </a:p>
          <a:p>
            <a:pPr marL="0" lvl="0" indent="0" algn="l" rtl="0">
              <a:lnSpc>
                <a:spcPct val="115000"/>
              </a:lnSpc>
              <a:spcBef>
                <a:spcPts val="1400"/>
              </a:spcBef>
              <a:spcAft>
                <a:spcPts val="0"/>
              </a:spcAft>
              <a:buClr>
                <a:schemeClr val="dk1"/>
              </a:buClr>
              <a:buSzPts val="1100"/>
              <a:buFont typeface="Arial"/>
              <a:buNone/>
            </a:pPr>
            <a:r>
              <a:rPr lang="es-GT" sz="2800" b="1" noProof="0" dirty="0">
                <a:solidFill>
                  <a:schemeClr val="dk1"/>
                </a:solidFill>
              </a:rPr>
              <a:t>Mayor Enfoque en Seguridad y Privacidad 🔐</a:t>
            </a:r>
          </a:p>
          <a:p>
            <a:pPr marL="457200" lvl="0" indent="-323850" algn="l" rtl="0">
              <a:lnSpc>
                <a:spcPct val="115000"/>
              </a:lnSpc>
              <a:spcBef>
                <a:spcPts val="1200"/>
              </a:spcBef>
              <a:spcAft>
                <a:spcPts val="0"/>
              </a:spcAft>
              <a:buClr>
                <a:schemeClr val="dk1"/>
              </a:buClr>
              <a:buSzPts val="1500"/>
              <a:buChar char="●"/>
            </a:pPr>
            <a:r>
              <a:rPr lang="es-GT" sz="2800" noProof="0" dirty="0">
                <a:solidFill>
                  <a:schemeClr val="dk1"/>
                </a:solidFill>
              </a:rPr>
              <a:t>Protección avanzada de datos con cifrado y autenticación de dos factores.</a:t>
            </a:r>
          </a:p>
          <a:p>
            <a:pPr marL="457200" lvl="0" indent="-323850" algn="l" rtl="0">
              <a:lnSpc>
                <a:spcPct val="115000"/>
              </a:lnSpc>
              <a:spcBef>
                <a:spcPts val="0"/>
              </a:spcBef>
              <a:spcAft>
                <a:spcPts val="0"/>
              </a:spcAft>
              <a:buClr>
                <a:schemeClr val="dk1"/>
              </a:buClr>
              <a:buSzPts val="1500"/>
              <a:buChar char="●"/>
            </a:pPr>
            <a:r>
              <a:rPr lang="es-GT" sz="2800" noProof="0" dirty="0">
                <a:solidFill>
                  <a:schemeClr val="dk1"/>
                </a:solidFill>
              </a:rPr>
              <a:t>Cumplimiento de normativas como GDPR y CCPA.</a:t>
            </a:r>
          </a:p>
          <a:p>
            <a:pPr marL="0" lvl="0" indent="0" algn="l" rtl="0">
              <a:spcBef>
                <a:spcPts val="1200"/>
              </a:spcBef>
              <a:spcAft>
                <a:spcPts val="0"/>
              </a:spcAft>
              <a:buNone/>
            </a:pPr>
            <a:endParaRPr lang="es-GT" sz="1500" noProof="0" dirty="0">
              <a:solidFill>
                <a:schemeClr val="dk2"/>
              </a:solidFill>
            </a:endParaRPr>
          </a:p>
        </p:txBody>
      </p:sp>
    </p:spTree>
    <p:extLst>
      <p:ext uri="{BB962C8B-B14F-4D97-AF65-F5344CB8AC3E}">
        <p14:creationId xmlns:p14="http://schemas.microsoft.com/office/powerpoint/2010/main" val="5062324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1C18F00F-B178-8F39-426C-0FAD051935BC}"/>
            </a:ext>
          </a:extLst>
        </p:cNvPr>
        <p:cNvGrpSpPr/>
        <p:nvPr/>
      </p:nvGrpSpPr>
      <p:grpSpPr>
        <a:xfrm>
          <a:off x="0" y="0"/>
          <a:ext cx="0" cy="0"/>
          <a:chOff x="0" y="0"/>
          <a:chExt cx="0" cy="0"/>
        </a:xfrm>
      </p:grpSpPr>
      <p:sp>
        <p:nvSpPr>
          <p:cNvPr id="156" name="Google Shape;156;p4">
            <a:extLst>
              <a:ext uri="{FF2B5EF4-FFF2-40B4-BE49-F238E27FC236}">
                <a16:creationId xmlns:a16="http://schemas.microsoft.com/office/drawing/2014/main" id="{92B0DBD1-5EB0-ACC5-6C87-3C9C26320139}"/>
              </a:ext>
            </a:extLst>
          </p:cNvPr>
          <p:cNvSpPr/>
          <p:nvPr/>
        </p:nvSpPr>
        <p:spPr>
          <a:xfrm>
            <a:off x="13447195" y="5334021"/>
            <a:ext cx="4626468" cy="4575998"/>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2" name="Google Shape;144;g2d8fa948c4e_0_37">
            <a:extLst>
              <a:ext uri="{FF2B5EF4-FFF2-40B4-BE49-F238E27FC236}">
                <a16:creationId xmlns:a16="http://schemas.microsoft.com/office/drawing/2014/main" id="{FC261166-D348-3CEE-39EC-F1CC6FE31E4C}"/>
              </a:ext>
            </a:extLst>
          </p:cNvPr>
          <p:cNvSpPr txBox="1"/>
          <p:nvPr/>
        </p:nvSpPr>
        <p:spPr>
          <a:xfrm>
            <a:off x="1002139" y="1464568"/>
            <a:ext cx="17285861" cy="9086444"/>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400"/>
              </a:spcBef>
              <a:spcAft>
                <a:spcPts val="0"/>
              </a:spcAft>
              <a:buClr>
                <a:schemeClr val="dk1"/>
              </a:buClr>
              <a:buSzPts val="1100"/>
              <a:buFont typeface="Arial"/>
              <a:buNone/>
            </a:pPr>
            <a:r>
              <a:rPr lang="es-GT" sz="2800" b="1" noProof="0" dirty="0">
                <a:solidFill>
                  <a:schemeClr val="dk1"/>
                </a:solidFill>
              </a:rPr>
              <a:t>CRM con Funcionalidad de Voz 🎙️</a:t>
            </a:r>
          </a:p>
          <a:p>
            <a:pPr marL="457200" lvl="0" indent="-323850" algn="l" rtl="0">
              <a:lnSpc>
                <a:spcPct val="115000"/>
              </a:lnSpc>
              <a:spcBef>
                <a:spcPts val="1200"/>
              </a:spcBef>
              <a:spcAft>
                <a:spcPts val="0"/>
              </a:spcAft>
              <a:buClr>
                <a:schemeClr val="dk1"/>
              </a:buClr>
              <a:buSzPts val="1500"/>
              <a:buChar char="●"/>
            </a:pPr>
            <a:r>
              <a:rPr lang="es-GT" sz="2800" noProof="0" dirty="0">
                <a:solidFill>
                  <a:schemeClr val="dk1"/>
                </a:solidFill>
              </a:rPr>
              <a:t>Uso de asistentes virtuales para búsqueda de datos y gestión de tareas.</a:t>
            </a:r>
          </a:p>
          <a:p>
            <a:pPr marL="457200" lvl="0" indent="-323850" algn="l" rtl="0">
              <a:lnSpc>
                <a:spcPct val="115000"/>
              </a:lnSpc>
              <a:spcBef>
                <a:spcPts val="0"/>
              </a:spcBef>
              <a:spcAft>
                <a:spcPts val="0"/>
              </a:spcAft>
              <a:buClr>
                <a:schemeClr val="dk1"/>
              </a:buClr>
              <a:buSzPts val="1500"/>
              <a:buChar char="●"/>
            </a:pPr>
            <a:r>
              <a:rPr lang="es-GT" sz="2800" noProof="0" dirty="0">
                <a:solidFill>
                  <a:schemeClr val="dk1"/>
                </a:solidFill>
              </a:rPr>
              <a:t>Integración con dispositivos como Alexa, Google </a:t>
            </a:r>
            <a:r>
              <a:rPr lang="es-GT" sz="2800" noProof="0" dirty="0" err="1">
                <a:solidFill>
                  <a:schemeClr val="dk1"/>
                </a:solidFill>
              </a:rPr>
              <a:t>Assistant</a:t>
            </a:r>
            <a:r>
              <a:rPr lang="es-GT" sz="2800" noProof="0" dirty="0">
                <a:solidFill>
                  <a:schemeClr val="dk1"/>
                </a:solidFill>
              </a:rPr>
              <a:t> o Siri.</a:t>
            </a:r>
          </a:p>
          <a:p>
            <a:pPr marL="0" lvl="0" indent="0" algn="l" rtl="0">
              <a:lnSpc>
                <a:spcPct val="115000"/>
              </a:lnSpc>
              <a:spcBef>
                <a:spcPts val="1400"/>
              </a:spcBef>
              <a:spcAft>
                <a:spcPts val="0"/>
              </a:spcAft>
              <a:buClr>
                <a:schemeClr val="dk1"/>
              </a:buClr>
              <a:buSzPts val="1100"/>
              <a:buFont typeface="Arial"/>
              <a:buNone/>
            </a:pPr>
            <a:r>
              <a:rPr lang="es-GT" sz="2800" b="1" noProof="0" dirty="0">
                <a:solidFill>
                  <a:schemeClr val="dk1"/>
                </a:solidFill>
              </a:rPr>
              <a:t>Análisis de Datos y Big Data 📊</a:t>
            </a:r>
          </a:p>
          <a:p>
            <a:pPr marL="457200" lvl="0" indent="-323850" algn="l" rtl="0">
              <a:lnSpc>
                <a:spcPct val="115000"/>
              </a:lnSpc>
              <a:spcBef>
                <a:spcPts val="1200"/>
              </a:spcBef>
              <a:spcAft>
                <a:spcPts val="0"/>
              </a:spcAft>
              <a:buClr>
                <a:schemeClr val="dk1"/>
              </a:buClr>
              <a:buSzPts val="1500"/>
              <a:buChar char="●"/>
            </a:pPr>
            <a:r>
              <a:rPr lang="es-GT" sz="2800" noProof="0" dirty="0">
                <a:solidFill>
                  <a:schemeClr val="dk1"/>
                </a:solidFill>
              </a:rPr>
              <a:t>Uso de herramientas avanzadas de Business </a:t>
            </a:r>
            <a:r>
              <a:rPr lang="es-GT" sz="2800" noProof="0" dirty="0" err="1">
                <a:solidFill>
                  <a:schemeClr val="dk1"/>
                </a:solidFill>
              </a:rPr>
              <a:t>Intelligence</a:t>
            </a:r>
            <a:r>
              <a:rPr lang="es-GT" sz="2800" noProof="0" dirty="0">
                <a:solidFill>
                  <a:schemeClr val="dk1"/>
                </a:solidFill>
              </a:rPr>
              <a:t> (BI).</a:t>
            </a:r>
          </a:p>
          <a:p>
            <a:pPr marL="457200" lvl="0" indent="-323850" algn="l" rtl="0">
              <a:lnSpc>
                <a:spcPct val="115000"/>
              </a:lnSpc>
              <a:spcBef>
                <a:spcPts val="0"/>
              </a:spcBef>
              <a:spcAft>
                <a:spcPts val="0"/>
              </a:spcAft>
              <a:buClr>
                <a:schemeClr val="dk1"/>
              </a:buClr>
              <a:buSzPts val="1500"/>
              <a:buChar char="●"/>
            </a:pPr>
            <a:r>
              <a:rPr lang="es-GT" sz="2800" noProof="0" dirty="0">
                <a:solidFill>
                  <a:schemeClr val="dk1"/>
                </a:solidFill>
              </a:rPr>
              <a:t>Creación de informes predictivos para mejorar estrategias comerciales.</a:t>
            </a:r>
          </a:p>
          <a:p>
            <a:pPr marL="0" lvl="0" indent="0" algn="l" rtl="0">
              <a:lnSpc>
                <a:spcPct val="115000"/>
              </a:lnSpc>
              <a:spcBef>
                <a:spcPts val="1400"/>
              </a:spcBef>
              <a:spcAft>
                <a:spcPts val="0"/>
              </a:spcAft>
              <a:buClr>
                <a:schemeClr val="dk1"/>
              </a:buClr>
              <a:buSzPts val="1100"/>
              <a:buFont typeface="Arial"/>
              <a:buNone/>
            </a:pPr>
            <a:r>
              <a:rPr lang="es-GT" sz="2800" b="1" noProof="0" dirty="0">
                <a:solidFill>
                  <a:schemeClr val="dk1"/>
                </a:solidFill>
              </a:rPr>
              <a:t>CRM Low-</a:t>
            </a:r>
            <a:r>
              <a:rPr lang="es-GT" sz="2800" b="1" noProof="0" dirty="0" err="1">
                <a:solidFill>
                  <a:schemeClr val="dk1"/>
                </a:solidFill>
              </a:rPr>
              <a:t>Code</a:t>
            </a:r>
            <a:r>
              <a:rPr lang="es-GT" sz="2800" b="1" noProof="0" dirty="0">
                <a:solidFill>
                  <a:schemeClr val="dk1"/>
                </a:solidFill>
              </a:rPr>
              <a:t>/No-</a:t>
            </a:r>
            <a:r>
              <a:rPr lang="es-GT" sz="2800" b="1" noProof="0" dirty="0" err="1">
                <a:solidFill>
                  <a:schemeClr val="dk1"/>
                </a:solidFill>
              </a:rPr>
              <a:t>Code</a:t>
            </a:r>
            <a:r>
              <a:rPr lang="es-GT" sz="2800" b="1" noProof="0" dirty="0">
                <a:solidFill>
                  <a:schemeClr val="dk1"/>
                </a:solidFill>
              </a:rPr>
              <a:t> 🛠️</a:t>
            </a:r>
          </a:p>
          <a:p>
            <a:pPr marL="457200" lvl="0" indent="-323850" algn="l" rtl="0">
              <a:lnSpc>
                <a:spcPct val="115000"/>
              </a:lnSpc>
              <a:spcBef>
                <a:spcPts val="1200"/>
              </a:spcBef>
              <a:spcAft>
                <a:spcPts val="0"/>
              </a:spcAft>
              <a:buClr>
                <a:schemeClr val="dk1"/>
              </a:buClr>
              <a:buSzPts val="1500"/>
              <a:buChar char="●"/>
            </a:pPr>
            <a:r>
              <a:rPr lang="es-GT" sz="2800" noProof="0" dirty="0">
                <a:solidFill>
                  <a:schemeClr val="dk1"/>
                </a:solidFill>
              </a:rPr>
              <a:t>Sistemas personalizables sin necesidad de conocimientos de programación.</a:t>
            </a:r>
          </a:p>
          <a:p>
            <a:pPr marL="457200" lvl="0" indent="-323850" algn="l" rtl="0">
              <a:lnSpc>
                <a:spcPct val="115000"/>
              </a:lnSpc>
              <a:spcBef>
                <a:spcPts val="0"/>
              </a:spcBef>
              <a:spcAft>
                <a:spcPts val="0"/>
              </a:spcAft>
              <a:buClr>
                <a:schemeClr val="dk1"/>
              </a:buClr>
              <a:buSzPts val="1500"/>
              <a:buChar char="●"/>
            </a:pPr>
            <a:r>
              <a:rPr lang="es-GT" sz="2800" noProof="0" dirty="0">
                <a:solidFill>
                  <a:schemeClr val="dk1"/>
                </a:solidFill>
              </a:rPr>
              <a:t>Empresas pueden adaptar el CRM a sus necesidades sin contratar desarrolladores.</a:t>
            </a:r>
          </a:p>
          <a:p>
            <a:pPr marL="0" lvl="0" indent="0" algn="l" rtl="0">
              <a:spcBef>
                <a:spcPts val="1200"/>
              </a:spcBef>
              <a:spcAft>
                <a:spcPts val="0"/>
              </a:spcAft>
              <a:buNone/>
            </a:pPr>
            <a:endParaRPr lang="es-GT" sz="1500" noProof="0" dirty="0">
              <a:solidFill>
                <a:schemeClr val="dk2"/>
              </a:solidFill>
            </a:endParaRPr>
          </a:p>
        </p:txBody>
      </p:sp>
    </p:spTree>
    <p:extLst>
      <p:ext uri="{BB962C8B-B14F-4D97-AF65-F5344CB8AC3E}">
        <p14:creationId xmlns:p14="http://schemas.microsoft.com/office/powerpoint/2010/main" val="4085165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480E2932-401A-A952-E660-2E10B6A25626}"/>
            </a:ext>
          </a:extLst>
        </p:cNvPr>
        <p:cNvGrpSpPr/>
        <p:nvPr/>
      </p:nvGrpSpPr>
      <p:grpSpPr>
        <a:xfrm>
          <a:off x="0" y="0"/>
          <a:ext cx="0" cy="0"/>
          <a:chOff x="0" y="0"/>
          <a:chExt cx="0" cy="0"/>
        </a:xfrm>
      </p:grpSpPr>
      <p:sp>
        <p:nvSpPr>
          <p:cNvPr id="155" name="Google Shape;155;p4">
            <a:extLst>
              <a:ext uri="{FF2B5EF4-FFF2-40B4-BE49-F238E27FC236}">
                <a16:creationId xmlns:a16="http://schemas.microsoft.com/office/drawing/2014/main" id="{BE56B432-CEF2-9BCB-CB5A-8F8C3E8936A4}"/>
              </a:ext>
            </a:extLst>
          </p:cNvPr>
          <p:cNvSpPr txBox="1"/>
          <p:nvPr/>
        </p:nvSpPr>
        <p:spPr>
          <a:xfrm>
            <a:off x="1374889" y="654364"/>
            <a:ext cx="13991100" cy="1060418"/>
          </a:xfrm>
          <a:prstGeom prst="rect">
            <a:avLst/>
          </a:prstGeom>
          <a:noFill/>
          <a:ln>
            <a:noFill/>
          </a:ln>
        </p:spPr>
        <p:txBody>
          <a:bodyPr spcFirstLastPara="1" wrap="square" lIns="0" tIns="0" rIns="0" bIns="0" anchor="t" anchorCtr="0">
            <a:spAutoFit/>
          </a:bodyPr>
          <a:lstStyle/>
          <a:p>
            <a:pPr marL="0" marR="0" lvl="0" indent="0" algn="just" rtl="0">
              <a:lnSpc>
                <a:spcPct val="112987"/>
              </a:lnSpc>
              <a:spcBef>
                <a:spcPts val="0"/>
              </a:spcBef>
              <a:spcAft>
                <a:spcPts val="0"/>
              </a:spcAft>
              <a:buClr>
                <a:srgbClr val="000000"/>
              </a:buClr>
              <a:buSzPts val="6098"/>
              <a:buFont typeface="Arial"/>
              <a:buNone/>
            </a:pPr>
            <a:r>
              <a:rPr lang="es-GT" sz="6098" b="0" i="0" u="none" strike="noStrike" cap="none" noProof="0" dirty="0">
                <a:solidFill>
                  <a:srgbClr val="131416"/>
                </a:solidFill>
                <a:latin typeface="Impact"/>
                <a:ea typeface="Impact"/>
                <a:cs typeface="Impact"/>
                <a:sym typeface="Impact"/>
              </a:rPr>
              <a:t>Automatización e integración ERP y CRM.</a:t>
            </a:r>
            <a:endParaRPr lang="es-GT" sz="1400" b="0" i="0" u="none" strike="noStrike" cap="none" noProof="0" dirty="0">
              <a:solidFill>
                <a:srgbClr val="000000"/>
              </a:solidFill>
              <a:latin typeface="Impact"/>
              <a:ea typeface="Impact"/>
              <a:cs typeface="Impact"/>
              <a:sym typeface="Impact"/>
            </a:endParaRPr>
          </a:p>
        </p:txBody>
      </p:sp>
      <p:sp>
        <p:nvSpPr>
          <p:cNvPr id="156" name="Google Shape;156;p4">
            <a:extLst>
              <a:ext uri="{FF2B5EF4-FFF2-40B4-BE49-F238E27FC236}">
                <a16:creationId xmlns:a16="http://schemas.microsoft.com/office/drawing/2014/main" id="{E1AC5610-38B8-283F-C695-FFCE5287C7B1}"/>
              </a:ext>
            </a:extLst>
          </p:cNvPr>
          <p:cNvSpPr/>
          <p:nvPr/>
        </p:nvSpPr>
        <p:spPr>
          <a:xfrm>
            <a:off x="14582273" y="6352673"/>
            <a:ext cx="3491389" cy="3557345"/>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154" name="Google Shape;154;p4">
            <a:extLst>
              <a:ext uri="{FF2B5EF4-FFF2-40B4-BE49-F238E27FC236}">
                <a16:creationId xmlns:a16="http://schemas.microsoft.com/office/drawing/2014/main" id="{D0860EF7-32B1-F5FD-5090-EDF347E64D11}"/>
              </a:ext>
            </a:extLst>
          </p:cNvPr>
          <p:cNvSpPr txBox="1"/>
          <p:nvPr/>
        </p:nvSpPr>
        <p:spPr>
          <a:xfrm>
            <a:off x="725183" y="2020420"/>
            <a:ext cx="16654363" cy="5963684"/>
          </a:xfrm>
          <a:prstGeom prst="rect">
            <a:avLst/>
          </a:prstGeom>
          <a:noFill/>
          <a:ln>
            <a:noFill/>
          </a:ln>
        </p:spPr>
        <p:txBody>
          <a:bodyPr spcFirstLastPara="1" wrap="square" lIns="0" tIns="0" rIns="0" bIns="0" anchor="t" anchorCtr="0">
            <a:spAutoFit/>
          </a:bodyPr>
          <a:lstStyle/>
          <a:p>
            <a:pPr marL="0" marR="0" lvl="0" indent="0" algn="l" rtl="0">
              <a:lnSpc>
                <a:spcPct val="173070"/>
              </a:lnSpc>
              <a:spcBef>
                <a:spcPts val="0"/>
              </a:spcBef>
              <a:spcAft>
                <a:spcPts val="0"/>
              </a:spcAft>
              <a:buClr>
                <a:srgbClr val="000000"/>
              </a:buClr>
              <a:buSzPts val="3925"/>
              <a:buFont typeface="Arial"/>
              <a:buNone/>
            </a:pPr>
            <a:r>
              <a:rPr lang="es-GT" sz="2800" b="0" i="0" u="none" strike="noStrike" cap="none" noProof="0" dirty="0">
                <a:solidFill>
                  <a:srgbClr val="131416"/>
                </a:solidFill>
                <a:latin typeface="Arial"/>
                <a:ea typeface="Arial"/>
                <a:cs typeface="Arial"/>
                <a:sym typeface="Arial"/>
              </a:rPr>
              <a:t>El poder de una integración entre un ERP y un CRM no solamente se encuentra en la conexión de dos sistemas, sino en la creación de un ecosistema unificado donde los datos puedan fluir sin ningún esfuerzo, permitiendo decisiones más inteligentes y obtener una excelencia operativa. Cuando los datos del cliente puede fluir sin problemas desde el CRM hacia el ERP, puede apoyar a ciertas áreas como Ventas para cerrar contratos más rápido o a finanzas optimizando la facturación.</a:t>
            </a:r>
          </a:p>
          <a:p>
            <a:pPr marL="0" marR="0" lvl="0" indent="0" algn="l" rtl="0">
              <a:lnSpc>
                <a:spcPct val="173070"/>
              </a:lnSpc>
              <a:spcBef>
                <a:spcPts val="0"/>
              </a:spcBef>
              <a:spcAft>
                <a:spcPts val="0"/>
              </a:spcAft>
              <a:buClr>
                <a:srgbClr val="000000"/>
              </a:buClr>
              <a:buSzPts val="3925"/>
              <a:buFont typeface="Arial"/>
              <a:buNone/>
            </a:pPr>
            <a:endParaRPr lang="es-GT" sz="2800" noProof="0" dirty="0">
              <a:solidFill>
                <a:srgbClr val="131416"/>
              </a:solidFill>
            </a:endParaRPr>
          </a:p>
          <a:p>
            <a:pPr marL="0" marR="0" lvl="0" indent="0" algn="l" rtl="0">
              <a:lnSpc>
                <a:spcPct val="173070"/>
              </a:lnSpc>
              <a:spcBef>
                <a:spcPts val="0"/>
              </a:spcBef>
              <a:spcAft>
                <a:spcPts val="0"/>
              </a:spcAft>
              <a:buClr>
                <a:srgbClr val="000000"/>
              </a:buClr>
              <a:buSzPts val="3925"/>
              <a:buFont typeface="Arial"/>
              <a:buNone/>
            </a:pPr>
            <a:r>
              <a:rPr lang="es-GT" sz="2800" b="0" i="0" u="none" strike="noStrike" cap="none" noProof="0" dirty="0">
                <a:solidFill>
                  <a:srgbClr val="131416"/>
                </a:solidFill>
                <a:latin typeface="Arial"/>
                <a:ea typeface="Arial"/>
                <a:cs typeface="Arial"/>
                <a:sym typeface="Arial"/>
              </a:rPr>
              <a:t>El objetivo es lograr de datos, donde fluyen de forma bidireccional asegurando información precisa y en tiempo real.</a:t>
            </a:r>
            <a:endParaRPr lang="es-GT" sz="2800" b="0" i="0" u="none" strike="noStrike" cap="none" noProof="0"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77607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C19FDC94-143E-106B-C768-F8868FBC57AF}"/>
            </a:ext>
          </a:extLst>
        </p:cNvPr>
        <p:cNvGrpSpPr/>
        <p:nvPr/>
      </p:nvGrpSpPr>
      <p:grpSpPr>
        <a:xfrm>
          <a:off x="0" y="0"/>
          <a:ext cx="0" cy="0"/>
          <a:chOff x="0" y="0"/>
          <a:chExt cx="0" cy="0"/>
        </a:xfrm>
      </p:grpSpPr>
      <p:sp>
        <p:nvSpPr>
          <p:cNvPr id="154" name="Google Shape;154;p4">
            <a:extLst>
              <a:ext uri="{FF2B5EF4-FFF2-40B4-BE49-F238E27FC236}">
                <a16:creationId xmlns:a16="http://schemas.microsoft.com/office/drawing/2014/main" id="{072115D0-A66D-4015-96B4-95DC26E055BA}"/>
              </a:ext>
            </a:extLst>
          </p:cNvPr>
          <p:cNvSpPr txBox="1"/>
          <p:nvPr/>
        </p:nvSpPr>
        <p:spPr>
          <a:xfrm>
            <a:off x="687444" y="1729206"/>
            <a:ext cx="16913111" cy="6269793"/>
          </a:xfrm>
          <a:prstGeom prst="rect">
            <a:avLst/>
          </a:prstGeom>
          <a:noFill/>
          <a:ln>
            <a:noFill/>
          </a:ln>
        </p:spPr>
        <p:txBody>
          <a:bodyPr spcFirstLastPara="1" wrap="square" lIns="0" tIns="0" rIns="0" bIns="0" anchor="t" anchorCtr="0">
            <a:spAutoFit/>
          </a:bodyPr>
          <a:lstStyle/>
          <a:p>
            <a:pPr marL="0" marR="0" lvl="0" indent="0" algn="l" rtl="0">
              <a:lnSpc>
                <a:spcPct val="173070"/>
              </a:lnSpc>
              <a:spcBef>
                <a:spcPts val="0"/>
              </a:spcBef>
              <a:spcAft>
                <a:spcPts val="0"/>
              </a:spcAft>
              <a:buClr>
                <a:srgbClr val="000000"/>
              </a:buClr>
              <a:buSzPts val="3925"/>
              <a:buFont typeface="Arial"/>
              <a:buNone/>
            </a:pPr>
            <a:r>
              <a:rPr lang="es-GT" sz="3925" b="0" i="0" u="none" strike="noStrike" cap="none" noProof="0" dirty="0">
                <a:solidFill>
                  <a:srgbClr val="131416"/>
                </a:solidFill>
                <a:latin typeface="Arial"/>
                <a:ea typeface="Arial"/>
                <a:cs typeface="Arial"/>
                <a:sym typeface="Arial"/>
              </a:rPr>
              <a:t>Al momento de planificar una integración entre un ERP y un CRM existen varias consideraciones a tomar en cuenta:</a:t>
            </a:r>
            <a:endParaRPr lang="es-GT" noProof="0" dirty="0"/>
          </a:p>
          <a:p>
            <a:pPr marL="571500" marR="0" lvl="0" indent="-571500" algn="l" rtl="0">
              <a:lnSpc>
                <a:spcPct val="173070"/>
              </a:lnSpc>
              <a:spcBef>
                <a:spcPts val="0"/>
              </a:spcBef>
              <a:spcAft>
                <a:spcPts val="0"/>
              </a:spcAft>
              <a:buClr>
                <a:srgbClr val="000000"/>
              </a:buClr>
              <a:buSzPts val="3925"/>
              <a:buFont typeface="Arial" panose="020B0604020202020204" pitchFamily="34" charset="0"/>
              <a:buChar char="•"/>
            </a:pPr>
            <a:r>
              <a:rPr lang="es-GT" sz="3925" b="0" i="0" u="none" strike="noStrike" cap="none" noProof="0" dirty="0">
                <a:solidFill>
                  <a:srgbClr val="131416"/>
                </a:solidFill>
                <a:latin typeface="Arial"/>
                <a:ea typeface="Arial"/>
                <a:cs typeface="Arial"/>
                <a:sym typeface="Arial"/>
              </a:rPr>
              <a:t>Mapeo de datos.</a:t>
            </a:r>
          </a:p>
          <a:p>
            <a:pPr marL="571500" marR="0" lvl="0" indent="-571500" algn="l" rtl="0">
              <a:lnSpc>
                <a:spcPct val="173070"/>
              </a:lnSpc>
              <a:spcBef>
                <a:spcPts val="0"/>
              </a:spcBef>
              <a:spcAft>
                <a:spcPts val="0"/>
              </a:spcAft>
              <a:buClr>
                <a:srgbClr val="000000"/>
              </a:buClr>
              <a:buSzPts val="3925"/>
              <a:buFont typeface="Arial" panose="020B0604020202020204" pitchFamily="34" charset="0"/>
              <a:buChar char="•"/>
            </a:pPr>
            <a:r>
              <a:rPr lang="es-GT" sz="3925" noProof="0" dirty="0">
                <a:solidFill>
                  <a:srgbClr val="131416"/>
                </a:solidFill>
              </a:rPr>
              <a:t>Compatibilidad de sistemas.</a:t>
            </a:r>
          </a:p>
          <a:p>
            <a:pPr marL="571500" marR="0" lvl="0" indent="-571500" algn="l" rtl="0">
              <a:lnSpc>
                <a:spcPct val="173070"/>
              </a:lnSpc>
              <a:spcBef>
                <a:spcPts val="0"/>
              </a:spcBef>
              <a:spcAft>
                <a:spcPts val="0"/>
              </a:spcAft>
              <a:buClr>
                <a:srgbClr val="000000"/>
              </a:buClr>
              <a:buSzPts val="3925"/>
              <a:buFont typeface="Arial" panose="020B0604020202020204" pitchFamily="34" charset="0"/>
              <a:buChar char="•"/>
            </a:pPr>
            <a:r>
              <a:rPr lang="es-GT" sz="3925" b="0" i="0" u="none" strike="noStrike" cap="none" noProof="0" dirty="0">
                <a:solidFill>
                  <a:srgbClr val="131416"/>
                </a:solidFill>
                <a:latin typeface="Arial"/>
                <a:ea typeface="Arial"/>
                <a:cs typeface="Arial"/>
                <a:sym typeface="Arial"/>
              </a:rPr>
              <a:t>Protocolos de seguridad.</a:t>
            </a:r>
          </a:p>
          <a:p>
            <a:pPr marL="571500" marR="0" lvl="0" indent="-571500" algn="l" rtl="0">
              <a:lnSpc>
                <a:spcPct val="173070"/>
              </a:lnSpc>
              <a:spcBef>
                <a:spcPts val="0"/>
              </a:spcBef>
              <a:spcAft>
                <a:spcPts val="0"/>
              </a:spcAft>
              <a:buClr>
                <a:srgbClr val="000000"/>
              </a:buClr>
              <a:buSzPts val="3925"/>
              <a:buFont typeface="Arial" panose="020B0604020202020204" pitchFamily="34" charset="0"/>
              <a:buChar char="•"/>
            </a:pPr>
            <a:r>
              <a:rPr lang="es-GT" sz="3925" noProof="0" dirty="0">
                <a:solidFill>
                  <a:srgbClr val="131416"/>
                </a:solidFill>
              </a:rPr>
              <a:t>Adopción por parte de los usuarios</a:t>
            </a:r>
            <a:endParaRPr lang="es-GT" sz="3925" b="0" i="0" u="none" strike="noStrike" cap="none" noProof="0" dirty="0">
              <a:solidFill>
                <a:srgbClr val="131416"/>
              </a:solidFill>
              <a:latin typeface="Arial"/>
              <a:ea typeface="Arial"/>
              <a:cs typeface="Arial"/>
              <a:sym typeface="Arial"/>
            </a:endParaRPr>
          </a:p>
        </p:txBody>
      </p:sp>
      <p:sp>
        <p:nvSpPr>
          <p:cNvPr id="156" name="Google Shape;156;p4">
            <a:extLst>
              <a:ext uri="{FF2B5EF4-FFF2-40B4-BE49-F238E27FC236}">
                <a16:creationId xmlns:a16="http://schemas.microsoft.com/office/drawing/2014/main" id="{15DB6BBE-3B93-EDAD-ACFD-D59F263081A1}"/>
              </a:ext>
            </a:extLst>
          </p:cNvPr>
          <p:cNvSpPr/>
          <p:nvPr/>
        </p:nvSpPr>
        <p:spPr>
          <a:xfrm>
            <a:off x="14000387" y="6087979"/>
            <a:ext cx="4073275" cy="3822040"/>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Tree>
    <p:extLst>
      <p:ext uri="{BB962C8B-B14F-4D97-AF65-F5344CB8AC3E}">
        <p14:creationId xmlns:p14="http://schemas.microsoft.com/office/powerpoint/2010/main" val="14203468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5F92CCB6-4431-F029-11C5-16811D5FA78D}"/>
            </a:ext>
          </a:extLst>
        </p:cNvPr>
        <p:cNvGrpSpPr/>
        <p:nvPr/>
      </p:nvGrpSpPr>
      <p:grpSpPr>
        <a:xfrm>
          <a:off x="0" y="0"/>
          <a:ext cx="0" cy="0"/>
          <a:chOff x="0" y="0"/>
          <a:chExt cx="0" cy="0"/>
        </a:xfrm>
      </p:grpSpPr>
      <p:sp>
        <p:nvSpPr>
          <p:cNvPr id="154" name="Google Shape;154;p4">
            <a:extLst>
              <a:ext uri="{FF2B5EF4-FFF2-40B4-BE49-F238E27FC236}">
                <a16:creationId xmlns:a16="http://schemas.microsoft.com/office/drawing/2014/main" id="{04E5B7BC-0DFA-6312-01F0-03AC1C24EDD6}"/>
              </a:ext>
            </a:extLst>
          </p:cNvPr>
          <p:cNvSpPr txBox="1"/>
          <p:nvPr/>
        </p:nvSpPr>
        <p:spPr>
          <a:xfrm>
            <a:off x="1374889" y="2721607"/>
            <a:ext cx="14891806" cy="5224828"/>
          </a:xfrm>
          <a:prstGeom prst="rect">
            <a:avLst/>
          </a:prstGeom>
          <a:noFill/>
          <a:ln>
            <a:noFill/>
          </a:ln>
        </p:spPr>
        <p:txBody>
          <a:bodyPr spcFirstLastPara="1" wrap="square" lIns="0" tIns="0" rIns="0" bIns="0" anchor="t" anchorCtr="0">
            <a:spAutoFit/>
          </a:bodyPr>
          <a:lstStyle/>
          <a:p>
            <a:pPr marL="571500" marR="0" lvl="0" indent="-571500" algn="l" rtl="0">
              <a:lnSpc>
                <a:spcPct val="173070"/>
              </a:lnSpc>
              <a:spcBef>
                <a:spcPts val="0"/>
              </a:spcBef>
              <a:spcAft>
                <a:spcPts val="0"/>
              </a:spcAft>
              <a:buClr>
                <a:srgbClr val="000000"/>
              </a:buClr>
              <a:buSzPts val="3925"/>
              <a:buFont typeface="Arial" panose="020B0604020202020204" pitchFamily="34" charset="0"/>
              <a:buChar char="•"/>
            </a:pPr>
            <a:r>
              <a:rPr lang="es-GT" sz="3925" b="0" i="0" u="none" strike="noStrike" cap="none" noProof="0" dirty="0">
                <a:solidFill>
                  <a:srgbClr val="131416"/>
                </a:solidFill>
                <a:latin typeface="Arial"/>
                <a:ea typeface="Arial"/>
                <a:cs typeface="Arial"/>
                <a:sym typeface="Arial"/>
              </a:rPr>
              <a:t>Mejor colaboración.</a:t>
            </a:r>
          </a:p>
          <a:p>
            <a:pPr marL="571500" marR="0" lvl="0" indent="-571500" algn="l" rtl="0">
              <a:lnSpc>
                <a:spcPct val="173070"/>
              </a:lnSpc>
              <a:spcBef>
                <a:spcPts val="0"/>
              </a:spcBef>
              <a:spcAft>
                <a:spcPts val="0"/>
              </a:spcAft>
              <a:buClr>
                <a:srgbClr val="000000"/>
              </a:buClr>
              <a:buSzPts val="3925"/>
              <a:buFont typeface="Arial" panose="020B0604020202020204" pitchFamily="34" charset="0"/>
              <a:buChar char="•"/>
            </a:pPr>
            <a:r>
              <a:rPr lang="es-GT" sz="3925" noProof="0" dirty="0">
                <a:solidFill>
                  <a:srgbClr val="131416"/>
                </a:solidFill>
              </a:rPr>
              <a:t>Equipos más eficientes y productivos.</a:t>
            </a:r>
          </a:p>
          <a:p>
            <a:pPr marL="571500" marR="0" lvl="0" indent="-571500" algn="l" rtl="0">
              <a:lnSpc>
                <a:spcPct val="173070"/>
              </a:lnSpc>
              <a:spcBef>
                <a:spcPts val="0"/>
              </a:spcBef>
              <a:spcAft>
                <a:spcPts val="0"/>
              </a:spcAft>
              <a:buClr>
                <a:srgbClr val="000000"/>
              </a:buClr>
              <a:buSzPts val="3925"/>
              <a:buFont typeface="Arial" panose="020B0604020202020204" pitchFamily="34" charset="0"/>
              <a:buChar char="•"/>
            </a:pPr>
            <a:r>
              <a:rPr lang="es-GT" sz="3925" b="0" i="0" u="none" strike="noStrike" cap="none" noProof="0" dirty="0">
                <a:solidFill>
                  <a:srgbClr val="131416"/>
                </a:solidFill>
                <a:latin typeface="Arial"/>
                <a:ea typeface="Arial"/>
                <a:cs typeface="Arial"/>
                <a:sym typeface="Arial"/>
              </a:rPr>
              <a:t>Mejora de la precisión y el análisis de datos.</a:t>
            </a:r>
          </a:p>
          <a:p>
            <a:pPr marL="571500" marR="0" lvl="0" indent="-571500" algn="l" rtl="0">
              <a:lnSpc>
                <a:spcPct val="173070"/>
              </a:lnSpc>
              <a:spcBef>
                <a:spcPts val="0"/>
              </a:spcBef>
              <a:spcAft>
                <a:spcPts val="0"/>
              </a:spcAft>
              <a:buClr>
                <a:srgbClr val="000000"/>
              </a:buClr>
              <a:buSzPts val="3925"/>
              <a:buFont typeface="Arial" panose="020B0604020202020204" pitchFamily="34" charset="0"/>
              <a:buChar char="•"/>
            </a:pPr>
            <a:r>
              <a:rPr lang="es-GT" sz="3925" noProof="0" dirty="0">
                <a:solidFill>
                  <a:srgbClr val="131416"/>
                </a:solidFill>
              </a:rPr>
              <a:t>Aumento de las ventas.</a:t>
            </a:r>
          </a:p>
          <a:p>
            <a:pPr marL="571500" marR="0" lvl="0" indent="-571500" algn="l" rtl="0">
              <a:lnSpc>
                <a:spcPct val="173070"/>
              </a:lnSpc>
              <a:spcBef>
                <a:spcPts val="0"/>
              </a:spcBef>
              <a:spcAft>
                <a:spcPts val="0"/>
              </a:spcAft>
              <a:buClr>
                <a:srgbClr val="000000"/>
              </a:buClr>
              <a:buSzPts val="3925"/>
              <a:buFont typeface="Arial" panose="020B0604020202020204" pitchFamily="34" charset="0"/>
              <a:buChar char="•"/>
            </a:pPr>
            <a:r>
              <a:rPr lang="es-GT" sz="3925" b="0" i="0" u="none" strike="noStrike" cap="none" noProof="0" dirty="0">
                <a:solidFill>
                  <a:srgbClr val="131416"/>
                </a:solidFill>
                <a:latin typeface="Arial"/>
                <a:ea typeface="Arial"/>
                <a:cs typeface="Arial"/>
                <a:sym typeface="Arial"/>
              </a:rPr>
              <a:t>Mejor servicio de atención de clientes.</a:t>
            </a:r>
            <a:endParaRPr lang="es-GT" sz="1400" b="0" i="0" u="none" strike="noStrike" cap="none" noProof="0" dirty="0">
              <a:solidFill>
                <a:srgbClr val="000000"/>
              </a:solidFill>
              <a:latin typeface="Arial"/>
              <a:ea typeface="Arial"/>
              <a:cs typeface="Arial"/>
              <a:sym typeface="Arial"/>
            </a:endParaRPr>
          </a:p>
        </p:txBody>
      </p:sp>
      <p:sp>
        <p:nvSpPr>
          <p:cNvPr id="155" name="Google Shape;155;p4">
            <a:extLst>
              <a:ext uri="{FF2B5EF4-FFF2-40B4-BE49-F238E27FC236}">
                <a16:creationId xmlns:a16="http://schemas.microsoft.com/office/drawing/2014/main" id="{EF5BDD48-E0B8-B6CC-98DC-98168445324B}"/>
              </a:ext>
            </a:extLst>
          </p:cNvPr>
          <p:cNvSpPr txBox="1"/>
          <p:nvPr/>
        </p:nvSpPr>
        <p:spPr>
          <a:xfrm>
            <a:off x="1374889" y="654364"/>
            <a:ext cx="13991100" cy="1060418"/>
          </a:xfrm>
          <a:prstGeom prst="rect">
            <a:avLst/>
          </a:prstGeom>
          <a:noFill/>
          <a:ln>
            <a:noFill/>
          </a:ln>
        </p:spPr>
        <p:txBody>
          <a:bodyPr spcFirstLastPara="1" wrap="square" lIns="0" tIns="0" rIns="0" bIns="0" anchor="t" anchorCtr="0">
            <a:spAutoFit/>
          </a:bodyPr>
          <a:lstStyle/>
          <a:p>
            <a:pPr marL="0" marR="0" lvl="0" indent="0" algn="just" rtl="0">
              <a:lnSpc>
                <a:spcPct val="112987"/>
              </a:lnSpc>
              <a:spcBef>
                <a:spcPts val="0"/>
              </a:spcBef>
              <a:spcAft>
                <a:spcPts val="0"/>
              </a:spcAft>
              <a:buClr>
                <a:srgbClr val="000000"/>
              </a:buClr>
              <a:buSzPts val="6098"/>
              <a:buFont typeface="Arial"/>
              <a:buNone/>
            </a:pPr>
            <a:r>
              <a:rPr lang="es-GT" sz="6098" b="0" i="0" u="none" strike="noStrike" cap="none" noProof="0" dirty="0">
                <a:solidFill>
                  <a:srgbClr val="131416"/>
                </a:solidFill>
                <a:latin typeface="Impact"/>
                <a:ea typeface="Impact"/>
                <a:cs typeface="Impact"/>
                <a:sym typeface="Impact"/>
              </a:rPr>
              <a:t>Beneficios de la integración de CRM</a:t>
            </a:r>
            <a:endParaRPr lang="es-GT" sz="1400" b="0" i="0" u="none" strike="noStrike" cap="none" noProof="0" dirty="0">
              <a:solidFill>
                <a:srgbClr val="000000"/>
              </a:solidFill>
              <a:latin typeface="Impact"/>
              <a:ea typeface="Impact"/>
              <a:cs typeface="Impact"/>
              <a:sym typeface="Impact"/>
            </a:endParaRPr>
          </a:p>
        </p:txBody>
      </p:sp>
      <p:sp>
        <p:nvSpPr>
          <p:cNvPr id="156" name="Google Shape;156;p4">
            <a:extLst>
              <a:ext uri="{FF2B5EF4-FFF2-40B4-BE49-F238E27FC236}">
                <a16:creationId xmlns:a16="http://schemas.microsoft.com/office/drawing/2014/main" id="{6BF840C6-8068-F479-E2E4-5FAB5D27BAE9}"/>
              </a:ext>
            </a:extLst>
          </p:cNvPr>
          <p:cNvSpPr/>
          <p:nvPr/>
        </p:nvSpPr>
        <p:spPr>
          <a:xfrm>
            <a:off x="13447195" y="5334021"/>
            <a:ext cx="4626468" cy="4575998"/>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Tree>
    <p:extLst>
      <p:ext uri="{BB962C8B-B14F-4D97-AF65-F5344CB8AC3E}">
        <p14:creationId xmlns:p14="http://schemas.microsoft.com/office/powerpoint/2010/main" val="32828051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193825FE-DDCE-FA51-1628-81CC7B0DD152}"/>
            </a:ext>
          </a:extLst>
        </p:cNvPr>
        <p:cNvGrpSpPr/>
        <p:nvPr/>
      </p:nvGrpSpPr>
      <p:grpSpPr>
        <a:xfrm>
          <a:off x="0" y="0"/>
          <a:ext cx="0" cy="0"/>
          <a:chOff x="0" y="0"/>
          <a:chExt cx="0" cy="0"/>
        </a:xfrm>
      </p:grpSpPr>
      <p:sp>
        <p:nvSpPr>
          <p:cNvPr id="155" name="Google Shape;155;p4">
            <a:extLst>
              <a:ext uri="{FF2B5EF4-FFF2-40B4-BE49-F238E27FC236}">
                <a16:creationId xmlns:a16="http://schemas.microsoft.com/office/drawing/2014/main" id="{50983A2D-3366-4093-F703-F809EB270A55}"/>
              </a:ext>
            </a:extLst>
          </p:cNvPr>
          <p:cNvSpPr txBox="1"/>
          <p:nvPr/>
        </p:nvSpPr>
        <p:spPr>
          <a:xfrm>
            <a:off x="1374889" y="654364"/>
            <a:ext cx="13991100" cy="1060418"/>
          </a:xfrm>
          <a:prstGeom prst="rect">
            <a:avLst/>
          </a:prstGeom>
          <a:noFill/>
          <a:ln>
            <a:noFill/>
          </a:ln>
        </p:spPr>
        <p:txBody>
          <a:bodyPr spcFirstLastPara="1" wrap="square" lIns="0" tIns="0" rIns="0" bIns="0" anchor="t" anchorCtr="0">
            <a:spAutoFit/>
          </a:bodyPr>
          <a:lstStyle/>
          <a:p>
            <a:pPr marL="0" marR="0" lvl="0" indent="0" algn="just" rtl="0">
              <a:lnSpc>
                <a:spcPct val="112987"/>
              </a:lnSpc>
              <a:spcBef>
                <a:spcPts val="0"/>
              </a:spcBef>
              <a:spcAft>
                <a:spcPts val="0"/>
              </a:spcAft>
              <a:buClr>
                <a:srgbClr val="000000"/>
              </a:buClr>
              <a:buSzPts val="6098"/>
              <a:buFont typeface="Arial"/>
              <a:buNone/>
            </a:pPr>
            <a:r>
              <a:rPr lang="es-GT" sz="6098" b="0" i="0" u="none" strike="noStrike" cap="none" noProof="0" dirty="0">
                <a:solidFill>
                  <a:srgbClr val="131416"/>
                </a:solidFill>
                <a:latin typeface="Impact"/>
                <a:ea typeface="Impact"/>
                <a:cs typeface="Impact"/>
                <a:sym typeface="Impact"/>
              </a:rPr>
              <a:t>Automatización Inteligente en Tareas</a:t>
            </a:r>
          </a:p>
        </p:txBody>
      </p:sp>
      <p:sp>
        <p:nvSpPr>
          <p:cNvPr id="156" name="Google Shape;156;p4">
            <a:extLst>
              <a:ext uri="{FF2B5EF4-FFF2-40B4-BE49-F238E27FC236}">
                <a16:creationId xmlns:a16="http://schemas.microsoft.com/office/drawing/2014/main" id="{58C2AA9F-F19D-FA27-1118-FFFD76693F09}"/>
              </a:ext>
            </a:extLst>
          </p:cNvPr>
          <p:cNvSpPr/>
          <p:nvPr/>
        </p:nvSpPr>
        <p:spPr>
          <a:xfrm>
            <a:off x="13447195" y="5334021"/>
            <a:ext cx="4626468" cy="4575998"/>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3" name="Google Shape;150;g339a09cea51_0_0">
            <a:extLst>
              <a:ext uri="{FF2B5EF4-FFF2-40B4-BE49-F238E27FC236}">
                <a16:creationId xmlns:a16="http://schemas.microsoft.com/office/drawing/2014/main" id="{9CDF418E-D233-785F-F53F-4EFAC216C297}"/>
              </a:ext>
            </a:extLst>
          </p:cNvPr>
          <p:cNvSpPr txBox="1"/>
          <p:nvPr/>
        </p:nvSpPr>
        <p:spPr>
          <a:xfrm>
            <a:off x="691669" y="2475638"/>
            <a:ext cx="16904661" cy="5335723"/>
          </a:xfrm>
          <a:prstGeom prst="rect">
            <a:avLst/>
          </a:prstGeom>
          <a:noFill/>
          <a:ln>
            <a:noFill/>
          </a:ln>
        </p:spPr>
        <p:txBody>
          <a:bodyPr spcFirstLastPara="1" wrap="square" lIns="91425" tIns="91425" rIns="91425" bIns="91425" anchor="t" anchorCtr="0">
            <a:noAutofit/>
          </a:bodyPr>
          <a:lstStyle/>
          <a:p>
            <a:pPr marL="0" marR="0" lvl="0" indent="0" algn="just" rtl="0">
              <a:lnSpc>
                <a:spcPct val="115000"/>
              </a:lnSpc>
              <a:spcBef>
                <a:spcPts val="0"/>
              </a:spcBef>
              <a:spcAft>
                <a:spcPts val="0"/>
              </a:spcAft>
              <a:buClr>
                <a:srgbClr val="000000"/>
              </a:buClr>
              <a:buSzPts val="1800"/>
              <a:buFont typeface="Arial"/>
              <a:buNone/>
            </a:pPr>
            <a:r>
              <a:rPr lang="es-GT" sz="2800" noProof="0" dirty="0">
                <a:solidFill>
                  <a:schemeClr val="dk1"/>
                </a:solidFill>
              </a:rPr>
              <a:t>La </a:t>
            </a:r>
            <a:r>
              <a:rPr lang="es-GT" sz="2800" b="1" noProof="0" dirty="0">
                <a:solidFill>
                  <a:schemeClr val="dk1"/>
                </a:solidFill>
              </a:rPr>
              <a:t>automatización inteligente</a:t>
            </a:r>
            <a:r>
              <a:rPr lang="es-GT" sz="2800" noProof="0" dirty="0">
                <a:solidFill>
                  <a:schemeClr val="dk1"/>
                </a:solidFill>
              </a:rPr>
              <a:t> combina tecnologías como </a:t>
            </a:r>
            <a:r>
              <a:rPr lang="es-GT" sz="2800" b="1" noProof="0" dirty="0">
                <a:solidFill>
                  <a:schemeClr val="dk1"/>
                </a:solidFill>
              </a:rPr>
              <a:t>Inteligencia Artificial (IA), Machine </a:t>
            </a:r>
            <a:r>
              <a:rPr lang="es-GT" sz="2800" b="1" noProof="0" dirty="0" err="1">
                <a:solidFill>
                  <a:schemeClr val="dk1"/>
                </a:solidFill>
              </a:rPr>
              <a:t>Learning</a:t>
            </a:r>
            <a:r>
              <a:rPr lang="es-GT" sz="2800" b="1" noProof="0" dirty="0">
                <a:solidFill>
                  <a:schemeClr val="dk1"/>
                </a:solidFill>
              </a:rPr>
              <a:t> (ML) y </a:t>
            </a:r>
            <a:r>
              <a:rPr lang="es-GT" sz="2800" b="1" noProof="0" dirty="0" err="1">
                <a:solidFill>
                  <a:schemeClr val="dk1"/>
                </a:solidFill>
              </a:rPr>
              <a:t>Robotic</a:t>
            </a:r>
            <a:r>
              <a:rPr lang="es-GT" sz="2800" b="1" noProof="0" dirty="0">
                <a:solidFill>
                  <a:schemeClr val="dk1"/>
                </a:solidFill>
              </a:rPr>
              <a:t> </a:t>
            </a:r>
            <a:r>
              <a:rPr lang="es-GT" sz="2800" b="1" noProof="0" dirty="0" err="1">
                <a:solidFill>
                  <a:schemeClr val="dk1"/>
                </a:solidFill>
              </a:rPr>
              <a:t>Process</a:t>
            </a:r>
            <a:r>
              <a:rPr lang="es-GT" sz="2800" b="1" noProof="0" dirty="0">
                <a:solidFill>
                  <a:schemeClr val="dk1"/>
                </a:solidFill>
              </a:rPr>
              <a:t> </a:t>
            </a:r>
            <a:r>
              <a:rPr lang="es-GT" sz="2800" b="1" noProof="0" dirty="0" err="1">
                <a:solidFill>
                  <a:schemeClr val="dk1"/>
                </a:solidFill>
              </a:rPr>
              <a:t>Automation</a:t>
            </a:r>
            <a:r>
              <a:rPr lang="es-GT" sz="2800" b="1" noProof="0" dirty="0">
                <a:solidFill>
                  <a:schemeClr val="dk1"/>
                </a:solidFill>
              </a:rPr>
              <a:t> (RPA)</a:t>
            </a:r>
            <a:r>
              <a:rPr lang="es-GT" sz="2800" noProof="0" dirty="0">
                <a:solidFill>
                  <a:schemeClr val="dk1"/>
                </a:solidFill>
              </a:rPr>
              <a:t> para optimizar tareas repetitivas y mejorar la eficiencia operativa. Esto permite a las empresas ahorrar tiempo, reducir errores y centrarse en actividades estratégicas.</a:t>
            </a:r>
          </a:p>
          <a:p>
            <a:pPr marL="0" lvl="0" indent="0" algn="l" rtl="0">
              <a:lnSpc>
                <a:spcPct val="115000"/>
              </a:lnSpc>
              <a:spcBef>
                <a:spcPts val="1800"/>
              </a:spcBef>
              <a:spcAft>
                <a:spcPts val="0"/>
              </a:spcAft>
              <a:buClr>
                <a:schemeClr val="dk1"/>
              </a:buClr>
              <a:buSzPts val="1100"/>
              <a:buFont typeface="Arial"/>
              <a:buNone/>
            </a:pPr>
            <a:r>
              <a:rPr lang="es-GT" sz="2800" b="1" noProof="0" dirty="0">
                <a:solidFill>
                  <a:schemeClr val="dk1"/>
                </a:solidFill>
              </a:rPr>
              <a:t>Beneficios de la Automatización Inteligente</a:t>
            </a:r>
          </a:p>
          <a:p>
            <a:pPr marL="0" lvl="0" indent="0" algn="l" rtl="0">
              <a:lnSpc>
                <a:spcPct val="115000"/>
              </a:lnSpc>
              <a:spcBef>
                <a:spcPts val="1200"/>
              </a:spcBef>
              <a:spcAft>
                <a:spcPts val="0"/>
              </a:spcAft>
              <a:buClr>
                <a:schemeClr val="dk1"/>
              </a:buClr>
              <a:buSzPts val="1100"/>
              <a:buFont typeface="Arial"/>
              <a:buNone/>
            </a:pPr>
            <a:r>
              <a:rPr lang="es-GT" sz="2800" noProof="0" dirty="0">
                <a:solidFill>
                  <a:schemeClr val="dk1"/>
                </a:solidFill>
              </a:rPr>
              <a:t>✔ </a:t>
            </a:r>
            <a:r>
              <a:rPr lang="es-GT" sz="2800" b="1" noProof="0" dirty="0">
                <a:solidFill>
                  <a:schemeClr val="dk1"/>
                </a:solidFill>
              </a:rPr>
              <a:t>Ahorro de tiempo:</a:t>
            </a:r>
            <a:r>
              <a:rPr lang="es-GT" sz="2800" noProof="0" dirty="0">
                <a:solidFill>
                  <a:schemeClr val="dk1"/>
                </a:solidFill>
              </a:rPr>
              <a:t> Reducción de procesos manuales y repetitivos.</a:t>
            </a:r>
            <a:br>
              <a:rPr lang="es-GT" sz="2800" noProof="0" dirty="0">
                <a:solidFill>
                  <a:schemeClr val="dk1"/>
                </a:solidFill>
              </a:rPr>
            </a:br>
            <a:r>
              <a:rPr lang="es-GT" sz="2800" noProof="0" dirty="0">
                <a:solidFill>
                  <a:schemeClr val="dk1"/>
                </a:solidFill>
              </a:rPr>
              <a:t>✔ </a:t>
            </a:r>
            <a:r>
              <a:rPr lang="es-GT" sz="2800" b="1" noProof="0" dirty="0">
                <a:solidFill>
                  <a:schemeClr val="dk1"/>
                </a:solidFill>
              </a:rPr>
              <a:t>Mayor precisión:</a:t>
            </a:r>
            <a:r>
              <a:rPr lang="es-GT" sz="2800" noProof="0" dirty="0">
                <a:solidFill>
                  <a:schemeClr val="dk1"/>
                </a:solidFill>
              </a:rPr>
              <a:t> Menos errores humanos en tareas operativas.</a:t>
            </a:r>
            <a:br>
              <a:rPr lang="es-GT" sz="2800" noProof="0" dirty="0">
                <a:solidFill>
                  <a:schemeClr val="dk1"/>
                </a:solidFill>
              </a:rPr>
            </a:br>
            <a:r>
              <a:rPr lang="es-GT" sz="2800" noProof="0" dirty="0">
                <a:solidFill>
                  <a:schemeClr val="dk1"/>
                </a:solidFill>
              </a:rPr>
              <a:t>✔ </a:t>
            </a:r>
            <a:r>
              <a:rPr lang="es-GT" sz="2800" b="1" noProof="0" dirty="0">
                <a:solidFill>
                  <a:schemeClr val="dk1"/>
                </a:solidFill>
              </a:rPr>
              <a:t>Mejor experiencia del cliente:</a:t>
            </a:r>
            <a:r>
              <a:rPr lang="es-GT" sz="2800" noProof="0" dirty="0">
                <a:solidFill>
                  <a:schemeClr val="dk1"/>
                </a:solidFill>
              </a:rPr>
              <a:t> Respuestas más rápidas y personalizadas.</a:t>
            </a:r>
            <a:br>
              <a:rPr lang="es-GT" sz="2800" noProof="0" dirty="0">
                <a:solidFill>
                  <a:schemeClr val="dk1"/>
                </a:solidFill>
              </a:rPr>
            </a:br>
            <a:r>
              <a:rPr lang="es-GT" sz="2800" noProof="0" dirty="0">
                <a:solidFill>
                  <a:schemeClr val="dk1"/>
                </a:solidFill>
              </a:rPr>
              <a:t>✔ </a:t>
            </a:r>
            <a:r>
              <a:rPr lang="es-GT" sz="2800" b="1" noProof="0" dirty="0">
                <a:solidFill>
                  <a:schemeClr val="dk1"/>
                </a:solidFill>
              </a:rPr>
              <a:t>Optimización de costos:</a:t>
            </a:r>
            <a:r>
              <a:rPr lang="es-GT" sz="2800" noProof="0" dirty="0">
                <a:solidFill>
                  <a:schemeClr val="dk1"/>
                </a:solidFill>
              </a:rPr>
              <a:t> Reducción de recursos en tareas administrativas.</a:t>
            </a:r>
          </a:p>
          <a:p>
            <a:pPr marL="0" marR="0" lvl="0" indent="0" algn="just" rtl="0">
              <a:lnSpc>
                <a:spcPct val="115000"/>
              </a:lnSpc>
              <a:spcBef>
                <a:spcPts val="1200"/>
              </a:spcBef>
              <a:spcAft>
                <a:spcPts val="0"/>
              </a:spcAft>
              <a:buClr>
                <a:srgbClr val="000000"/>
              </a:buClr>
              <a:buSzPts val="1800"/>
              <a:buFont typeface="Arial"/>
              <a:buNone/>
            </a:pPr>
            <a:endParaRPr lang="es-GT" sz="1800" noProof="0" dirty="0">
              <a:solidFill>
                <a:schemeClr val="dk1"/>
              </a:solidFill>
            </a:endParaRPr>
          </a:p>
        </p:txBody>
      </p:sp>
    </p:spTree>
    <p:extLst>
      <p:ext uri="{BB962C8B-B14F-4D97-AF65-F5344CB8AC3E}">
        <p14:creationId xmlns:p14="http://schemas.microsoft.com/office/powerpoint/2010/main" val="24097186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00C3CB54-0949-879C-7823-D5895CADAD30}"/>
            </a:ext>
          </a:extLst>
        </p:cNvPr>
        <p:cNvGrpSpPr/>
        <p:nvPr/>
      </p:nvGrpSpPr>
      <p:grpSpPr>
        <a:xfrm>
          <a:off x="0" y="0"/>
          <a:ext cx="0" cy="0"/>
          <a:chOff x="0" y="0"/>
          <a:chExt cx="0" cy="0"/>
        </a:xfrm>
      </p:grpSpPr>
      <p:sp>
        <p:nvSpPr>
          <p:cNvPr id="155" name="Google Shape;155;p4">
            <a:extLst>
              <a:ext uri="{FF2B5EF4-FFF2-40B4-BE49-F238E27FC236}">
                <a16:creationId xmlns:a16="http://schemas.microsoft.com/office/drawing/2014/main" id="{6117C40A-B307-DF4A-2EF7-055B03AA1A36}"/>
              </a:ext>
            </a:extLst>
          </p:cNvPr>
          <p:cNvSpPr txBox="1"/>
          <p:nvPr/>
        </p:nvSpPr>
        <p:spPr>
          <a:xfrm>
            <a:off x="1374889" y="654364"/>
            <a:ext cx="13991100" cy="2120837"/>
          </a:xfrm>
          <a:prstGeom prst="rect">
            <a:avLst/>
          </a:prstGeom>
          <a:noFill/>
          <a:ln>
            <a:noFill/>
          </a:ln>
        </p:spPr>
        <p:txBody>
          <a:bodyPr spcFirstLastPara="1" wrap="square" lIns="0" tIns="0" rIns="0" bIns="0" anchor="t" anchorCtr="0">
            <a:spAutoFit/>
          </a:bodyPr>
          <a:lstStyle/>
          <a:p>
            <a:pPr marL="0" marR="0" lvl="0" indent="0" algn="just" rtl="0">
              <a:lnSpc>
                <a:spcPct val="112987"/>
              </a:lnSpc>
              <a:spcBef>
                <a:spcPts val="0"/>
              </a:spcBef>
              <a:spcAft>
                <a:spcPts val="0"/>
              </a:spcAft>
              <a:buClr>
                <a:srgbClr val="000000"/>
              </a:buClr>
              <a:buSzPts val="6098"/>
              <a:buFont typeface="Arial"/>
              <a:buNone/>
            </a:pPr>
            <a:r>
              <a:rPr lang="es-GT" sz="6098" b="0" i="0" u="none" strike="noStrike" cap="none" noProof="0" dirty="0">
                <a:solidFill>
                  <a:srgbClr val="131416"/>
                </a:solidFill>
                <a:latin typeface="Impact"/>
                <a:ea typeface="Impact"/>
                <a:cs typeface="Impact"/>
                <a:sym typeface="Impact"/>
              </a:rPr>
              <a:t>Ejemplos de Automatización Inteligente y </a:t>
            </a:r>
            <a:r>
              <a:rPr lang="es-GT" sz="6098" b="0" i="0" u="none" strike="noStrike" cap="none" noProof="0">
                <a:solidFill>
                  <a:srgbClr val="131416"/>
                </a:solidFill>
                <a:latin typeface="Impact"/>
                <a:ea typeface="Impact"/>
                <a:cs typeface="Impact"/>
                <a:sym typeface="Impact"/>
              </a:rPr>
              <a:t>nuevas tendencias</a:t>
            </a:r>
            <a:endParaRPr lang="es-GT" sz="6098" b="0" i="0" u="none" strike="noStrike" cap="none" noProof="0" dirty="0">
              <a:solidFill>
                <a:srgbClr val="131416"/>
              </a:solidFill>
              <a:latin typeface="Impact"/>
              <a:ea typeface="Impact"/>
              <a:cs typeface="Impact"/>
              <a:sym typeface="Impact"/>
            </a:endParaRPr>
          </a:p>
        </p:txBody>
      </p:sp>
      <p:sp>
        <p:nvSpPr>
          <p:cNvPr id="156" name="Google Shape;156;p4">
            <a:extLst>
              <a:ext uri="{FF2B5EF4-FFF2-40B4-BE49-F238E27FC236}">
                <a16:creationId xmlns:a16="http://schemas.microsoft.com/office/drawing/2014/main" id="{A3778C65-7B95-04D0-6B31-BDBD40D079E2}"/>
              </a:ext>
            </a:extLst>
          </p:cNvPr>
          <p:cNvSpPr/>
          <p:nvPr/>
        </p:nvSpPr>
        <p:spPr>
          <a:xfrm>
            <a:off x="13447195" y="5334021"/>
            <a:ext cx="4626468" cy="4575998"/>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2" name="Google Shape;157;g339a09cea51_0_5">
            <a:extLst>
              <a:ext uri="{FF2B5EF4-FFF2-40B4-BE49-F238E27FC236}">
                <a16:creationId xmlns:a16="http://schemas.microsoft.com/office/drawing/2014/main" id="{EA7C3BCA-7BAE-8B4D-3065-6C0BD1429C88}"/>
              </a:ext>
            </a:extLst>
          </p:cNvPr>
          <p:cNvSpPr txBox="1"/>
          <p:nvPr/>
        </p:nvSpPr>
        <p:spPr>
          <a:xfrm>
            <a:off x="1091291" y="2698238"/>
            <a:ext cx="16595129" cy="5627615"/>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400"/>
              </a:spcBef>
              <a:spcAft>
                <a:spcPts val="0"/>
              </a:spcAft>
              <a:buClr>
                <a:schemeClr val="dk1"/>
              </a:buClr>
              <a:buSzPts val="1100"/>
              <a:buFont typeface="Arial"/>
              <a:buNone/>
            </a:pPr>
            <a:r>
              <a:rPr lang="es-GT" sz="2800" b="1" noProof="0" dirty="0">
                <a:solidFill>
                  <a:schemeClr val="dk1"/>
                </a:solidFill>
              </a:rPr>
              <a:t>CRM y Automatización de Ventas 📊</a:t>
            </a:r>
          </a:p>
          <a:p>
            <a:pPr marL="457200" lvl="0" indent="-342900" algn="l" rtl="0">
              <a:lnSpc>
                <a:spcPct val="115000"/>
              </a:lnSpc>
              <a:spcBef>
                <a:spcPts val="1200"/>
              </a:spcBef>
              <a:spcAft>
                <a:spcPts val="0"/>
              </a:spcAft>
              <a:buClr>
                <a:schemeClr val="dk1"/>
              </a:buClr>
              <a:buSzPts val="1800"/>
              <a:buChar char="●"/>
            </a:pPr>
            <a:r>
              <a:rPr lang="es-GT" sz="2800" noProof="0" dirty="0">
                <a:solidFill>
                  <a:schemeClr val="dk1"/>
                </a:solidFill>
              </a:rPr>
              <a:t>Seguimiento automático de clientes potenciales.</a:t>
            </a:r>
          </a:p>
          <a:p>
            <a:pPr marL="457200" lvl="0" indent="-342900" algn="l" rtl="0">
              <a:lnSpc>
                <a:spcPct val="115000"/>
              </a:lnSpc>
              <a:spcBef>
                <a:spcPts val="0"/>
              </a:spcBef>
              <a:spcAft>
                <a:spcPts val="0"/>
              </a:spcAft>
              <a:buClr>
                <a:schemeClr val="dk1"/>
              </a:buClr>
              <a:buSzPts val="1800"/>
              <a:buChar char="●"/>
            </a:pPr>
            <a:r>
              <a:rPr lang="es-GT" sz="2800" noProof="0" dirty="0">
                <a:solidFill>
                  <a:schemeClr val="dk1"/>
                </a:solidFill>
              </a:rPr>
              <a:t>Envío de recordatorios y propuestas personalizadas.</a:t>
            </a:r>
          </a:p>
          <a:p>
            <a:pPr marL="457200" lvl="0" indent="-342900" algn="l" rtl="0">
              <a:lnSpc>
                <a:spcPct val="115000"/>
              </a:lnSpc>
              <a:spcBef>
                <a:spcPts val="0"/>
              </a:spcBef>
              <a:spcAft>
                <a:spcPts val="0"/>
              </a:spcAft>
              <a:buClr>
                <a:schemeClr val="dk1"/>
              </a:buClr>
              <a:buSzPts val="1800"/>
              <a:buChar char="●"/>
            </a:pPr>
            <a:r>
              <a:rPr lang="es-GT" sz="2800" noProof="0" dirty="0">
                <a:solidFill>
                  <a:schemeClr val="dk1"/>
                </a:solidFill>
              </a:rPr>
              <a:t>Priorización de oportunidades de negocio mediante IA.</a:t>
            </a:r>
          </a:p>
          <a:p>
            <a:pPr marL="0" lvl="0" indent="0" algn="l" rtl="0">
              <a:lnSpc>
                <a:spcPct val="115000"/>
              </a:lnSpc>
              <a:spcBef>
                <a:spcPts val="1400"/>
              </a:spcBef>
              <a:spcAft>
                <a:spcPts val="0"/>
              </a:spcAft>
              <a:buClr>
                <a:schemeClr val="dk1"/>
              </a:buClr>
              <a:buSzPts val="1100"/>
              <a:buFont typeface="Arial"/>
              <a:buNone/>
            </a:pPr>
            <a:r>
              <a:rPr lang="es-GT" sz="2800" b="1" noProof="0" dirty="0">
                <a:solidFill>
                  <a:schemeClr val="dk1"/>
                </a:solidFill>
              </a:rPr>
              <a:t>Atención al Cliente con IA 🤖</a:t>
            </a:r>
          </a:p>
          <a:p>
            <a:pPr marL="457200" lvl="0" indent="-342900" algn="l" rtl="0">
              <a:lnSpc>
                <a:spcPct val="115000"/>
              </a:lnSpc>
              <a:spcBef>
                <a:spcPts val="1200"/>
              </a:spcBef>
              <a:spcAft>
                <a:spcPts val="0"/>
              </a:spcAft>
              <a:buClr>
                <a:schemeClr val="dk1"/>
              </a:buClr>
              <a:buSzPts val="1800"/>
              <a:buChar char="●"/>
            </a:pPr>
            <a:r>
              <a:rPr lang="es-GT" sz="2800" noProof="0" dirty="0" err="1">
                <a:solidFill>
                  <a:schemeClr val="dk1"/>
                </a:solidFill>
              </a:rPr>
              <a:t>Chatbots</a:t>
            </a:r>
            <a:r>
              <a:rPr lang="es-GT" sz="2800" noProof="0" dirty="0">
                <a:solidFill>
                  <a:schemeClr val="dk1"/>
                </a:solidFill>
              </a:rPr>
              <a:t> y asistentes virtuales que responden consultas 24/7.</a:t>
            </a:r>
          </a:p>
          <a:p>
            <a:pPr marL="457200" lvl="0" indent="-342900" algn="l" rtl="0">
              <a:lnSpc>
                <a:spcPct val="115000"/>
              </a:lnSpc>
              <a:spcBef>
                <a:spcPts val="0"/>
              </a:spcBef>
              <a:spcAft>
                <a:spcPts val="0"/>
              </a:spcAft>
              <a:buClr>
                <a:schemeClr val="dk1"/>
              </a:buClr>
              <a:buSzPts val="1800"/>
              <a:buChar char="●"/>
            </a:pPr>
            <a:r>
              <a:rPr lang="es-GT" sz="2800" noProof="0" dirty="0">
                <a:solidFill>
                  <a:schemeClr val="dk1"/>
                </a:solidFill>
              </a:rPr>
              <a:t>Análisis de sentimientos en correos y redes sociales.</a:t>
            </a:r>
          </a:p>
          <a:p>
            <a:pPr marL="457200" lvl="0" indent="-342900" algn="l" rtl="0">
              <a:lnSpc>
                <a:spcPct val="115000"/>
              </a:lnSpc>
              <a:spcBef>
                <a:spcPts val="0"/>
              </a:spcBef>
              <a:spcAft>
                <a:spcPts val="0"/>
              </a:spcAft>
              <a:buClr>
                <a:schemeClr val="dk1"/>
              </a:buClr>
              <a:buSzPts val="1800"/>
              <a:buChar char="●"/>
            </a:pPr>
            <a:r>
              <a:rPr lang="es-GT" sz="2800" noProof="0" dirty="0">
                <a:solidFill>
                  <a:schemeClr val="dk1"/>
                </a:solidFill>
              </a:rPr>
              <a:t>Respuesta automática basada en el historial del cliente.</a:t>
            </a:r>
          </a:p>
        </p:txBody>
      </p:sp>
    </p:spTree>
    <p:extLst>
      <p:ext uri="{BB962C8B-B14F-4D97-AF65-F5344CB8AC3E}">
        <p14:creationId xmlns:p14="http://schemas.microsoft.com/office/powerpoint/2010/main" val="29742367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3A702125-340E-79DA-ED4D-5264321D5918}"/>
            </a:ext>
          </a:extLst>
        </p:cNvPr>
        <p:cNvGrpSpPr/>
        <p:nvPr/>
      </p:nvGrpSpPr>
      <p:grpSpPr>
        <a:xfrm>
          <a:off x="0" y="0"/>
          <a:ext cx="0" cy="0"/>
          <a:chOff x="0" y="0"/>
          <a:chExt cx="0" cy="0"/>
        </a:xfrm>
      </p:grpSpPr>
      <p:sp>
        <p:nvSpPr>
          <p:cNvPr id="156" name="Google Shape;156;p4">
            <a:extLst>
              <a:ext uri="{FF2B5EF4-FFF2-40B4-BE49-F238E27FC236}">
                <a16:creationId xmlns:a16="http://schemas.microsoft.com/office/drawing/2014/main" id="{FD725609-0E18-31B4-C814-F1E9D0740B4C}"/>
              </a:ext>
            </a:extLst>
          </p:cNvPr>
          <p:cNvSpPr/>
          <p:nvPr/>
        </p:nvSpPr>
        <p:spPr>
          <a:xfrm>
            <a:off x="13447195" y="5334021"/>
            <a:ext cx="4626468" cy="4575998"/>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4" name="Google Shape;165;g339a09cea51_0_10">
            <a:extLst>
              <a:ext uri="{FF2B5EF4-FFF2-40B4-BE49-F238E27FC236}">
                <a16:creationId xmlns:a16="http://schemas.microsoft.com/office/drawing/2014/main" id="{95F51D32-1DB8-BFDF-2A4E-695DCDDA4B02}"/>
              </a:ext>
            </a:extLst>
          </p:cNvPr>
          <p:cNvSpPr txBox="1"/>
          <p:nvPr/>
        </p:nvSpPr>
        <p:spPr>
          <a:xfrm>
            <a:off x="804617" y="2180285"/>
            <a:ext cx="16304287" cy="5545388"/>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400"/>
              </a:spcBef>
              <a:spcAft>
                <a:spcPts val="0"/>
              </a:spcAft>
              <a:buClr>
                <a:schemeClr val="dk1"/>
              </a:buClr>
              <a:buSzPts val="1100"/>
              <a:buFont typeface="Arial"/>
              <a:buNone/>
            </a:pPr>
            <a:r>
              <a:rPr lang="es-GT" sz="2800" b="1" noProof="0" dirty="0">
                <a:solidFill>
                  <a:schemeClr val="dk1"/>
                </a:solidFill>
              </a:rPr>
              <a:t>Automatización en Marketing 🎯</a:t>
            </a:r>
          </a:p>
          <a:p>
            <a:pPr marL="457200" lvl="0" indent="-342900" algn="l" rtl="0">
              <a:lnSpc>
                <a:spcPct val="115000"/>
              </a:lnSpc>
              <a:spcBef>
                <a:spcPts val="1200"/>
              </a:spcBef>
              <a:spcAft>
                <a:spcPts val="0"/>
              </a:spcAft>
              <a:buClr>
                <a:schemeClr val="dk1"/>
              </a:buClr>
              <a:buSzPts val="1800"/>
              <a:buChar char="●"/>
            </a:pPr>
            <a:r>
              <a:rPr lang="es-GT" sz="2800" noProof="0" dirty="0">
                <a:solidFill>
                  <a:schemeClr val="dk1"/>
                </a:solidFill>
              </a:rPr>
              <a:t>Envío de campañas personalizadas según el comportamiento del cliente.</a:t>
            </a:r>
          </a:p>
          <a:p>
            <a:pPr marL="457200" lvl="0" indent="-342900" algn="l" rtl="0">
              <a:lnSpc>
                <a:spcPct val="115000"/>
              </a:lnSpc>
              <a:spcBef>
                <a:spcPts val="0"/>
              </a:spcBef>
              <a:spcAft>
                <a:spcPts val="0"/>
              </a:spcAft>
              <a:buClr>
                <a:schemeClr val="dk1"/>
              </a:buClr>
              <a:buSzPts val="1800"/>
              <a:buChar char="●"/>
            </a:pPr>
            <a:r>
              <a:rPr lang="es-GT" sz="2800" noProof="0" dirty="0">
                <a:solidFill>
                  <a:schemeClr val="dk1"/>
                </a:solidFill>
              </a:rPr>
              <a:t>Segmentación de clientes con IA para mejorar conversiones.</a:t>
            </a:r>
          </a:p>
          <a:p>
            <a:pPr marL="457200" lvl="0" indent="-342900" algn="l" rtl="0">
              <a:lnSpc>
                <a:spcPct val="115000"/>
              </a:lnSpc>
              <a:spcBef>
                <a:spcPts val="0"/>
              </a:spcBef>
              <a:spcAft>
                <a:spcPts val="0"/>
              </a:spcAft>
              <a:buClr>
                <a:schemeClr val="dk1"/>
              </a:buClr>
              <a:buSzPts val="1800"/>
              <a:buChar char="●"/>
            </a:pPr>
            <a:r>
              <a:rPr lang="es-GT" sz="2800" noProof="0" dirty="0">
                <a:solidFill>
                  <a:schemeClr val="dk1"/>
                </a:solidFill>
              </a:rPr>
              <a:t>Análisis de datos para prever tendencias de compra.</a:t>
            </a:r>
          </a:p>
          <a:p>
            <a:pPr marL="0" lvl="0" indent="0" algn="l" rtl="0">
              <a:lnSpc>
                <a:spcPct val="115000"/>
              </a:lnSpc>
              <a:spcBef>
                <a:spcPts val="1400"/>
              </a:spcBef>
              <a:spcAft>
                <a:spcPts val="0"/>
              </a:spcAft>
              <a:buClr>
                <a:schemeClr val="dk1"/>
              </a:buClr>
              <a:buSzPts val="1100"/>
              <a:buFont typeface="Arial"/>
              <a:buNone/>
            </a:pPr>
            <a:r>
              <a:rPr lang="es-GT" sz="2800" b="1" noProof="0" dirty="0">
                <a:solidFill>
                  <a:schemeClr val="dk1"/>
                </a:solidFill>
              </a:rPr>
              <a:t>Procesos Administrativos y Gestión de Datos 🏢</a:t>
            </a:r>
          </a:p>
          <a:p>
            <a:pPr marL="457200" lvl="0" indent="-342900" algn="l" rtl="0">
              <a:lnSpc>
                <a:spcPct val="115000"/>
              </a:lnSpc>
              <a:spcBef>
                <a:spcPts val="1200"/>
              </a:spcBef>
              <a:spcAft>
                <a:spcPts val="0"/>
              </a:spcAft>
              <a:buClr>
                <a:schemeClr val="dk1"/>
              </a:buClr>
              <a:buSzPts val="1800"/>
              <a:buChar char="●"/>
            </a:pPr>
            <a:r>
              <a:rPr lang="es-GT" sz="2800" noProof="0" dirty="0">
                <a:solidFill>
                  <a:schemeClr val="dk1"/>
                </a:solidFill>
              </a:rPr>
              <a:t>Facturación automática y seguimiento de pagos.</a:t>
            </a:r>
          </a:p>
          <a:p>
            <a:pPr marL="457200" lvl="0" indent="-342900" algn="l" rtl="0">
              <a:lnSpc>
                <a:spcPct val="115000"/>
              </a:lnSpc>
              <a:spcBef>
                <a:spcPts val="0"/>
              </a:spcBef>
              <a:spcAft>
                <a:spcPts val="0"/>
              </a:spcAft>
              <a:buClr>
                <a:schemeClr val="dk1"/>
              </a:buClr>
              <a:buSzPts val="1800"/>
              <a:buChar char="●"/>
            </a:pPr>
            <a:r>
              <a:rPr lang="es-GT" sz="2800" noProof="0" dirty="0">
                <a:solidFill>
                  <a:schemeClr val="dk1"/>
                </a:solidFill>
              </a:rPr>
              <a:t>Generación de reportes inteligentes con análisis predictivo.</a:t>
            </a:r>
          </a:p>
          <a:p>
            <a:pPr marL="457200" lvl="0" indent="-342900" algn="l" rtl="0">
              <a:lnSpc>
                <a:spcPct val="115000"/>
              </a:lnSpc>
              <a:spcBef>
                <a:spcPts val="0"/>
              </a:spcBef>
              <a:spcAft>
                <a:spcPts val="0"/>
              </a:spcAft>
              <a:buClr>
                <a:schemeClr val="dk1"/>
              </a:buClr>
              <a:buSzPts val="1800"/>
              <a:buChar char="●"/>
            </a:pPr>
            <a:r>
              <a:rPr lang="es-GT" sz="2800" noProof="0" dirty="0">
                <a:solidFill>
                  <a:schemeClr val="dk1"/>
                </a:solidFill>
              </a:rPr>
              <a:t>Integración de ERP y CRM para optimizar la toma de decisiones.</a:t>
            </a:r>
          </a:p>
          <a:p>
            <a:pPr marL="0" lvl="0" indent="0" algn="l" rtl="0">
              <a:spcBef>
                <a:spcPts val="1200"/>
              </a:spcBef>
              <a:spcAft>
                <a:spcPts val="0"/>
              </a:spcAft>
              <a:buNone/>
            </a:pPr>
            <a:endParaRPr lang="es-GT" sz="1800" noProof="0" dirty="0">
              <a:solidFill>
                <a:schemeClr val="dk2"/>
              </a:solidFill>
            </a:endParaRPr>
          </a:p>
        </p:txBody>
      </p:sp>
    </p:spTree>
    <p:extLst>
      <p:ext uri="{BB962C8B-B14F-4D97-AF65-F5344CB8AC3E}">
        <p14:creationId xmlns:p14="http://schemas.microsoft.com/office/powerpoint/2010/main" val="4555961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0E3F239C-DFC9-46FF-F633-4991D285AAEE}"/>
            </a:ext>
          </a:extLst>
        </p:cNvPr>
        <p:cNvGrpSpPr/>
        <p:nvPr/>
      </p:nvGrpSpPr>
      <p:grpSpPr>
        <a:xfrm>
          <a:off x="0" y="0"/>
          <a:ext cx="0" cy="0"/>
          <a:chOff x="0" y="0"/>
          <a:chExt cx="0" cy="0"/>
        </a:xfrm>
      </p:grpSpPr>
      <p:sp>
        <p:nvSpPr>
          <p:cNvPr id="156" name="Google Shape;156;p4">
            <a:extLst>
              <a:ext uri="{FF2B5EF4-FFF2-40B4-BE49-F238E27FC236}">
                <a16:creationId xmlns:a16="http://schemas.microsoft.com/office/drawing/2014/main" id="{E5E550A5-E82A-4492-2BA6-D74104C6AFDB}"/>
              </a:ext>
            </a:extLst>
          </p:cNvPr>
          <p:cNvSpPr/>
          <p:nvPr/>
        </p:nvSpPr>
        <p:spPr>
          <a:xfrm>
            <a:off x="13447195" y="5334021"/>
            <a:ext cx="4626468" cy="4575998"/>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2" name="Google Shape;172;g339a09cea51_0_15">
            <a:extLst>
              <a:ext uri="{FF2B5EF4-FFF2-40B4-BE49-F238E27FC236}">
                <a16:creationId xmlns:a16="http://schemas.microsoft.com/office/drawing/2014/main" id="{65A534F7-78EA-7A93-B3EC-02BFA790DB57}"/>
              </a:ext>
            </a:extLst>
          </p:cNvPr>
          <p:cNvSpPr txBox="1"/>
          <p:nvPr/>
        </p:nvSpPr>
        <p:spPr>
          <a:xfrm>
            <a:off x="777796" y="2299201"/>
            <a:ext cx="16732408" cy="4967873"/>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800"/>
              </a:spcBef>
              <a:spcAft>
                <a:spcPts val="0"/>
              </a:spcAft>
              <a:buClr>
                <a:schemeClr val="dk1"/>
              </a:buClr>
              <a:buSzPts val="1100"/>
              <a:buFont typeface="Arial"/>
              <a:buNone/>
            </a:pPr>
            <a:r>
              <a:rPr lang="es-GT" sz="3200" b="1" noProof="0" dirty="0">
                <a:solidFill>
                  <a:schemeClr val="dk1"/>
                </a:solidFill>
              </a:rPr>
              <a:t>Tendencias Futuras en Automatización Inteligente</a:t>
            </a:r>
          </a:p>
          <a:p>
            <a:pPr marL="0" lvl="0" indent="0" algn="l" rtl="0">
              <a:lnSpc>
                <a:spcPct val="115000"/>
              </a:lnSpc>
              <a:spcBef>
                <a:spcPts val="1200"/>
              </a:spcBef>
              <a:spcAft>
                <a:spcPts val="1200"/>
              </a:spcAft>
              <a:buClr>
                <a:schemeClr val="dk1"/>
              </a:buClr>
              <a:buSzPts val="1100"/>
              <a:buFont typeface="Arial"/>
              <a:buNone/>
            </a:pPr>
            <a:r>
              <a:rPr lang="es-GT" sz="3200" b="1" noProof="0" dirty="0">
                <a:solidFill>
                  <a:schemeClr val="dk1"/>
                </a:solidFill>
              </a:rPr>
              <a:t>Automatización con voz:</a:t>
            </a:r>
            <a:r>
              <a:rPr lang="es-GT" sz="3200" noProof="0" dirty="0">
                <a:solidFill>
                  <a:schemeClr val="dk1"/>
                </a:solidFill>
              </a:rPr>
              <a:t> CRM y sistemas de gestión controlados por comandos de voz.</a:t>
            </a:r>
            <a:br>
              <a:rPr lang="es-GT" sz="3200" noProof="0" dirty="0">
                <a:solidFill>
                  <a:schemeClr val="dk1"/>
                </a:solidFill>
              </a:rPr>
            </a:br>
            <a:r>
              <a:rPr lang="es-GT" sz="3200" b="1" noProof="0" dirty="0">
                <a:solidFill>
                  <a:schemeClr val="dk1"/>
                </a:solidFill>
              </a:rPr>
              <a:t>IA conversacional avanzada:</a:t>
            </a:r>
            <a:r>
              <a:rPr lang="es-GT" sz="3200" noProof="0" dirty="0">
                <a:solidFill>
                  <a:schemeClr val="dk1"/>
                </a:solidFill>
              </a:rPr>
              <a:t> </a:t>
            </a:r>
            <a:r>
              <a:rPr lang="es-GT" sz="3200" noProof="0" dirty="0" err="1">
                <a:solidFill>
                  <a:schemeClr val="dk1"/>
                </a:solidFill>
              </a:rPr>
              <a:t>Chatbots</a:t>
            </a:r>
            <a:r>
              <a:rPr lang="es-GT" sz="3200" noProof="0" dirty="0">
                <a:solidFill>
                  <a:schemeClr val="dk1"/>
                </a:solidFill>
              </a:rPr>
              <a:t> con mayor capacidad de comprensión y personalización.</a:t>
            </a:r>
            <a:br>
              <a:rPr lang="es-GT" sz="3200" noProof="0" dirty="0">
                <a:solidFill>
                  <a:schemeClr val="dk1"/>
                </a:solidFill>
              </a:rPr>
            </a:br>
            <a:r>
              <a:rPr lang="es-GT" sz="3200" b="1" noProof="0" dirty="0">
                <a:solidFill>
                  <a:schemeClr val="dk1"/>
                </a:solidFill>
              </a:rPr>
              <a:t>Automatización predictiva:</a:t>
            </a:r>
            <a:r>
              <a:rPr lang="es-GT" sz="3200" noProof="0" dirty="0">
                <a:solidFill>
                  <a:schemeClr val="dk1"/>
                </a:solidFill>
              </a:rPr>
              <a:t> Sistemas que anticipan necesidades y acciones de los clientes.</a:t>
            </a:r>
          </a:p>
        </p:txBody>
      </p:sp>
    </p:spTree>
    <p:extLst>
      <p:ext uri="{BB962C8B-B14F-4D97-AF65-F5344CB8AC3E}">
        <p14:creationId xmlns:p14="http://schemas.microsoft.com/office/powerpoint/2010/main" val="21147793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2265016F-6B46-5E34-2C58-1BC29F192F21}"/>
            </a:ext>
          </a:extLst>
        </p:cNvPr>
        <p:cNvGrpSpPr/>
        <p:nvPr/>
      </p:nvGrpSpPr>
      <p:grpSpPr>
        <a:xfrm>
          <a:off x="0" y="0"/>
          <a:ext cx="0" cy="0"/>
          <a:chOff x="0" y="0"/>
          <a:chExt cx="0" cy="0"/>
        </a:xfrm>
      </p:grpSpPr>
      <p:sp>
        <p:nvSpPr>
          <p:cNvPr id="155" name="Google Shape;155;p4">
            <a:extLst>
              <a:ext uri="{FF2B5EF4-FFF2-40B4-BE49-F238E27FC236}">
                <a16:creationId xmlns:a16="http://schemas.microsoft.com/office/drawing/2014/main" id="{57DABEE5-2C48-8510-BB87-BF008987DA06}"/>
              </a:ext>
            </a:extLst>
          </p:cNvPr>
          <p:cNvSpPr txBox="1"/>
          <p:nvPr/>
        </p:nvSpPr>
        <p:spPr>
          <a:xfrm>
            <a:off x="1374889" y="654364"/>
            <a:ext cx="13991100" cy="1060418"/>
          </a:xfrm>
          <a:prstGeom prst="rect">
            <a:avLst/>
          </a:prstGeom>
          <a:noFill/>
          <a:ln>
            <a:noFill/>
          </a:ln>
        </p:spPr>
        <p:txBody>
          <a:bodyPr spcFirstLastPara="1" wrap="square" lIns="0" tIns="0" rIns="0" bIns="0" anchor="t" anchorCtr="0">
            <a:spAutoFit/>
          </a:bodyPr>
          <a:lstStyle/>
          <a:p>
            <a:pPr marL="0" marR="0" lvl="0" indent="0" algn="just" rtl="0">
              <a:lnSpc>
                <a:spcPct val="112987"/>
              </a:lnSpc>
              <a:spcBef>
                <a:spcPts val="0"/>
              </a:spcBef>
              <a:spcAft>
                <a:spcPts val="0"/>
              </a:spcAft>
              <a:buClr>
                <a:srgbClr val="000000"/>
              </a:buClr>
              <a:buSzPts val="6098"/>
              <a:buFont typeface="Arial"/>
              <a:buNone/>
            </a:pPr>
            <a:r>
              <a:rPr lang="es-GT" sz="6098" b="0" i="0" u="none" strike="noStrike" cap="none" noProof="0" dirty="0">
                <a:solidFill>
                  <a:srgbClr val="131416"/>
                </a:solidFill>
                <a:latin typeface="Impact"/>
                <a:ea typeface="Impact"/>
                <a:cs typeface="Impact"/>
                <a:sym typeface="Impact"/>
              </a:rPr>
              <a:t>Casos de éxito y empresas especializadas.</a:t>
            </a:r>
            <a:endParaRPr lang="es-GT" sz="1400" b="0" i="0" u="none" strike="noStrike" cap="none" noProof="0" dirty="0">
              <a:solidFill>
                <a:srgbClr val="000000"/>
              </a:solidFill>
              <a:latin typeface="Impact"/>
              <a:ea typeface="Impact"/>
              <a:cs typeface="Impact"/>
              <a:sym typeface="Impact"/>
            </a:endParaRPr>
          </a:p>
        </p:txBody>
      </p:sp>
      <p:sp>
        <p:nvSpPr>
          <p:cNvPr id="156" name="Google Shape;156;p4">
            <a:extLst>
              <a:ext uri="{FF2B5EF4-FFF2-40B4-BE49-F238E27FC236}">
                <a16:creationId xmlns:a16="http://schemas.microsoft.com/office/drawing/2014/main" id="{035186F6-1DA0-4A4E-A292-6C24EC414E72}"/>
              </a:ext>
            </a:extLst>
          </p:cNvPr>
          <p:cNvSpPr/>
          <p:nvPr/>
        </p:nvSpPr>
        <p:spPr>
          <a:xfrm>
            <a:off x="14606337" y="6497052"/>
            <a:ext cx="3371074" cy="3222445"/>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154" name="Google Shape;154;p4">
            <a:extLst>
              <a:ext uri="{FF2B5EF4-FFF2-40B4-BE49-F238E27FC236}">
                <a16:creationId xmlns:a16="http://schemas.microsoft.com/office/drawing/2014/main" id="{2AE90A77-DB38-448E-BF58-9965D62C17DA}"/>
              </a:ext>
            </a:extLst>
          </p:cNvPr>
          <p:cNvSpPr txBox="1"/>
          <p:nvPr/>
        </p:nvSpPr>
        <p:spPr>
          <a:xfrm>
            <a:off x="1134257" y="2092513"/>
            <a:ext cx="16407785" cy="6709144"/>
          </a:xfrm>
          <a:prstGeom prst="rect">
            <a:avLst/>
          </a:prstGeom>
          <a:noFill/>
          <a:ln>
            <a:noFill/>
          </a:ln>
        </p:spPr>
        <p:txBody>
          <a:bodyPr spcFirstLastPara="1" wrap="square" lIns="0" tIns="0" rIns="0" bIns="0" anchor="t" anchorCtr="0">
            <a:spAutoFit/>
          </a:bodyPr>
          <a:lstStyle/>
          <a:p>
            <a:pPr marL="571500" marR="0" lvl="0" indent="-571500" algn="l" rtl="0">
              <a:lnSpc>
                <a:spcPct val="173070"/>
              </a:lnSpc>
              <a:spcBef>
                <a:spcPts val="0"/>
              </a:spcBef>
              <a:spcAft>
                <a:spcPts val="0"/>
              </a:spcAft>
              <a:buClr>
                <a:srgbClr val="000000"/>
              </a:buClr>
              <a:buSzPts val="3925"/>
              <a:buFont typeface="Arial" panose="020B0604020202020204" pitchFamily="34" charset="0"/>
              <a:buChar char="•"/>
            </a:pPr>
            <a:r>
              <a:rPr lang="es-GT" sz="2800" b="1" i="0" u="none" strike="noStrike" cap="none" noProof="0" dirty="0">
                <a:solidFill>
                  <a:srgbClr val="131416"/>
                </a:solidFill>
                <a:latin typeface="Arial"/>
                <a:ea typeface="Arial"/>
                <a:cs typeface="Arial"/>
                <a:sym typeface="Arial"/>
              </a:rPr>
              <a:t>Grupo </a:t>
            </a:r>
            <a:r>
              <a:rPr lang="es-GT" sz="2800" b="1" i="0" u="none" strike="noStrike" cap="none" noProof="0" dirty="0" err="1">
                <a:solidFill>
                  <a:srgbClr val="131416"/>
                </a:solidFill>
                <a:latin typeface="Arial"/>
                <a:ea typeface="Arial"/>
                <a:cs typeface="Arial"/>
                <a:sym typeface="Arial"/>
              </a:rPr>
              <a:t>Axo</a:t>
            </a:r>
            <a:r>
              <a:rPr lang="es-GT" sz="2800" b="1" i="0" u="none" strike="noStrike" cap="none" noProof="0" dirty="0">
                <a:solidFill>
                  <a:srgbClr val="131416"/>
                </a:solidFill>
                <a:latin typeface="Arial"/>
                <a:ea typeface="Arial"/>
                <a:cs typeface="Arial"/>
                <a:sym typeface="Arial"/>
              </a:rPr>
              <a:t> (</a:t>
            </a:r>
            <a:r>
              <a:rPr lang="es-GT" sz="2800" b="1" i="0" u="none" strike="noStrike" cap="none" noProof="0" dirty="0" err="1">
                <a:solidFill>
                  <a:srgbClr val="131416"/>
                </a:solidFill>
                <a:latin typeface="Arial"/>
                <a:ea typeface="Arial"/>
                <a:cs typeface="Arial"/>
                <a:sym typeface="Arial"/>
              </a:rPr>
              <a:t>Retail</a:t>
            </a:r>
            <a:r>
              <a:rPr lang="es-GT" sz="2800" b="1" i="0" u="none" strike="noStrike" cap="none" noProof="0" dirty="0">
                <a:solidFill>
                  <a:srgbClr val="131416"/>
                </a:solidFill>
                <a:latin typeface="Arial"/>
                <a:ea typeface="Arial"/>
                <a:cs typeface="Arial"/>
                <a:sym typeface="Arial"/>
              </a:rPr>
              <a:t> Moda)</a:t>
            </a:r>
          </a:p>
          <a:p>
            <a:pPr marR="0" lvl="0" algn="l" rtl="0">
              <a:lnSpc>
                <a:spcPct val="173070"/>
              </a:lnSpc>
              <a:spcBef>
                <a:spcPts val="0"/>
              </a:spcBef>
              <a:spcAft>
                <a:spcPts val="0"/>
              </a:spcAft>
              <a:buClr>
                <a:srgbClr val="000000"/>
              </a:buClr>
              <a:buSzPts val="3925"/>
            </a:pPr>
            <a:r>
              <a:rPr lang="es-GT" sz="2800" noProof="0" dirty="0">
                <a:solidFill>
                  <a:srgbClr val="131416"/>
                </a:solidFill>
              </a:rPr>
              <a:t>	Implementaron SAP CRM, buscando una integración robusta con su sistema ERP existente 	creando un perfil único de sus clientes que rastreara sus interacciones y preferencias en todos los 	puntos de contacto.</a:t>
            </a:r>
            <a:endParaRPr lang="es-GT" sz="2800" b="0" i="0" u="none" strike="noStrike" cap="none" noProof="0" dirty="0">
              <a:solidFill>
                <a:srgbClr val="131416"/>
              </a:solidFill>
              <a:latin typeface="Arial"/>
              <a:ea typeface="Arial"/>
              <a:cs typeface="Arial"/>
              <a:sym typeface="Arial"/>
            </a:endParaRPr>
          </a:p>
          <a:p>
            <a:pPr marL="571500" marR="0" lvl="0" indent="-571500" algn="l" rtl="0">
              <a:lnSpc>
                <a:spcPct val="173070"/>
              </a:lnSpc>
              <a:spcBef>
                <a:spcPts val="0"/>
              </a:spcBef>
              <a:spcAft>
                <a:spcPts val="0"/>
              </a:spcAft>
              <a:buClr>
                <a:srgbClr val="000000"/>
              </a:buClr>
              <a:buSzPts val="3925"/>
              <a:buFont typeface="Arial" panose="020B0604020202020204" pitchFamily="34" charset="0"/>
              <a:buChar char="•"/>
            </a:pPr>
            <a:r>
              <a:rPr lang="es-GT" sz="2800" b="1" noProof="0" dirty="0">
                <a:solidFill>
                  <a:srgbClr val="131416"/>
                </a:solidFill>
              </a:rPr>
              <a:t>Uber (Movilidad y Tecnología)</a:t>
            </a:r>
          </a:p>
          <a:p>
            <a:pPr lvl="1">
              <a:lnSpc>
                <a:spcPct val="173070"/>
              </a:lnSpc>
              <a:buSzPts val="3925"/>
            </a:pPr>
            <a:r>
              <a:rPr lang="es-GT" sz="2800" noProof="0" dirty="0">
                <a:solidFill>
                  <a:srgbClr val="131416"/>
                </a:solidFill>
              </a:rPr>
              <a:t>	Su crecimiento exponencial a nivel global, generó un volumen masivo y constante de consultas e 	incidencias. Eligieron </a:t>
            </a:r>
            <a:r>
              <a:rPr lang="es-GT" sz="2800" noProof="0" dirty="0" err="1">
                <a:solidFill>
                  <a:srgbClr val="131416"/>
                </a:solidFill>
              </a:rPr>
              <a:t>Zendesk</a:t>
            </a:r>
            <a:r>
              <a:rPr lang="es-GT" sz="2800" noProof="0" dirty="0">
                <a:solidFill>
                  <a:srgbClr val="131416"/>
                </a:solidFill>
              </a:rPr>
              <a:t>, una plataforma de CRM orientada al servicio al cliente (</a:t>
            </a:r>
            <a:r>
              <a:rPr lang="es-GT" sz="2800" noProof="0" dirty="0" err="1">
                <a:solidFill>
                  <a:srgbClr val="131416"/>
                </a:solidFill>
              </a:rPr>
              <a:t>Service</a:t>
            </a:r>
            <a:r>
              <a:rPr lang="es-GT" sz="2800" noProof="0" dirty="0">
                <a:solidFill>
                  <a:srgbClr val="131416"/>
                </a:solidFill>
              </a:rPr>
              <a:t> 	CRM) para crear un centro de ayuda robusto y habilitar canales de soporte variados (chat, email, 	redes sociales).</a:t>
            </a:r>
          </a:p>
        </p:txBody>
      </p:sp>
    </p:spTree>
    <p:extLst>
      <p:ext uri="{BB962C8B-B14F-4D97-AF65-F5344CB8AC3E}">
        <p14:creationId xmlns:p14="http://schemas.microsoft.com/office/powerpoint/2010/main" val="5332916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FA5A8CC7-8AA2-9828-DB9E-FA2000C1A8FA}"/>
            </a:ext>
          </a:extLst>
        </p:cNvPr>
        <p:cNvGrpSpPr/>
        <p:nvPr/>
      </p:nvGrpSpPr>
      <p:grpSpPr>
        <a:xfrm>
          <a:off x="0" y="0"/>
          <a:ext cx="0" cy="0"/>
          <a:chOff x="0" y="0"/>
          <a:chExt cx="0" cy="0"/>
        </a:xfrm>
      </p:grpSpPr>
      <p:sp>
        <p:nvSpPr>
          <p:cNvPr id="156" name="Google Shape;156;p4">
            <a:extLst>
              <a:ext uri="{FF2B5EF4-FFF2-40B4-BE49-F238E27FC236}">
                <a16:creationId xmlns:a16="http://schemas.microsoft.com/office/drawing/2014/main" id="{39E6B738-6C99-B6A0-B459-375EC26CB0AD}"/>
              </a:ext>
            </a:extLst>
          </p:cNvPr>
          <p:cNvSpPr/>
          <p:nvPr/>
        </p:nvSpPr>
        <p:spPr>
          <a:xfrm>
            <a:off x="13447195" y="5334021"/>
            <a:ext cx="4626468" cy="4575998"/>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154" name="Google Shape;154;p4">
            <a:extLst>
              <a:ext uri="{FF2B5EF4-FFF2-40B4-BE49-F238E27FC236}">
                <a16:creationId xmlns:a16="http://schemas.microsoft.com/office/drawing/2014/main" id="{9F1C8528-84F6-3388-26C8-71033F0E70EE}"/>
              </a:ext>
            </a:extLst>
          </p:cNvPr>
          <p:cNvSpPr txBox="1"/>
          <p:nvPr/>
        </p:nvSpPr>
        <p:spPr>
          <a:xfrm>
            <a:off x="628931" y="1788928"/>
            <a:ext cx="16046837" cy="6709144"/>
          </a:xfrm>
          <a:prstGeom prst="rect">
            <a:avLst/>
          </a:prstGeom>
          <a:noFill/>
          <a:ln>
            <a:noFill/>
          </a:ln>
        </p:spPr>
        <p:txBody>
          <a:bodyPr spcFirstLastPara="1" wrap="square" lIns="0" tIns="0" rIns="0" bIns="0" anchor="t" anchorCtr="0">
            <a:spAutoFit/>
          </a:bodyPr>
          <a:lstStyle/>
          <a:p>
            <a:pPr marL="571500" lvl="0" indent="-571500">
              <a:lnSpc>
                <a:spcPct val="173070"/>
              </a:lnSpc>
              <a:buSzPts val="3925"/>
              <a:buFont typeface="Arial" panose="020B0604020202020204" pitchFamily="34" charset="0"/>
              <a:buChar char="•"/>
            </a:pPr>
            <a:r>
              <a:rPr lang="es-GT" sz="2800" b="1" noProof="0" dirty="0">
                <a:solidFill>
                  <a:srgbClr val="131416"/>
                </a:solidFill>
              </a:rPr>
              <a:t>Danone (Alimentos y Bebidas)</a:t>
            </a:r>
          </a:p>
          <a:p>
            <a:pPr lvl="1">
              <a:lnSpc>
                <a:spcPct val="173070"/>
              </a:lnSpc>
              <a:buSzPts val="3925"/>
            </a:pPr>
            <a:r>
              <a:rPr lang="es-GT" sz="2800" noProof="0" dirty="0">
                <a:solidFill>
                  <a:srgbClr val="131416"/>
                </a:solidFill>
              </a:rPr>
              <a:t>	Manejaba internamente procesos complejos de marketing, desarrollo de producto y 	operaciones que requerían una colaboración estrecha y una visión clara de los proyectos. La 	falta de un sistema centralizado ralentizaba la toma de decisiones.</a:t>
            </a:r>
          </a:p>
          <a:p>
            <a:pPr lvl="1">
              <a:lnSpc>
                <a:spcPct val="173070"/>
              </a:lnSpc>
              <a:buSzPts val="3925"/>
            </a:pPr>
            <a:r>
              <a:rPr lang="es-GT" sz="2800" noProof="0" dirty="0">
                <a:solidFill>
                  <a:srgbClr val="131416"/>
                </a:solidFill>
              </a:rPr>
              <a:t>	</a:t>
            </a:r>
          </a:p>
          <a:p>
            <a:pPr lvl="1">
              <a:lnSpc>
                <a:spcPct val="173070"/>
              </a:lnSpc>
              <a:buSzPts val="3925"/>
            </a:pPr>
            <a:r>
              <a:rPr lang="es-GT" sz="2800" noProof="0" dirty="0">
                <a:solidFill>
                  <a:srgbClr val="131416"/>
                </a:solidFill>
              </a:rPr>
              <a:t>	Implementaron </a:t>
            </a:r>
            <a:r>
              <a:rPr lang="es-GT" sz="2800" noProof="0" dirty="0" err="1">
                <a:solidFill>
                  <a:srgbClr val="131416"/>
                </a:solidFill>
              </a:rPr>
              <a:t>Monday</a:t>
            </a:r>
            <a:r>
              <a:rPr lang="es-GT" sz="2800" noProof="0" dirty="0">
                <a:solidFill>
                  <a:srgbClr val="131416"/>
                </a:solidFill>
              </a:rPr>
              <a:t> CRM como parte de una plataforma de gestión de trabajo más amplia, 	permitiendo a los equipos de diversas geografías y funciones lograran colaborar en el 	seguimiento de proyectos relacionados con el cliente y la cadena de suministro.</a:t>
            </a:r>
          </a:p>
          <a:p>
            <a:pPr lvl="1">
              <a:lnSpc>
                <a:spcPct val="173070"/>
              </a:lnSpc>
              <a:buSzPts val="3925"/>
            </a:pPr>
            <a:endParaRPr lang="es-GT" sz="2800" noProof="0" dirty="0"/>
          </a:p>
        </p:txBody>
      </p:sp>
    </p:spTree>
    <p:extLst>
      <p:ext uri="{BB962C8B-B14F-4D97-AF65-F5344CB8AC3E}">
        <p14:creationId xmlns:p14="http://schemas.microsoft.com/office/powerpoint/2010/main" val="9496675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FF0609AB-D4B5-7CFE-CBD8-D0E4B8C6D87B}"/>
            </a:ext>
          </a:extLst>
        </p:cNvPr>
        <p:cNvGrpSpPr/>
        <p:nvPr/>
      </p:nvGrpSpPr>
      <p:grpSpPr>
        <a:xfrm>
          <a:off x="0" y="0"/>
          <a:ext cx="0" cy="0"/>
          <a:chOff x="0" y="0"/>
          <a:chExt cx="0" cy="0"/>
        </a:xfrm>
      </p:grpSpPr>
      <p:sp>
        <p:nvSpPr>
          <p:cNvPr id="155" name="Google Shape;155;p4">
            <a:extLst>
              <a:ext uri="{FF2B5EF4-FFF2-40B4-BE49-F238E27FC236}">
                <a16:creationId xmlns:a16="http://schemas.microsoft.com/office/drawing/2014/main" id="{55D541DB-C741-20E7-F1D4-981F20E22373}"/>
              </a:ext>
            </a:extLst>
          </p:cNvPr>
          <p:cNvSpPr txBox="1"/>
          <p:nvPr/>
        </p:nvSpPr>
        <p:spPr>
          <a:xfrm>
            <a:off x="1374889" y="654364"/>
            <a:ext cx="13991100" cy="1060418"/>
          </a:xfrm>
          <a:prstGeom prst="rect">
            <a:avLst/>
          </a:prstGeom>
          <a:noFill/>
          <a:ln>
            <a:noFill/>
          </a:ln>
        </p:spPr>
        <p:txBody>
          <a:bodyPr spcFirstLastPara="1" wrap="square" lIns="0" tIns="0" rIns="0" bIns="0" anchor="t" anchorCtr="0">
            <a:spAutoFit/>
          </a:bodyPr>
          <a:lstStyle/>
          <a:p>
            <a:pPr marL="0" marR="0" lvl="0" indent="0" algn="just" rtl="0">
              <a:lnSpc>
                <a:spcPct val="112987"/>
              </a:lnSpc>
              <a:spcBef>
                <a:spcPts val="0"/>
              </a:spcBef>
              <a:spcAft>
                <a:spcPts val="0"/>
              </a:spcAft>
              <a:buClr>
                <a:srgbClr val="000000"/>
              </a:buClr>
              <a:buSzPts val="6098"/>
              <a:buFont typeface="Arial"/>
              <a:buNone/>
            </a:pPr>
            <a:r>
              <a:rPr lang="es-GT" sz="6098" b="0" i="0" u="none" strike="noStrike" cap="none" noProof="0" dirty="0">
                <a:solidFill>
                  <a:srgbClr val="131416"/>
                </a:solidFill>
                <a:latin typeface="Impact"/>
                <a:ea typeface="Impact"/>
                <a:cs typeface="Impact"/>
                <a:sym typeface="Impact"/>
              </a:rPr>
              <a:t>Impacto en la productividad empresarial</a:t>
            </a:r>
            <a:endParaRPr lang="es-GT" sz="1400" b="0" i="0" u="none" strike="noStrike" cap="none" noProof="0" dirty="0">
              <a:solidFill>
                <a:srgbClr val="000000"/>
              </a:solidFill>
              <a:latin typeface="Impact"/>
              <a:ea typeface="Impact"/>
              <a:cs typeface="Impact"/>
              <a:sym typeface="Impact"/>
            </a:endParaRPr>
          </a:p>
        </p:txBody>
      </p:sp>
      <p:sp>
        <p:nvSpPr>
          <p:cNvPr id="156" name="Google Shape;156;p4">
            <a:extLst>
              <a:ext uri="{FF2B5EF4-FFF2-40B4-BE49-F238E27FC236}">
                <a16:creationId xmlns:a16="http://schemas.microsoft.com/office/drawing/2014/main" id="{2F623DFD-4C98-89D4-56BE-81A3F02A64B1}"/>
              </a:ext>
            </a:extLst>
          </p:cNvPr>
          <p:cNvSpPr/>
          <p:nvPr/>
        </p:nvSpPr>
        <p:spPr>
          <a:xfrm>
            <a:off x="14101011" y="6206737"/>
            <a:ext cx="3972652" cy="3703282"/>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154" name="Google Shape;154;p4">
            <a:extLst>
              <a:ext uri="{FF2B5EF4-FFF2-40B4-BE49-F238E27FC236}">
                <a16:creationId xmlns:a16="http://schemas.microsoft.com/office/drawing/2014/main" id="{AE848CDE-4DA4-C67A-AD1B-8C4278BA36E0}"/>
              </a:ext>
            </a:extLst>
          </p:cNvPr>
          <p:cNvSpPr txBox="1"/>
          <p:nvPr/>
        </p:nvSpPr>
        <p:spPr>
          <a:xfrm>
            <a:off x="965815" y="2479435"/>
            <a:ext cx="16698774" cy="3727302"/>
          </a:xfrm>
          <a:prstGeom prst="rect">
            <a:avLst/>
          </a:prstGeom>
          <a:noFill/>
          <a:ln>
            <a:noFill/>
          </a:ln>
        </p:spPr>
        <p:txBody>
          <a:bodyPr spcFirstLastPara="1" wrap="square" lIns="0" tIns="0" rIns="0" bIns="0" anchor="t" anchorCtr="0">
            <a:spAutoFit/>
          </a:bodyPr>
          <a:lstStyle/>
          <a:p>
            <a:pPr marL="0" marR="0" lvl="0" indent="0" algn="l" rtl="0">
              <a:lnSpc>
                <a:spcPct val="173070"/>
              </a:lnSpc>
              <a:spcBef>
                <a:spcPts val="0"/>
              </a:spcBef>
              <a:spcAft>
                <a:spcPts val="0"/>
              </a:spcAft>
              <a:buClr>
                <a:srgbClr val="000000"/>
              </a:buClr>
              <a:buSzPts val="3925"/>
              <a:buFont typeface="Arial"/>
              <a:buNone/>
            </a:pPr>
            <a:r>
              <a:rPr lang="es-GT" sz="2800" b="0" i="0" u="none" strike="noStrike" cap="none" noProof="0" dirty="0">
                <a:solidFill>
                  <a:srgbClr val="131416"/>
                </a:solidFill>
                <a:latin typeface="Arial"/>
                <a:ea typeface="Arial"/>
                <a:cs typeface="Arial"/>
                <a:sym typeface="Arial"/>
              </a:rPr>
              <a:t>Los beneficios de usar un CRM para empresas son varios, pero todo se resume en la capacidad para eliminar lagunas de información entre equipos, lo que les brinda a todos la capacidad de trabajar juntos. Los datos organizados y presentados por una plataforma CRM conducen a una mejor comprensión de los clientes, lo que se traduce en mejores experiencias. Con un CRM, se pueden gestionar las relaciones con los clientes de forma más eficaz y crear un negocio más centrado en ellos.</a:t>
            </a:r>
            <a:endParaRPr lang="es-GT" sz="2800" b="0" i="0" u="none" strike="noStrike" cap="none" noProof="0"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6238950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85FF2247-EE7A-42DA-60C9-7292ABAB3FF4}"/>
            </a:ext>
          </a:extLst>
        </p:cNvPr>
        <p:cNvGrpSpPr/>
        <p:nvPr/>
      </p:nvGrpSpPr>
      <p:grpSpPr>
        <a:xfrm>
          <a:off x="0" y="0"/>
          <a:ext cx="0" cy="0"/>
          <a:chOff x="0" y="0"/>
          <a:chExt cx="0" cy="0"/>
        </a:xfrm>
      </p:grpSpPr>
      <p:sp>
        <p:nvSpPr>
          <p:cNvPr id="154" name="Google Shape;154;p4">
            <a:extLst>
              <a:ext uri="{FF2B5EF4-FFF2-40B4-BE49-F238E27FC236}">
                <a16:creationId xmlns:a16="http://schemas.microsoft.com/office/drawing/2014/main" id="{73C25EC4-2ED1-C86F-09F0-FE5561C60D2B}"/>
              </a:ext>
            </a:extLst>
          </p:cNvPr>
          <p:cNvSpPr txBox="1"/>
          <p:nvPr/>
        </p:nvSpPr>
        <p:spPr>
          <a:xfrm>
            <a:off x="893626" y="2199124"/>
            <a:ext cx="16913111" cy="6709144"/>
          </a:xfrm>
          <a:prstGeom prst="rect">
            <a:avLst/>
          </a:prstGeom>
          <a:noFill/>
          <a:ln>
            <a:noFill/>
          </a:ln>
        </p:spPr>
        <p:txBody>
          <a:bodyPr spcFirstLastPara="1" wrap="square" lIns="0" tIns="0" rIns="0" bIns="0" anchor="t" anchorCtr="0">
            <a:spAutoFit/>
          </a:bodyPr>
          <a:lstStyle/>
          <a:p>
            <a:pPr marL="0" marR="0" lvl="0" indent="0" algn="l" rtl="0">
              <a:lnSpc>
                <a:spcPct val="173070"/>
              </a:lnSpc>
              <a:spcBef>
                <a:spcPts val="0"/>
              </a:spcBef>
              <a:spcAft>
                <a:spcPts val="0"/>
              </a:spcAft>
              <a:buClr>
                <a:srgbClr val="000000"/>
              </a:buClr>
              <a:buSzPts val="3925"/>
              <a:buFont typeface="Arial"/>
              <a:buNone/>
            </a:pPr>
            <a:r>
              <a:rPr lang="es-GT" sz="2800" b="0" i="0" u="none" strike="noStrike" cap="none" noProof="0" dirty="0">
                <a:solidFill>
                  <a:srgbClr val="131416"/>
                </a:solidFill>
                <a:latin typeface="Arial"/>
                <a:ea typeface="Arial"/>
                <a:cs typeface="Arial"/>
                <a:sym typeface="Arial"/>
              </a:rPr>
              <a:t>El análisis de los datos es clavo para convertir la información de los clientes en acciones estratégicas, entre las técnicas comunes utilizadas en CRM se pueden mencionar:</a:t>
            </a:r>
          </a:p>
          <a:p>
            <a:pPr marL="0" marR="0" lvl="0" indent="0" algn="l" rtl="0">
              <a:lnSpc>
                <a:spcPct val="173070"/>
              </a:lnSpc>
              <a:spcBef>
                <a:spcPts val="0"/>
              </a:spcBef>
              <a:spcAft>
                <a:spcPts val="0"/>
              </a:spcAft>
              <a:buClr>
                <a:srgbClr val="000000"/>
              </a:buClr>
              <a:buSzPts val="3925"/>
              <a:buFont typeface="Arial"/>
              <a:buNone/>
            </a:pPr>
            <a:endParaRPr lang="es-GT" sz="2800" noProof="0" dirty="0"/>
          </a:p>
          <a:p>
            <a:pPr marL="457200" marR="0" lvl="0" indent="-457200" algn="l" rtl="0">
              <a:lnSpc>
                <a:spcPct val="173070"/>
              </a:lnSpc>
              <a:spcBef>
                <a:spcPts val="0"/>
              </a:spcBef>
              <a:spcAft>
                <a:spcPts val="0"/>
              </a:spcAft>
              <a:buClr>
                <a:srgbClr val="000000"/>
              </a:buClr>
              <a:buSzPts val="3925"/>
              <a:buFont typeface="Arial" panose="020B0604020202020204" pitchFamily="34" charset="0"/>
              <a:buChar char="•"/>
            </a:pPr>
            <a:r>
              <a:rPr lang="es-GT" sz="2800" b="1" noProof="0" dirty="0">
                <a:solidFill>
                  <a:srgbClr val="131416"/>
                </a:solidFill>
              </a:rPr>
              <a:t>Segmentación de Clientes</a:t>
            </a:r>
          </a:p>
          <a:p>
            <a:pPr lvl="1">
              <a:lnSpc>
                <a:spcPct val="173070"/>
              </a:lnSpc>
              <a:buSzPts val="3925"/>
            </a:pPr>
            <a:r>
              <a:rPr lang="es-GT" sz="2800" noProof="0" dirty="0">
                <a:solidFill>
                  <a:srgbClr val="131416"/>
                </a:solidFill>
              </a:rPr>
              <a:t>	Permite dividir los clientes en grupos homogéneos como por ejemplo:</a:t>
            </a:r>
          </a:p>
          <a:p>
            <a:pPr lvl="1">
              <a:lnSpc>
                <a:spcPct val="173070"/>
              </a:lnSpc>
              <a:buSzPts val="3925"/>
            </a:pPr>
            <a:r>
              <a:rPr lang="es-GT" sz="2800" noProof="0" dirty="0">
                <a:solidFill>
                  <a:srgbClr val="131416"/>
                </a:solidFill>
              </a:rPr>
              <a:t>		- Por valor de compra</a:t>
            </a:r>
          </a:p>
          <a:p>
            <a:pPr lvl="1">
              <a:lnSpc>
                <a:spcPct val="173070"/>
              </a:lnSpc>
              <a:buSzPts val="3925"/>
            </a:pPr>
            <a:r>
              <a:rPr lang="es-GT" sz="2800" noProof="0" dirty="0">
                <a:solidFill>
                  <a:srgbClr val="131416"/>
                </a:solidFill>
              </a:rPr>
              <a:t>		- Por comportamiento</a:t>
            </a:r>
          </a:p>
          <a:p>
            <a:pPr lvl="1">
              <a:lnSpc>
                <a:spcPct val="173070"/>
              </a:lnSpc>
              <a:buSzPts val="3925"/>
            </a:pPr>
            <a:r>
              <a:rPr lang="es-GT" sz="2800" noProof="0" dirty="0">
                <a:solidFill>
                  <a:srgbClr val="131416"/>
                </a:solidFill>
              </a:rPr>
              <a:t>		- Por demografía</a:t>
            </a:r>
          </a:p>
          <a:p>
            <a:pPr lvl="1">
              <a:lnSpc>
                <a:spcPct val="173070"/>
              </a:lnSpc>
              <a:buSzPts val="3925"/>
            </a:pPr>
            <a:r>
              <a:rPr lang="es-GT" sz="2800" noProof="0" dirty="0">
                <a:solidFill>
                  <a:srgbClr val="131416"/>
                </a:solidFill>
              </a:rPr>
              <a:t>	Permitiendo asignar un mejor presupuesto de marketing</a:t>
            </a:r>
          </a:p>
        </p:txBody>
      </p:sp>
      <p:sp>
        <p:nvSpPr>
          <p:cNvPr id="155" name="Google Shape;155;p4">
            <a:extLst>
              <a:ext uri="{FF2B5EF4-FFF2-40B4-BE49-F238E27FC236}">
                <a16:creationId xmlns:a16="http://schemas.microsoft.com/office/drawing/2014/main" id="{B18A4A6D-4C8D-BE49-80A1-2119166CF73A}"/>
              </a:ext>
            </a:extLst>
          </p:cNvPr>
          <p:cNvSpPr txBox="1"/>
          <p:nvPr/>
        </p:nvSpPr>
        <p:spPr>
          <a:xfrm>
            <a:off x="1374889" y="654364"/>
            <a:ext cx="13991100" cy="1060418"/>
          </a:xfrm>
          <a:prstGeom prst="rect">
            <a:avLst/>
          </a:prstGeom>
          <a:noFill/>
          <a:ln>
            <a:noFill/>
          </a:ln>
        </p:spPr>
        <p:txBody>
          <a:bodyPr spcFirstLastPara="1" wrap="square" lIns="0" tIns="0" rIns="0" bIns="0" anchor="t" anchorCtr="0">
            <a:spAutoFit/>
          </a:bodyPr>
          <a:lstStyle/>
          <a:p>
            <a:pPr marL="0" marR="0" lvl="0" indent="0" algn="just" rtl="0">
              <a:lnSpc>
                <a:spcPct val="112987"/>
              </a:lnSpc>
              <a:spcBef>
                <a:spcPts val="0"/>
              </a:spcBef>
              <a:spcAft>
                <a:spcPts val="0"/>
              </a:spcAft>
              <a:buClr>
                <a:srgbClr val="000000"/>
              </a:buClr>
              <a:buSzPts val="6098"/>
              <a:buFont typeface="Arial"/>
              <a:buNone/>
            </a:pPr>
            <a:r>
              <a:rPr lang="es-GT" sz="6098" b="0" i="0" u="none" strike="noStrike" cap="none" noProof="0" dirty="0">
                <a:solidFill>
                  <a:srgbClr val="131416"/>
                </a:solidFill>
                <a:latin typeface="Impact"/>
                <a:ea typeface="Impact"/>
                <a:cs typeface="Impact"/>
                <a:sym typeface="Impact"/>
              </a:rPr>
              <a:t>Técnicas utilizadas, modelos estadísticos</a:t>
            </a:r>
            <a:endParaRPr lang="es-GT" sz="1400" b="0" i="0" u="none" strike="noStrike" cap="none" noProof="0" dirty="0">
              <a:solidFill>
                <a:srgbClr val="000000"/>
              </a:solidFill>
              <a:latin typeface="Impact"/>
              <a:ea typeface="Impact"/>
              <a:cs typeface="Impact"/>
              <a:sym typeface="Impact"/>
            </a:endParaRPr>
          </a:p>
        </p:txBody>
      </p:sp>
      <p:sp>
        <p:nvSpPr>
          <p:cNvPr id="156" name="Google Shape;156;p4">
            <a:extLst>
              <a:ext uri="{FF2B5EF4-FFF2-40B4-BE49-F238E27FC236}">
                <a16:creationId xmlns:a16="http://schemas.microsoft.com/office/drawing/2014/main" id="{BDA790ED-70CE-9707-0671-7149A48F47FF}"/>
              </a:ext>
            </a:extLst>
          </p:cNvPr>
          <p:cNvSpPr/>
          <p:nvPr/>
        </p:nvSpPr>
        <p:spPr>
          <a:xfrm>
            <a:off x="13447195" y="5334021"/>
            <a:ext cx="4626468" cy="4575998"/>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Tree>
    <p:extLst>
      <p:ext uri="{BB962C8B-B14F-4D97-AF65-F5344CB8AC3E}">
        <p14:creationId xmlns:p14="http://schemas.microsoft.com/office/powerpoint/2010/main" val="4154583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2EBEBC38-ABA2-24BE-59BC-AA57105338CA}"/>
            </a:ext>
          </a:extLst>
        </p:cNvPr>
        <p:cNvGrpSpPr/>
        <p:nvPr/>
      </p:nvGrpSpPr>
      <p:grpSpPr>
        <a:xfrm>
          <a:off x="0" y="0"/>
          <a:ext cx="0" cy="0"/>
          <a:chOff x="0" y="0"/>
          <a:chExt cx="0" cy="0"/>
        </a:xfrm>
      </p:grpSpPr>
      <p:sp>
        <p:nvSpPr>
          <p:cNvPr id="156" name="Google Shape;156;p4">
            <a:extLst>
              <a:ext uri="{FF2B5EF4-FFF2-40B4-BE49-F238E27FC236}">
                <a16:creationId xmlns:a16="http://schemas.microsoft.com/office/drawing/2014/main" id="{B4455F0D-08F1-5C67-0C7F-69F72EF4CF3A}"/>
              </a:ext>
            </a:extLst>
          </p:cNvPr>
          <p:cNvSpPr/>
          <p:nvPr/>
        </p:nvSpPr>
        <p:spPr>
          <a:xfrm>
            <a:off x="13447195" y="5334021"/>
            <a:ext cx="4626468" cy="4575998"/>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154" name="Google Shape;154;p4">
            <a:extLst>
              <a:ext uri="{FF2B5EF4-FFF2-40B4-BE49-F238E27FC236}">
                <a16:creationId xmlns:a16="http://schemas.microsoft.com/office/drawing/2014/main" id="{58658053-03C4-CA41-F869-9B8281BA8442}"/>
              </a:ext>
            </a:extLst>
          </p:cNvPr>
          <p:cNvSpPr txBox="1"/>
          <p:nvPr/>
        </p:nvSpPr>
        <p:spPr>
          <a:xfrm>
            <a:off x="891981" y="1028700"/>
            <a:ext cx="16504038" cy="8200065"/>
          </a:xfrm>
          <a:prstGeom prst="rect">
            <a:avLst/>
          </a:prstGeom>
          <a:noFill/>
          <a:ln>
            <a:noFill/>
          </a:ln>
        </p:spPr>
        <p:txBody>
          <a:bodyPr spcFirstLastPara="1" wrap="square" lIns="0" tIns="0" rIns="0" bIns="0" anchor="t" anchorCtr="0">
            <a:spAutoFit/>
          </a:bodyPr>
          <a:lstStyle/>
          <a:p>
            <a:pPr marL="457200" lvl="0" indent="-457200">
              <a:lnSpc>
                <a:spcPct val="173070"/>
              </a:lnSpc>
              <a:buSzPts val="3925"/>
              <a:buFont typeface="Arial" panose="020B0604020202020204" pitchFamily="34" charset="0"/>
              <a:buChar char="•"/>
            </a:pPr>
            <a:r>
              <a:rPr lang="es-GT" sz="2800" b="1" noProof="0" dirty="0">
                <a:solidFill>
                  <a:srgbClr val="131416"/>
                </a:solidFill>
              </a:rPr>
              <a:t>Análisis RFM (</a:t>
            </a:r>
            <a:r>
              <a:rPr lang="es-GT" sz="2800" b="1" noProof="0" dirty="0" err="1">
                <a:solidFill>
                  <a:srgbClr val="131416"/>
                </a:solidFill>
              </a:rPr>
              <a:t>Recency</a:t>
            </a:r>
            <a:r>
              <a:rPr lang="es-GT" sz="2800" b="1" noProof="0" dirty="0">
                <a:solidFill>
                  <a:srgbClr val="131416"/>
                </a:solidFill>
              </a:rPr>
              <a:t>, </a:t>
            </a:r>
            <a:r>
              <a:rPr lang="es-GT" sz="2800" b="1" noProof="0" dirty="0" err="1">
                <a:solidFill>
                  <a:srgbClr val="131416"/>
                </a:solidFill>
              </a:rPr>
              <a:t>Frecuency</a:t>
            </a:r>
            <a:r>
              <a:rPr lang="es-GT" sz="2800" b="1" noProof="0" dirty="0">
                <a:solidFill>
                  <a:srgbClr val="131416"/>
                </a:solidFill>
              </a:rPr>
              <a:t>, </a:t>
            </a:r>
            <a:r>
              <a:rPr lang="es-GT" sz="2800" b="1" noProof="0" dirty="0" err="1">
                <a:solidFill>
                  <a:srgbClr val="131416"/>
                </a:solidFill>
              </a:rPr>
              <a:t>Monetary</a:t>
            </a:r>
            <a:r>
              <a:rPr lang="es-GT" sz="2800" b="1" noProof="0" dirty="0">
                <a:solidFill>
                  <a:srgbClr val="131416"/>
                </a:solidFill>
              </a:rPr>
              <a:t>)</a:t>
            </a:r>
          </a:p>
          <a:p>
            <a:pPr lvl="0">
              <a:lnSpc>
                <a:spcPct val="173070"/>
              </a:lnSpc>
              <a:buSzPts val="3925"/>
            </a:pPr>
            <a:r>
              <a:rPr lang="es-GT" sz="2800" noProof="0" dirty="0">
                <a:solidFill>
                  <a:srgbClr val="131416"/>
                </a:solidFill>
              </a:rPr>
              <a:t>	Clasificando a los cliente según:</a:t>
            </a:r>
          </a:p>
          <a:p>
            <a:pPr lvl="0">
              <a:lnSpc>
                <a:spcPct val="173070"/>
              </a:lnSpc>
              <a:buSzPts val="3925"/>
            </a:pPr>
            <a:r>
              <a:rPr lang="es-GT" sz="2800" noProof="0" dirty="0">
                <a:solidFill>
                  <a:srgbClr val="131416"/>
                </a:solidFill>
              </a:rPr>
              <a:t>	- </a:t>
            </a:r>
            <a:r>
              <a:rPr lang="es-GT" sz="2800" noProof="0" dirty="0" err="1">
                <a:solidFill>
                  <a:srgbClr val="131416"/>
                </a:solidFill>
              </a:rPr>
              <a:t>Recency</a:t>
            </a:r>
            <a:r>
              <a:rPr lang="es-GT" sz="2800" noProof="0" dirty="0">
                <a:solidFill>
                  <a:srgbClr val="131416"/>
                </a:solidFill>
              </a:rPr>
              <a:t>: última compra.</a:t>
            </a:r>
          </a:p>
          <a:p>
            <a:pPr lvl="0">
              <a:lnSpc>
                <a:spcPct val="173070"/>
              </a:lnSpc>
              <a:buSzPts val="3925"/>
            </a:pPr>
            <a:r>
              <a:rPr lang="es-GT" sz="2800" noProof="0" dirty="0">
                <a:solidFill>
                  <a:srgbClr val="131416"/>
                </a:solidFill>
              </a:rPr>
              <a:t>	- </a:t>
            </a:r>
            <a:r>
              <a:rPr lang="es-GT" sz="2800" noProof="0" dirty="0" err="1">
                <a:solidFill>
                  <a:srgbClr val="131416"/>
                </a:solidFill>
              </a:rPr>
              <a:t>Frequency</a:t>
            </a:r>
            <a:r>
              <a:rPr lang="es-GT" sz="2800" noProof="0" dirty="0">
                <a:solidFill>
                  <a:srgbClr val="131416"/>
                </a:solidFill>
              </a:rPr>
              <a:t>: frecuencia de compra.</a:t>
            </a:r>
          </a:p>
          <a:p>
            <a:pPr lvl="0">
              <a:lnSpc>
                <a:spcPct val="173070"/>
              </a:lnSpc>
              <a:buSzPts val="3925"/>
            </a:pPr>
            <a:r>
              <a:rPr lang="es-GT" sz="2800" noProof="0" dirty="0">
                <a:solidFill>
                  <a:srgbClr val="131416"/>
                </a:solidFill>
              </a:rPr>
              <a:t>	- </a:t>
            </a:r>
            <a:r>
              <a:rPr lang="es-GT" sz="2800" noProof="0" dirty="0" err="1">
                <a:solidFill>
                  <a:srgbClr val="131416"/>
                </a:solidFill>
              </a:rPr>
              <a:t>Monetary</a:t>
            </a:r>
            <a:r>
              <a:rPr lang="es-GT" sz="2800" noProof="0" dirty="0">
                <a:solidFill>
                  <a:srgbClr val="131416"/>
                </a:solidFill>
              </a:rPr>
              <a:t>: gasto total</a:t>
            </a:r>
          </a:p>
          <a:p>
            <a:pPr lvl="0">
              <a:lnSpc>
                <a:spcPct val="173070"/>
              </a:lnSpc>
              <a:buSzPts val="3925"/>
            </a:pPr>
            <a:r>
              <a:rPr lang="es-GT" sz="2800" noProof="0" dirty="0">
                <a:solidFill>
                  <a:srgbClr val="131416"/>
                </a:solidFill>
              </a:rPr>
              <a:t>	Usado para priorizar calientes valiosos.</a:t>
            </a:r>
          </a:p>
          <a:p>
            <a:pPr marL="457200" lvl="0" indent="-457200">
              <a:lnSpc>
                <a:spcPct val="173070"/>
              </a:lnSpc>
              <a:buSzPts val="3925"/>
              <a:buFont typeface="Arial" panose="020B0604020202020204" pitchFamily="34" charset="0"/>
              <a:buChar char="•"/>
            </a:pPr>
            <a:r>
              <a:rPr lang="es-GT" sz="2800" b="1" noProof="0" dirty="0">
                <a:solidFill>
                  <a:srgbClr val="131416"/>
                </a:solidFill>
              </a:rPr>
              <a:t>Data </a:t>
            </a:r>
            <a:r>
              <a:rPr lang="es-GT" sz="2800" b="1" noProof="0" dirty="0" err="1">
                <a:solidFill>
                  <a:srgbClr val="131416"/>
                </a:solidFill>
              </a:rPr>
              <a:t>Mining</a:t>
            </a:r>
            <a:endParaRPr lang="es-GT" sz="2800" b="1" noProof="0" dirty="0">
              <a:solidFill>
                <a:srgbClr val="131416"/>
              </a:solidFill>
            </a:endParaRPr>
          </a:p>
          <a:p>
            <a:pPr lvl="1">
              <a:lnSpc>
                <a:spcPct val="173070"/>
              </a:lnSpc>
              <a:buSzPts val="3925"/>
            </a:pPr>
            <a:r>
              <a:rPr lang="es-GT" sz="2800" noProof="0" dirty="0">
                <a:solidFill>
                  <a:srgbClr val="131416"/>
                </a:solidFill>
              </a:rPr>
              <a:t>	Descubre patrones ocultos en grandes volúmenes de datos  utilizado para aplicarlo en:</a:t>
            </a:r>
          </a:p>
          <a:p>
            <a:pPr lvl="1">
              <a:lnSpc>
                <a:spcPct val="173070"/>
              </a:lnSpc>
              <a:buSzPts val="3925"/>
            </a:pPr>
            <a:r>
              <a:rPr lang="es-GT" sz="2800" noProof="0" dirty="0">
                <a:solidFill>
                  <a:srgbClr val="131416"/>
                </a:solidFill>
              </a:rPr>
              <a:t>	- Reglas de asociación (productos que se compran juntos)</a:t>
            </a:r>
          </a:p>
          <a:p>
            <a:pPr lvl="1">
              <a:lnSpc>
                <a:spcPct val="173070"/>
              </a:lnSpc>
              <a:buSzPts val="3925"/>
            </a:pPr>
            <a:r>
              <a:rPr lang="es-GT" sz="2800" noProof="0" dirty="0">
                <a:solidFill>
                  <a:srgbClr val="131416"/>
                </a:solidFill>
              </a:rPr>
              <a:t>	- Detección de fraudes</a:t>
            </a:r>
          </a:p>
          <a:p>
            <a:pPr lvl="1">
              <a:lnSpc>
                <a:spcPct val="173070"/>
              </a:lnSpc>
              <a:buSzPts val="3925"/>
            </a:pPr>
            <a:r>
              <a:rPr lang="es-GT" sz="2800" noProof="0" dirty="0">
                <a:solidFill>
                  <a:srgbClr val="131416"/>
                </a:solidFill>
              </a:rPr>
              <a:t>	- Recomendaciones de productos.</a:t>
            </a:r>
          </a:p>
        </p:txBody>
      </p:sp>
    </p:spTree>
    <p:extLst>
      <p:ext uri="{BB962C8B-B14F-4D97-AF65-F5344CB8AC3E}">
        <p14:creationId xmlns:p14="http://schemas.microsoft.com/office/powerpoint/2010/main" val="37625345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4C330856-FE58-8F20-E97C-02576146CE20}"/>
            </a:ext>
          </a:extLst>
        </p:cNvPr>
        <p:cNvGrpSpPr/>
        <p:nvPr/>
      </p:nvGrpSpPr>
      <p:grpSpPr>
        <a:xfrm>
          <a:off x="0" y="0"/>
          <a:ext cx="0" cy="0"/>
          <a:chOff x="0" y="0"/>
          <a:chExt cx="0" cy="0"/>
        </a:xfrm>
      </p:grpSpPr>
      <p:sp>
        <p:nvSpPr>
          <p:cNvPr id="154" name="Google Shape;154;p4">
            <a:extLst>
              <a:ext uri="{FF2B5EF4-FFF2-40B4-BE49-F238E27FC236}">
                <a16:creationId xmlns:a16="http://schemas.microsoft.com/office/drawing/2014/main" id="{8A0BE69D-0479-F1B0-93A6-CD5DDE462524}"/>
              </a:ext>
            </a:extLst>
          </p:cNvPr>
          <p:cNvSpPr txBox="1"/>
          <p:nvPr/>
        </p:nvSpPr>
        <p:spPr>
          <a:xfrm>
            <a:off x="917689" y="1425234"/>
            <a:ext cx="16004658" cy="4472763"/>
          </a:xfrm>
          <a:prstGeom prst="rect">
            <a:avLst/>
          </a:prstGeom>
          <a:noFill/>
          <a:ln>
            <a:noFill/>
          </a:ln>
        </p:spPr>
        <p:txBody>
          <a:bodyPr spcFirstLastPara="1" wrap="square" lIns="0" tIns="0" rIns="0" bIns="0" anchor="t" anchorCtr="0">
            <a:spAutoFit/>
          </a:bodyPr>
          <a:lstStyle/>
          <a:p>
            <a:pPr marL="457200" marR="0" lvl="0" indent="-457200" algn="l" rtl="0">
              <a:lnSpc>
                <a:spcPct val="173070"/>
              </a:lnSpc>
              <a:spcBef>
                <a:spcPts val="0"/>
              </a:spcBef>
              <a:spcAft>
                <a:spcPts val="0"/>
              </a:spcAft>
              <a:buClr>
                <a:srgbClr val="000000"/>
              </a:buClr>
              <a:buSzPts val="3925"/>
              <a:buFont typeface="Arial" panose="020B0604020202020204" pitchFamily="34" charset="0"/>
              <a:buChar char="•"/>
            </a:pPr>
            <a:r>
              <a:rPr lang="es-GT" sz="2800" b="1" i="0" u="none" strike="noStrike" cap="none" noProof="0" dirty="0">
                <a:solidFill>
                  <a:srgbClr val="131416"/>
                </a:solidFill>
                <a:latin typeface="Arial"/>
                <a:ea typeface="Arial"/>
                <a:cs typeface="Arial"/>
                <a:sym typeface="Arial"/>
              </a:rPr>
              <a:t>Análisis de cohortes</a:t>
            </a:r>
          </a:p>
          <a:p>
            <a:pPr lvl="2">
              <a:lnSpc>
                <a:spcPct val="173070"/>
              </a:lnSpc>
              <a:buSzPts val="3925"/>
            </a:pPr>
            <a:r>
              <a:rPr lang="es-GT" sz="2800" b="0" i="0" u="none" strike="noStrike" cap="none" noProof="0" dirty="0">
                <a:solidFill>
                  <a:srgbClr val="131416"/>
                </a:solidFill>
                <a:latin typeface="Arial"/>
                <a:ea typeface="Arial"/>
                <a:cs typeface="Arial"/>
                <a:sym typeface="Arial"/>
              </a:rPr>
              <a:t>	Analiza grupos de clientes que comparten una característica o período de entrada, lo cual 	ayuda a ver cómo evoluciona el comportamiento en el tiempo.</a:t>
            </a:r>
          </a:p>
          <a:p>
            <a:pPr marL="457200" lvl="1" indent="-457200">
              <a:lnSpc>
                <a:spcPct val="173070"/>
              </a:lnSpc>
              <a:buSzPts val="3925"/>
              <a:buFont typeface="Arial" panose="020B0604020202020204" pitchFamily="34" charset="0"/>
              <a:buChar char="•"/>
            </a:pPr>
            <a:r>
              <a:rPr lang="es-GT" sz="2800" b="1" noProof="0" dirty="0">
                <a:solidFill>
                  <a:srgbClr val="131416"/>
                </a:solidFill>
              </a:rPr>
              <a:t>Análisis de </a:t>
            </a:r>
            <a:r>
              <a:rPr lang="es-GT" sz="2800" b="1" noProof="0" dirty="0" err="1">
                <a:solidFill>
                  <a:srgbClr val="131416"/>
                </a:solidFill>
              </a:rPr>
              <a:t>churn</a:t>
            </a:r>
            <a:r>
              <a:rPr lang="es-GT" sz="2800" b="1" noProof="0" dirty="0">
                <a:solidFill>
                  <a:srgbClr val="131416"/>
                </a:solidFill>
              </a:rPr>
              <a:t> (abandono)</a:t>
            </a:r>
          </a:p>
          <a:p>
            <a:pPr lvl="2">
              <a:lnSpc>
                <a:spcPct val="173070"/>
              </a:lnSpc>
              <a:buSzPts val="3925"/>
            </a:pPr>
            <a:r>
              <a:rPr lang="es-GT" sz="2800" b="0" i="0" u="none" strike="noStrike" cap="none" noProof="0" dirty="0">
                <a:solidFill>
                  <a:srgbClr val="131416"/>
                </a:solidFill>
                <a:latin typeface="Arial"/>
                <a:ea typeface="Arial"/>
                <a:cs typeface="Arial"/>
                <a:sym typeface="Arial"/>
              </a:rPr>
              <a:t>	Identifica</a:t>
            </a:r>
            <a:r>
              <a:rPr lang="es-GT" sz="2800" noProof="0" dirty="0">
                <a:solidFill>
                  <a:srgbClr val="131416"/>
                </a:solidFill>
              </a:rPr>
              <a:t> a clientes con riesgo de irse, este análisis es clave para retención y optimización de 	costos.</a:t>
            </a:r>
            <a:endParaRPr lang="es-GT" sz="2800" b="0" i="0" u="none" strike="noStrike" cap="none" noProof="0" dirty="0">
              <a:solidFill>
                <a:srgbClr val="000000"/>
              </a:solidFill>
              <a:latin typeface="Arial"/>
              <a:ea typeface="Arial"/>
              <a:cs typeface="Arial"/>
              <a:sym typeface="Arial"/>
            </a:endParaRPr>
          </a:p>
        </p:txBody>
      </p:sp>
      <p:sp>
        <p:nvSpPr>
          <p:cNvPr id="156" name="Google Shape;156;p4">
            <a:extLst>
              <a:ext uri="{FF2B5EF4-FFF2-40B4-BE49-F238E27FC236}">
                <a16:creationId xmlns:a16="http://schemas.microsoft.com/office/drawing/2014/main" id="{B4320F62-C0F6-A155-5222-6DAEDA887622}"/>
              </a:ext>
            </a:extLst>
          </p:cNvPr>
          <p:cNvSpPr/>
          <p:nvPr/>
        </p:nvSpPr>
        <p:spPr>
          <a:xfrm>
            <a:off x="13447195" y="5334021"/>
            <a:ext cx="4626468" cy="4575998"/>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Tree>
    <p:extLst>
      <p:ext uri="{BB962C8B-B14F-4D97-AF65-F5344CB8AC3E}">
        <p14:creationId xmlns:p14="http://schemas.microsoft.com/office/powerpoint/2010/main" val="21411724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BFC37915-69A4-1FD6-371F-C9C9185779D8}"/>
            </a:ext>
          </a:extLst>
        </p:cNvPr>
        <p:cNvGrpSpPr/>
        <p:nvPr/>
      </p:nvGrpSpPr>
      <p:grpSpPr>
        <a:xfrm>
          <a:off x="0" y="0"/>
          <a:ext cx="0" cy="0"/>
          <a:chOff x="0" y="0"/>
          <a:chExt cx="0" cy="0"/>
        </a:xfrm>
      </p:grpSpPr>
      <p:sp>
        <p:nvSpPr>
          <p:cNvPr id="156" name="Google Shape;156;p4">
            <a:extLst>
              <a:ext uri="{FF2B5EF4-FFF2-40B4-BE49-F238E27FC236}">
                <a16:creationId xmlns:a16="http://schemas.microsoft.com/office/drawing/2014/main" id="{56E7F3E1-B68A-E081-F400-61A9C54ED5F6}"/>
              </a:ext>
            </a:extLst>
          </p:cNvPr>
          <p:cNvSpPr/>
          <p:nvPr/>
        </p:nvSpPr>
        <p:spPr>
          <a:xfrm>
            <a:off x="13447195" y="5334021"/>
            <a:ext cx="4626468" cy="4575998"/>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154" name="Google Shape;154;p4">
            <a:extLst>
              <a:ext uri="{FF2B5EF4-FFF2-40B4-BE49-F238E27FC236}">
                <a16:creationId xmlns:a16="http://schemas.microsoft.com/office/drawing/2014/main" id="{E5C41D3B-C6D6-EE92-B68E-2578D566C1C6}"/>
              </a:ext>
            </a:extLst>
          </p:cNvPr>
          <p:cNvSpPr txBox="1"/>
          <p:nvPr/>
        </p:nvSpPr>
        <p:spPr>
          <a:xfrm>
            <a:off x="794613" y="1028700"/>
            <a:ext cx="16698774" cy="8200065"/>
          </a:xfrm>
          <a:prstGeom prst="rect">
            <a:avLst/>
          </a:prstGeom>
          <a:noFill/>
          <a:ln>
            <a:noFill/>
          </a:ln>
        </p:spPr>
        <p:txBody>
          <a:bodyPr spcFirstLastPara="1" wrap="square" lIns="0" tIns="0" rIns="0" bIns="0" anchor="t" anchorCtr="0">
            <a:spAutoFit/>
          </a:bodyPr>
          <a:lstStyle/>
          <a:p>
            <a:pPr marL="0" marR="0" lvl="0" indent="0" algn="l" rtl="0">
              <a:lnSpc>
                <a:spcPct val="173070"/>
              </a:lnSpc>
              <a:spcBef>
                <a:spcPts val="0"/>
              </a:spcBef>
              <a:spcAft>
                <a:spcPts val="0"/>
              </a:spcAft>
              <a:buClr>
                <a:srgbClr val="000000"/>
              </a:buClr>
              <a:buSzPts val="3925"/>
              <a:buFont typeface="Arial"/>
              <a:buNone/>
            </a:pPr>
            <a:r>
              <a:rPr lang="es-GT" sz="2800" b="0" i="0" u="none" strike="noStrike" cap="none" noProof="0" dirty="0">
                <a:solidFill>
                  <a:srgbClr val="131416"/>
                </a:solidFill>
                <a:latin typeface="Arial"/>
                <a:ea typeface="Arial"/>
                <a:cs typeface="Arial"/>
                <a:sym typeface="Arial"/>
              </a:rPr>
              <a:t>Entre los modelos estadísticos usados en CRM se pueden mencionar:</a:t>
            </a:r>
          </a:p>
          <a:p>
            <a:pPr marL="0" marR="0" lvl="0" indent="0" algn="l" rtl="0">
              <a:lnSpc>
                <a:spcPct val="173070"/>
              </a:lnSpc>
              <a:spcBef>
                <a:spcPts val="0"/>
              </a:spcBef>
              <a:spcAft>
                <a:spcPts val="0"/>
              </a:spcAft>
              <a:buClr>
                <a:srgbClr val="000000"/>
              </a:buClr>
              <a:buSzPts val="3925"/>
              <a:buFont typeface="Arial"/>
              <a:buNone/>
            </a:pPr>
            <a:endParaRPr lang="es-GT" sz="2800" b="0" i="0" u="none" strike="noStrike" cap="none" noProof="0" dirty="0">
              <a:solidFill>
                <a:srgbClr val="131416"/>
              </a:solidFill>
              <a:latin typeface="Arial"/>
              <a:ea typeface="Arial"/>
              <a:cs typeface="Arial"/>
              <a:sym typeface="Arial"/>
            </a:endParaRPr>
          </a:p>
          <a:p>
            <a:pPr marL="457200" marR="0" lvl="0" indent="-457200" algn="l" rtl="0">
              <a:lnSpc>
                <a:spcPct val="173070"/>
              </a:lnSpc>
              <a:spcBef>
                <a:spcPts val="0"/>
              </a:spcBef>
              <a:spcAft>
                <a:spcPts val="0"/>
              </a:spcAft>
              <a:buClr>
                <a:srgbClr val="000000"/>
              </a:buClr>
              <a:buSzPts val="3925"/>
              <a:buFont typeface="Arial" panose="020B0604020202020204" pitchFamily="34" charset="0"/>
              <a:buChar char="•"/>
            </a:pPr>
            <a:r>
              <a:rPr lang="es-GT" sz="2800" b="1" noProof="0" dirty="0">
                <a:solidFill>
                  <a:srgbClr val="131416"/>
                </a:solidFill>
              </a:rPr>
              <a:t>Regresión lineal</a:t>
            </a:r>
          </a:p>
          <a:p>
            <a:pPr marR="0" lvl="0" algn="l" rtl="0">
              <a:lnSpc>
                <a:spcPct val="173070"/>
              </a:lnSpc>
              <a:spcBef>
                <a:spcPts val="0"/>
              </a:spcBef>
              <a:spcAft>
                <a:spcPts val="0"/>
              </a:spcAft>
              <a:buClr>
                <a:srgbClr val="000000"/>
              </a:buClr>
              <a:buSzPts val="3925"/>
            </a:pPr>
            <a:r>
              <a:rPr lang="es-GT" sz="2800" noProof="0" dirty="0">
                <a:solidFill>
                  <a:srgbClr val="131416"/>
                </a:solidFill>
              </a:rPr>
              <a:t>	Apoyar en la predicción de valores numéricos para predecir por ejemplo cuánto gastará un cliente.</a:t>
            </a:r>
          </a:p>
          <a:p>
            <a:pPr marL="457200" marR="0" lvl="0" indent="-457200" algn="l" rtl="0">
              <a:lnSpc>
                <a:spcPct val="173070"/>
              </a:lnSpc>
              <a:spcBef>
                <a:spcPts val="0"/>
              </a:spcBef>
              <a:spcAft>
                <a:spcPts val="0"/>
              </a:spcAft>
              <a:buClr>
                <a:srgbClr val="000000"/>
              </a:buClr>
              <a:buSzPts val="3925"/>
              <a:buFont typeface="Arial" panose="020B0604020202020204" pitchFamily="34" charset="0"/>
              <a:buChar char="•"/>
            </a:pPr>
            <a:r>
              <a:rPr lang="es-GT" sz="2800" b="1" i="0" u="none" strike="noStrike" cap="none" noProof="0" dirty="0">
                <a:solidFill>
                  <a:srgbClr val="131416"/>
                </a:solidFill>
                <a:latin typeface="Arial"/>
                <a:ea typeface="Arial"/>
                <a:cs typeface="Arial"/>
                <a:sym typeface="Arial"/>
              </a:rPr>
              <a:t>Regresión </a:t>
            </a:r>
            <a:r>
              <a:rPr lang="es-GT" sz="2800" b="1" noProof="0" dirty="0">
                <a:solidFill>
                  <a:srgbClr val="131416"/>
                </a:solidFill>
              </a:rPr>
              <a:t>logística</a:t>
            </a:r>
          </a:p>
          <a:p>
            <a:pPr lvl="1">
              <a:lnSpc>
                <a:spcPct val="173070"/>
              </a:lnSpc>
              <a:buSzPts val="3925"/>
            </a:pPr>
            <a:r>
              <a:rPr lang="es-GT" sz="2800" noProof="0" dirty="0">
                <a:solidFill>
                  <a:srgbClr val="131416"/>
                </a:solidFill>
              </a:rPr>
              <a:t>	Predice probabilidades y es muy utilizado en </a:t>
            </a:r>
            <a:r>
              <a:rPr lang="es-GT" sz="2800" noProof="0" dirty="0" err="1">
                <a:solidFill>
                  <a:srgbClr val="131416"/>
                </a:solidFill>
              </a:rPr>
              <a:t>churn</a:t>
            </a:r>
            <a:r>
              <a:rPr lang="es-GT" sz="2800" noProof="0" dirty="0">
                <a:solidFill>
                  <a:srgbClr val="131416"/>
                </a:solidFill>
              </a:rPr>
              <a:t> ya que puede indicar la probabilidad de que un 	cliente abandone.</a:t>
            </a:r>
          </a:p>
          <a:p>
            <a:pPr marL="457200" lvl="1" indent="-457200">
              <a:lnSpc>
                <a:spcPct val="173070"/>
              </a:lnSpc>
              <a:buSzPts val="3925"/>
              <a:buFont typeface="Arial" panose="020B0604020202020204" pitchFamily="34" charset="0"/>
              <a:buChar char="•"/>
            </a:pPr>
            <a:r>
              <a:rPr lang="es-GT" sz="2800" b="1" i="0" u="none" strike="noStrike" cap="none" noProof="0" dirty="0">
                <a:solidFill>
                  <a:srgbClr val="000000"/>
                </a:solidFill>
                <a:latin typeface="Arial"/>
                <a:ea typeface="Arial"/>
                <a:cs typeface="Arial"/>
                <a:sym typeface="Arial"/>
              </a:rPr>
              <a:t>Árboles de decisión</a:t>
            </a:r>
          </a:p>
          <a:p>
            <a:pPr lvl="1">
              <a:lnSpc>
                <a:spcPct val="173070"/>
              </a:lnSpc>
              <a:buSzPts val="3925"/>
            </a:pPr>
            <a:r>
              <a:rPr lang="es-GT" sz="2800" noProof="0" dirty="0"/>
              <a:t>	Clasifica clientes según sus reglas, son fáciles de interpretar para decisiones gerenciales.</a:t>
            </a:r>
            <a:endParaRPr lang="es-GT" sz="2800" b="0" i="0" u="none" strike="noStrike" cap="none" noProof="0" dirty="0">
              <a:solidFill>
                <a:srgbClr val="000000"/>
              </a:solidFill>
              <a:latin typeface="Arial"/>
              <a:ea typeface="Arial"/>
              <a:cs typeface="Arial"/>
              <a:sym typeface="Arial"/>
            </a:endParaRPr>
          </a:p>
          <a:p>
            <a:pPr marL="457200" lvl="1" indent="-457200">
              <a:lnSpc>
                <a:spcPct val="173070"/>
              </a:lnSpc>
              <a:buSzPts val="3925"/>
              <a:buFont typeface="Arial" panose="020B0604020202020204" pitchFamily="34" charset="0"/>
              <a:buChar char="•"/>
            </a:pPr>
            <a:r>
              <a:rPr lang="es-GT" sz="2800" b="1" i="0" u="none" strike="noStrike" cap="none" noProof="0" dirty="0">
                <a:solidFill>
                  <a:srgbClr val="000000"/>
                </a:solidFill>
                <a:latin typeface="Arial"/>
                <a:ea typeface="Arial"/>
                <a:cs typeface="Arial"/>
                <a:sym typeface="Arial"/>
              </a:rPr>
              <a:t>Modelos de series de tiempo</a:t>
            </a:r>
          </a:p>
          <a:p>
            <a:pPr lvl="2">
              <a:lnSpc>
                <a:spcPct val="173070"/>
              </a:lnSpc>
              <a:buSzPts val="3925"/>
            </a:pPr>
            <a:r>
              <a:rPr lang="es-GT" sz="2800" noProof="0" dirty="0"/>
              <a:t>	Analizan datos en el tiempo y pueden apoyar en pronosticar las ventas por temporada.</a:t>
            </a:r>
            <a:endParaRPr lang="es-GT" sz="2800" b="0" i="0" u="none" strike="noStrike" cap="none" noProof="0"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10128713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DA5622D4-B135-6665-C346-411E39FCFE92}"/>
            </a:ext>
          </a:extLst>
        </p:cNvPr>
        <p:cNvGrpSpPr/>
        <p:nvPr/>
      </p:nvGrpSpPr>
      <p:grpSpPr>
        <a:xfrm>
          <a:off x="0" y="0"/>
          <a:ext cx="0" cy="0"/>
          <a:chOff x="0" y="0"/>
          <a:chExt cx="0" cy="0"/>
        </a:xfrm>
      </p:grpSpPr>
      <p:sp>
        <p:nvSpPr>
          <p:cNvPr id="2" name="Google Shape;156;p4">
            <a:extLst>
              <a:ext uri="{FF2B5EF4-FFF2-40B4-BE49-F238E27FC236}">
                <a16:creationId xmlns:a16="http://schemas.microsoft.com/office/drawing/2014/main" id="{DF3E5538-715F-93F5-AADE-916773C67450}"/>
              </a:ext>
            </a:extLst>
          </p:cNvPr>
          <p:cNvSpPr/>
          <p:nvPr/>
        </p:nvSpPr>
        <p:spPr>
          <a:xfrm>
            <a:off x="13788189" y="5847347"/>
            <a:ext cx="4285474" cy="4062672"/>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155" name="Google Shape;155;p4">
            <a:extLst>
              <a:ext uri="{FF2B5EF4-FFF2-40B4-BE49-F238E27FC236}">
                <a16:creationId xmlns:a16="http://schemas.microsoft.com/office/drawing/2014/main" id="{C83B94B3-0A95-0A9F-4233-9970F8066AAE}"/>
              </a:ext>
            </a:extLst>
          </p:cNvPr>
          <p:cNvSpPr txBox="1"/>
          <p:nvPr/>
        </p:nvSpPr>
        <p:spPr>
          <a:xfrm>
            <a:off x="1374889" y="654364"/>
            <a:ext cx="13991100" cy="1060418"/>
          </a:xfrm>
          <a:prstGeom prst="rect">
            <a:avLst/>
          </a:prstGeom>
          <a:noFill/>
          <a:ln>
            <a:noFill/>
          </a:ln>
        </p:spPr>
        <p:txBody>
          <a:bodyPr spcFirstLastPara="1" wrap="square" lIns="0" tIns="0" rIns="0" bIns="0" anchor="t" anchorCtr="0">
            <a:spAutoFit/>
          </a:bodyPr>
          <a:lstStyle/>
          <a:p>
            <a:pPr marL="0" marR="0" lvl="0" indent="0" algn="just" rtl="0">
              <a:lnSpc>
                <a:spcPct val="112987"/>
              </a:lnSpc>
              <a:spcBef>
                <a:spcPts val="0"/>
              </a:spcBef>
              <a:spcAft>
                <a:spcPts val="0"/>
              </a:spcAft>
              <a:buClr>
                <a:srgbClr val="000000"/>
              </a:buClr>
              <a:buSzPts val="6098"/>
              <a:buFont typeface="Arial"/>
              <a:buNone/>
            </a:pPr>
            <a:r>
              <a:rPr lang="es-GT" sz="6098" b="0" i="0" u="none" strike="noStrike" cap="none" noProof="0" dirty="0">
                <a:solidFill>
                  <a:srgbClr val="131416"/>
                </a:solidFill>
                <a:latin typeface="Impact"/>
                <a:ea typeface="Impact"/>
                <a:cs typeface="Impact"/>
                <a:sym typeface="Impact"/>
              </a:rPr>
              <a:t>Desafíos y técnicas de integración</a:t>
            </a:r>
            <a:endParaRPr lang="es-GT" sz="1400" b="0" i="0" u="none" strike="noStrike" cap="none" noProof="0" dirty="0">
              <a:solidFill>
                <a:srgbClr val="000000"/>
              </a:solidFill>
              <a:latin typeface="Impact"/>
              <a:ea typeface="Impact"/>
              <a:cs typeface="Impact"/>
              <a:sym typeface="Impact"/>
            </a:endParaRPr>
          </a:p>
        </p:txBody>
      </p:sp>
      <p:sp>
        <p:nvSpPr>
          <p:cNvPr id="154" name="Google Shape;154;p4">
            <a:extLst>
              <a:ext uri="{FF2B5EF4-FFF2-40B4-BE49-F238E27FC236}">
                <a16:creationId xmlns:a16="http://schemas.microsoft.com/office/drawing/2014/main" id="{304A3DCE-7348-2816-9F21-3E7B66367444}"/>
              </a:ext>
            </a:extLst>
          </p:cNvPr>
          <p:cNvSpPr txBox="1"/>
          <p:nvPr/>
        </p:nvSpPr>
        <p:spPr>
          <a:xfrm>
            <a:off x="821696" y="2349237"/>
            <a:ext cx="16557851" cy="7454605"/>
          </a:xfrm>
          <a:prstGeom prst="rect">
            <a:avLst/>
          </a:prstGeom>
          <a:noFill/>
          <a:ln>
            <a:noFill/>
          </a:ln>
        </p:spPr>
        <p:txBody>
          <a:bodyPr spcFirstLastPara="1" wrap="square" lIns="0" tIns="0" rIns="0" bIns="0" anchor="t" anchorCtr="0">
            <a:spAutoFit/>
          </a:bodyPr>
          <a:lstStyle/>
          <a:p>
            <a:pPr marL="0" marR="0" lvl="0" indent="0" algn="l" rtl="0">
              <a:lnSpc>
                <a:spcPct val="173070"/>
              </a:lnSpc>
              <a:spcBef>
                <a:spcPts val="0"/>
              </a:spcBef>
              <a:spcAft>
                <a:spcPts val="0"/>
              </a:spcAft>
              <a:buClr>
                <a:srgbClr val="000000"/>
              </a:buClr>
              <a:buSzPts val="3925"/>
              <a:buFont typeface="Arial"/>
              <a:buNone/>
            </a:pPr>
            <a:r>
              <a:rPr lang="es-GT" sz="2800" b="0" i="0" u="none" strike="noStrike" cap="none" noProof="0" dirty="0">
                <a:solidFill>
                  <a:srgbClr val="131416"/>
                </a:solidFill>
                <a:latin typeface="Arial"/>
                <a:ea typeface="Arial"/>
                <a:cs typeface="Arial"/>
                <a:sym typeface="Arial"/>
              </a:rPr>
              <a:t>Cuando se unifica todas las aplicaciones externas con el CRM, se mejora la colaboración, se agilizan las operaciones y se mejora la precisión de los datos y se crea mejor experiencia del cliente.</a:t>
            </a:r>
          </a:p>
          <a:p>
            <a:pPr marL="0" marR="0" lvl="0" indent="0" algn="l" rtl="0">
              <a:lnSpc>
                <a:spcPct val="173070"/>
              </a:lnSpc>
              <a:spcBef>
                <a:spcPts val="0"/>
              </a:spcBef>
              <a:spcAft>
                <a:spcPts val="0"/>
              </a:spcAft>
              <a:buClr>
                <a:srgbClr val="000000"/>
              </a:buClr>
              <a:buSzPts val="3925"/>
              <a:buFont typeface="Arial"/>
              <a:buNone/>
            </a:pPr>
            <a:r>
              <a:rPr lang="es-GT" sz="2800" dirty="0">
                <a:solidFill>
                  <a:srgbClr val="131416"/>
                </a:solidFill>
              </a:rPr>
              <a:t>Pero uno de los primeros desafíos es que los datos de los clientes también existen en otras áreas como el sitio web de la compañía, en sistemas heredados y en una gran cantidad de aplicaciones de terceros.</a:t>
            </a:r>
          </a:p>
          <a:p>
            <a:pPr marL="0" marR="0" lvl="0" indent="0" algn="l" rtl="0">
              <a:lnSpc>
                <a:spcPct val="173070"/>
              </a:lnSpc>
              <a:spcBef>
                <a:spcPts val="0"/>
              </a:spcBef>
              <a:spcAft>
                <a:spcPts val="0"/>
              </a:spcAft>
              <a:buClr>
                <a:srgbClr val="000000"/>
              </a:buClr>
              <a:buSzPts val="3925"/>
              <a:buFont typeface="Arial"/>
              <a:buNone/>
            </a:pPr>
            <a:endParaRPr lang="es-GT" sz="2800" dirty="0">
              <a:solidFill>
                <a:srgbClr val="131416"/>
              </a:solidFill>
            </a:endParaRPr>
          </a:p>
          <a:p>
            <a:pPr marL="0" marR="0" lvl="0" indent="0" algn="l" rtl="0">
              <a:lnSpc>
                <a:spcPct val="173070"/>
              </a:lnSpc>
              <a:spcBef>
                <a:spcPts val="0"/>
              </a:spcBef>
              <a:spcAft>
                <a:spcPts val="0"/>
              </a:spcAft>
              <a:buClr>
                <a:srgbClr val="000000"/>
              </a:buClr>
              <a:buSzPts val="3925"/>
              <a:buFont typeface="Arial"/>
              <a:buNone/>
            </a:pPr>
            <a:r>
              <a:rPr lang="es-GT" sz="2800" dirty="0">
                <a:solidFill>
                  <a:srgbClr val="131416"/>
                </a:solidFill>
              </a:rPr>
              <a:t>Los mejores CRM incluyen aplicaciones integradas para que todos tus datos ya estén en un solo lugar, pero es probable que se utilicen aplicaciones de tercero que no estén integradas y no se puedan integrar fácilmente. Para lograr conectar directamente estos valores atípicos al CMR se pueden utilizar una plataforma de datos que ofrezca conectores e integraciones listos para usar.</a:t>
            </a:r>
          </a:p>
          <a:p>
            <a:pPr marL="0" marR="0" lvl="0" indent="0" algn="l" rtl="0">
              <a:lnSpc>
                <a:spcPct val="173070"/>
              </a:lnSpc>
              <a:spcBef>
                <a:spcPts val="0"/>
              </a:spcBef>
              <a:spcAft>
                <a:spcPts val="0"/>
              </a:spcAft>
              <a:buClr>
                <a:srgbClr val="000000"/>
              </a:buClr>
              <a:buSzPts val="3925"/>
              <a:buFont typeface="Arial"/>
              <a:buNone/>
            </a:pPr>
            <a:endParaRPr lang="es-GT" sz="2800" b="0" i="0" u="none" strike="noStrike" cap="none" noProof="0" dirty="0">
              <a:solidFill>
                <a:srgbClr val="131416"/>
              </a:solidFill>
              <a:latin typeface="Arial"/>
              <a:ea typeface="Arial"/>
              <a:cs typeface="Arial"/>
              <a:sym typeface="Arial"/>
            </a:endParaRPr>
          </a:p>
        </p:txBody>
      </p:sp>
    </p:spTree>
    <p:extLst>
      <p:ext uri="{BB962C8B-B14F-4D97-AF65-F5344CB8AC3E}">
        <p14:creationId xmlns:p14="http://schemas.microsoft.com/office/powerpoint/2010/main" val="9362868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46472C7D-F9E8-AB02-FFBB-6A8CFFDF956F}"/>
            </a:ext>
          </a:extLst>
        </p:cNvPr>
        <p:cNvGrpSpPr/>
        <p:nvPr/>
      </p:nvGrpSpPr>
      <p:grpSpPr>
        <a:xfrm>
          <a:off x="0" y="0"/>
          <a:ext cx="0" cy="0"/>
          <a:chOff x="0" y="0"/>
          <a:chExt cx="0" cy="0"/>
        </a:xfrm>
      </p:grpSpPr>
      <p:sp>
        <p:nvSpPr>
          <p:cNvPr id="154" name="Google Shape;154;p4">
            <a:extLst>
              <a:ext uri="{FF2B5EF4-FFF2-40B4-BE49-F238E27FC236}">
                <a16:creationId xmlns:a16="http://schemas.microsoft.com/office/drawing/2014/main" id="{300BB3B4-B2A1-B5EA-DE42-90BF41F22A29}"/>
              </a:ext>
            </a:extLst>
          </p:cNvPr>
          <p:cNvSpPr txBox="1"/>
          <p:nvPr/>
        </p:nvSpPr>
        <p:spPr>
          <a:xfrm>
            <a:off x="749247" y="1956036"/>
            <a:ext cx="16630300" cy="5218223"/>
          </a:xfrm>
          <a:prstGeom prst="rect">
            <a:avLst/>
          </a:prstGeom>
          <a:noFill/>
          <a:ln>
            <a:noFill/>
          </a:ln>
        </p:spPr>
        <p:txBody>
          <a:bodyPr spcFirstLastPara="1" wrap="square" lIns="0" tIns="0" rIns="0" bIns="0" anchor="t" anchorCtr="0">
            <a:spAutoFit/>
          </a:bodyPr>
          <a:lstStyle/>
          <a:p>
            <a:pPr marL="0" marR="0" lvl="0" indent="0" algn="l" rtl="0">
              <a:lnSpc>
                <a:spcPct val="173070"/>
              </a:lnSpc>
              <a:spcBef>
                <a:spcPts val="0"/>
              </a:spcBef>
              <a:spcAft>
                <a:spcPts val="0"/>
              </a:spcAft>
              <a:buClr>
                <a:srgbClr val="000000"/>
              </a:buClr>
              <a:buSzPts val="3925"/>
              <a:buFont typeface="Arial"/>
              <a:buNone/>
            </a:pPr>
            <a:r>
              <a:rPr lang="es-GT" sz="2800" b="0" i="0" u="none" strike="noStrike" cap="none" noProof="0" dirty="0">
                <a:solidFill>
                  <a:srgbClr val="131416"/>
                </a:solidFill>
                <a:latin typeface="Arial"/>
                <a:ea typeface="Arial"/>
                <a:cs typeface="Arial"/>
                <a:sym typeface="Arial"/>
              </a:rPr>
              <a:t>Entre los tipos de integración en CRM se pueden mencionar:</a:t>
            </a:r>
          </a:p>
          <a:p>
            <a:pPr marL="0" marR="0" lvl="0" indent="0" algn="l" rtl="0">
              <a:lnSpc>
                <a:spcPct val="173070"/>
              </a:lnSpc>
              <a:spcBef>
                <a:spcPts val="0"/>
              </a:spcBef>
              <a:spcAft>
                <a:spcPts val="0"/>
              </a:spcAft>
              <a:buClr>
                <a:srgbClr val="000000"/>
              </a:buClr>
              <a:buSzPts val="3925"/>
              <a:buFont typeface="Arial"/>
              <a:buNone/>
            </a:pPr>
            <a:r>
              <a:rPr lang="es-GT" sz="2800" dirty="0">
                <a:solidFill>
                  <a:srgbClr val="131416"/>
                </a:solidFill>
              </a:rPr>
              <a:t>	- Integración de CRM en marketing</a:t>
            </a:r>
          </a:p>
          <a:p>
            <a:pPr>
              <a:lnSpc>
                <a:spcPct val="173070"/>
              </a:lnSpc>
              <a:buSzPts val="3925"/>
            </a:pPr>
            <a:r>
              <a:rPr lang="es-GT" sz="2800" dirty="0">
                <a:solidFill>
                  <a:srgbClr val="131416"/>
                </a:solidFill>
              </a:rPr>
              <a:t>	- Integración de CRM en ventas</a:t>
            </a:r>
            <a:endParaRPr lang="es-GT" sz="2800" dirty="0"/>
          </a:p>
          <a:p>
            <a:pPr>
              <a:lnSpc>
                <a:spcPct val="173070"/>
              </a:lnSpc>
              <a:buSzPts val="3925"/>
            </a:pPr>
            <a:r>
              <a:rPr lang="es-GT" sz="2800" dirty="0">
                <a:solidFill>
                  <a:srgbClr val="131416"/>
                </a:solidFill>
              </a:rPr>
              <a:t>	- Integración de CRM en servicio</a:t>
            </a:r>
            <a:endParaRPr lang="es-GT" sz="2800" dirty="0"/>
          </a:p>
          <a:p>
            <a:pPr>
              <a:lnSpc>
                <a:spcPct val="173070"/>
              </a:lnSpc>
              <a:buSzPts val="3925"/>
            </a:pPr>
            <a:r>
              <a:rPr lang="es-GT" sz="2800" dirty="0">
                <a:solidFill>
                  <a:srgbClr val="131416"/>
                </a:solidFill>
              </a:rPr>
              <a:t>	- Integración de CRM en E-</a:t>
            </a:r>
            <a:r>
              <a:rPr lang="es-GT" sz="2800" dirty="0" err="1">
                <a:solidFill>
                  <a:srgbClr val="131416"/>
                </a:solidFill>
              </a:rPr>
              <a:t>commerce</a:t>
            </a:r>
            <a:endParaRPr lang="es-GT" sz="2800" dirty="0"/>
          </a:p>
          <a:p>
            <a:pPr>
              <a:lnSpc>
                <a:spcPct val="173070"/>
              </a:lnSpc>
              <a:buSzPts val="3925"/>
            </a:pPr>
            <a:r>
              <a:rPr lang="es-GT" sz="2800" dirty="0">
                <a:solidFill>
                  <a:srgbClr val="131416"/>
                </a:solidFill>
              </a:rPr>
              <a:t>	- Integración de CRM en colaboración</a:t>
            </a:r>
          </a:p>
          <a:p>
            <a:pPr>
              <a:lnSpc>
                <a:spcPct val="173070"/>
              </a:lnSpc>
              <a:buSzPts val="3925"/>
            </a:pPr>
            <a:r>
              <a:rPr lang="es-GT" sz="2800" dirty="0">
                <a:solidFill>
                  <a:srgbClr val="131416"/>
                </a:solidFill>
              </a:rPr>
              <a:t>	- API para integrar CRM</a:t>
            </a:r>
            <a:endParaRPr lang="es-GT" sz="2800" dirty="0"/>
          </a:p>
        </p:txBody>
      </p:sp>
      <p:sp>
        <p:nvSpPr>
          <p:cNvPr id="156" name="Google Shape;156;p4">
            <a:extLst>
              <a:ext uri="{FF2B5EF4-FFF2-40B4-BE49-F238E27FC236}">
                <a16:creationId xmlns:a16="http://schemas.microsoft.com/office/drawing/2014/main" id="{6DEED37D-84FF-788C-10E4-7941E29B8120}"/>
              </a:ext>
            </a:extLst>
          </p:cNvPr>
          <p:cNvSpPr/>
          <p:nvPr/>
        </p:nvSpPr>
        <p:spPr>
          <a:xfrm>
            <a:off x="13447195" y="5334021"/>
            <a:ext cx="4626468" cy="4575998"/>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Tree>
    <p:extLst>
      <p:ext uri="{BB962C8B-B14F-4D97-AF65-F5344CB8AC3E}">
        <p14:creationId xmlns:p14="http://schemas.microsoft.com/office/powerpoint/2010/main" val="26631959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8DF05B51-395F-6CD6-2378-1D2783486329}"/>
            </a:ext>
          </a:extLst>
        </p:cNvPr>
        <p:cNvGrpSpPr/>
        <p:nvPr/>
      </p:nvGrpSpPr>
      <p:grpSpPr>
        <a:xfrm>
          <a:off x="0" y="0"/>
          <a:ext cx="0" cy="0"/>
          <a:chOff x="0" y="0"/>
          <a:chExt cx="0" cy="0"/>
        </a:xfrm>
      </p:grpSpPr>
      <p:sp>
        <p:nvSpPr>
          <p:cNvPr id="154" name="Google Shape;154;p4">
            <a:extLst>
              <a:ext uri="{FF2B5EF4-FFF2-40B4-BE49-F238E27FC236}">
                <a16:creationId xmlns:a16="http://schemas.microsoft.com/office/drawing/2014/main" id="{524BD1AC-3351-9447-DA7D-E3BF364333DA}"/>
              </a:ext>
            </a:extLst>
          </p:cNvPr>
          <p:cNvSpPr txBox="1"/>
          <p:nvPr/>
        </p:nvSpPr>
        <p:spPr>
          <a:xfrm>
            <a:off x="821696" y="1868717"/>
            <a:ext cx="17015543" cy="6709144"/>
          </a:xfrm>
          <a:prstGeom prst="rect">
            <a:avLst/>
          </a:prstGeom>
          <a:noFill/>
          <a:ln>
            <a:noFill/>
          </a:ln>
        </p:spPr>
        <p:txBody>
          <a:bodyPr spcFirstLastPara="1" wrap="square" lIns="0" tIns="0" rIns="0" bIns="0" anchor="t" anchorCtr="0">
            <a:spAutoFit/>
          </a:bodyPr>
          <a:lstStyle/>
          <a:p>
            <a:pPr marL="0" marR="0" lvl="0" indent="0" algn="l" rtl="0">
              <a:lnSpc>
                <a:spcPct val="173070"/>
              </a:lnSpc>
              <a:spcBef>
                <a:spcPts val="0"/>
              </a:spcBef>
              <a:spcAft>
                <a:spcPts val="0"/>
              </a:spcAft>
              <a:buClr>
                <a:srgbClr val="000000"/>
              </a:buClr>
              <a:buSzPts val="3925"/>
              <a:buFont typeface="Arial"/>
              <a:buNone/>
            </a:pPr>
            <a:r>
              <a:rPr lang="es-GT" sz="2800" b="0" i="0" u="none" strike="noStrike" cap="none" noProof="0" dirty="0">
                <a:solidFill>
                  <a:srgbClr val="131416"/>
                </a:solidFill>
                <a:latin typeface="Arial"/>
                <a:ea typeface="Arial"/>
                <a:cs typeface="Arial"/>
                <a:sym typeface="Arial"/>
              </a:rPr>
              <a:t>Considerando que en CRM se centra todo tipo de información del cliente, se debe considerar un diseño visual del sistema así como la experiencia de uso del CRM por parte de los usuarios internos (ventas, marketing, soporte) ya que una pala UI/UX desperdicia recursos aunque el sistema tenga buena tecnología.</a:t>
            </a:r>
          </a:p>
          <a:p>
            <a:pPr marL="0" marR="0" lvl="0" indent="0" algn="l" rtl="0">
              <a:lnSpc>
                <a:spcPct val="173070"/>
              </a:lnSpc>
              <a:spcBef>
                <a:spcPts val="0"/>
              </a:spcBef>
              <a:spcAft>
                <a:spcPts val="0"/>
              </a:spcAft>
              <a:buClr>
                <a:srgbClr val="000000"/>
              </a:buClr>
              <a:buSzPts val="3925"/>
              <a:buFont typeface="Arial"/>
              <a:buNone/>
            </a:pPr>
            <a:r>
              <a:rPr lang="es-GT" sz="2800" dirty="0"/>
              <a:t>Su importancia es clave en distintos puntos como por ejemplo</a:t>
            </a:r>
            <a:r>
              <a:rPr lang="es-GT" sz="2800" dirty="0">
                <a:solidFill>
                  <a:srgbClr val="131416"/>
                </a:solidFill>
              </a:rPr>
              <a:t>:</a:t>
            </a:r>
          </a:p>
          <a:p>
            <a:pPr marL="457200" marR="0" lvl="0" indent="-457200" algn="l" rtl="0">
              <a:lnSpc>
                <a:spcPct val="173070"/>
              </a:lnSpc>
              <a:spcBef>
                <a:spcPts val="0"/>
              </a:spcBef>
              <a:spcAft>
                <a:spcPts val="0"/>
              </a:spcAft>
              <a:buClr>
                <a:srgbClr val="000000"/>
              </a:buClr>
              <a:buSzPts val="3925"/>
              <a:buFont typeface="Arial" panose="020B0604020202020204" pitchFamily="34" charset="0"/>
              <a:buChar char="•"/>
            </a:pPr>
            <a:r>
              <a:rPr lang="es-GT" sz="2800" dirty="0">
                <a:solidFill>
                  <a:srgbClr val="131416"/>
                </a:solidFill>
              </a:rPr>
              <a:t>Toma de decisiones</a:t>
            </a:r>
          </a:p>
          <a:p>
            <a:pPr marR="0" lvl="0" algn="l" rtl="0">
              <a:lnSpc>
                <a:spcPct val="173070"/>
              </a:lnSpc>
              <a:spcBef>
                <a:spcPts val="0"/>
              </a:spcBef>
              <a:spcAft>
                <a:spcPts val="0"/>
              </a:spcAft>
              <a:buClr>
                <a:srgbClr val="000000"/>
              </a:buClr>
              <a:buSzPts val="3925"/>
            </a:pPr>
            <a:r>
              <a:rPr lang="es-GT" sz="2800" dirty="0">
                <a:solidFill>
                  <a:srgbClr val="131416"/>
                </a:solidFill>
              </a:rPr>
              <a:t>	- Mejora la eficiencia operativa</a:t>
            </a:r>
          </a:p>
          <a:p>
            <a:pPr marR="0" lvl="0" algn="l" rtl="0">
              <a:lnSpc>
                <a:spcPct val="173070"/>
              </a:lnSpc>
              <a:spcBef>
                <a:spcPts val="0"/>
              </a:spcBef>
              <a:spcAft>
                <a:spcPts val="0"/>
              </a:spcAft>
              <a:buClr>
                <a:srgbClr val="000000"/>
              </a:buClr>
              <a:buSzPts val="3925"/>
            </a:pPr>
            <a:r>
              <a:rPr lang="es-GT" sz="2800" dirty="0">
                <a:solidFill>
                  <a:srgbClr val="131416"/>
                </a:solidFill>
              </a:rPr>
              <a:t>	- Menos tiempo en registro de datos y menos errores humanos</a:t>
            </a:r>
          </a:p>
          <a:p>
            <a:pPr marR="0" lvl="0" algn="l" rtl="0">
              <a:lnSpc>
                <a:spcPct val="173070"/>
              </a:lnSpc>
              <a:spcBef>
                <a:spcPts val="0"/>
              </a:spcBef>
              <a:spcAft>
                <a:spcPts val="0"/>
              </a:spcAft>
              <a:buClr>
                <a:srgbClr val="000000"/>
              </a:buClr>
              <a:buSzPts val="3925"/>
            </a:pPr>
            <a:r>
              <a:rPr lang="es-GT" sz="2800" dirty="0">
                <a:solidFill>
                  <a:srgbClr val="131416"/>
                </a:solidFill>
              </a:rPr>
              <a:t>	- Mayor adopción del sistema por los empleados</a:t>
            </a:r>
          </a:p>
        </p:txBody>
      </p:sp>
      <p:sp>
        <p:nvSpPr>
          <p:cNvPr id="155" name="Google Shape;155;p4">
            <a:extLst>
              <a:ext uri="{FF2B5EF4-FFF2-40B4-BE49-F238E27FC236}">
                <a16:creationId xmlns:a16="http://schemas.microsoft.com/office/drawing/2014/main" id="{3CB18FEB-DB12-BAFD-0CB7-7CB1F0EED5F2}"/>
              </a:ext>
            </a:extLst>
          </p:cNvPr>
          <p:cNvSpPr txBox="1"/>
          <p:nvPr/>
        </p:nvSpPr>
        <p:spPr>
          <a:xfrm>
            <a:off x="1374889" y="654364"/>
            <a:ext cx="13991100" cy="1060418"/>
          </a:xfrm>
          <a:prstGeom prst="rect">
            <a:avLst/>
          </a:prstGeom>
          <a:noFill/>
          <a:ln>
            <a:noFill/>
          </a:ln>
        </p:spPr>
        <p:txBody>
          <a:bodyPr spcFirstLastPara="1" wrap="square" lIns="0" tIns="0" rIns="0" bIns="0" anchor="t" anchorCtr="0">
            <a:spAutoFit/>
          </a:bodyPr>
          <a:lstStyle/>
          <a:p>
            <a:pPr marL="0" marR="0" lvl="0" indent="0" algn="just" rtl="0">
              <a:lnSpc>
                <a:spcPct val="112987"/>
              </a:lnSpc>
              <a:spcBef>
                <a:spcPts val="0"/>
              </a:spcBef>
              <a:spcAft>
                <a:spcPts val="0"/>
              </a:spcAft>
              <a:buClr>
                <a:srgbClr val="000000"/>
              </a:buClr>
              <a:buSzPts val="6098"/>
              <a:buFont typeface="Arial"/>
              <a:buNone/>
            </a:pPr>
            <a:r>
              <a:rPr lang="es-GT" sz="6098" b="0" i="0" u="none" strike="noStrike" cap="none" noProof="0" dirty="0">
                <a:solidFill>
                  <a:srgbClr val="131416"/>
                </a:solidFill>
                <a:latin typeface="Impact"/>
                <a:ea typeface="Impact"/>
                <a:cs typeface="Impact"/>
                <a:sym typeface="Impact"/>
              </a:rPr>
              <a:t>Importancia de UIX y personalización</a:t>
            </a:r>
            <a:endParaRPr lang="es-GT" sz="1400" b="0" i="0" u="none" strike="noStrike" cap="none" noProof="0" dirty="0">
              <a:solidFill>
                <a:srgbClr val="000000"/>
              </a:solidFill>
              <a:latin typeface="Impact"/>
              <a:ea typeface="Impact"/>
              <a:cs typeface="Impact"/>
              <a:sym typeface="Impact"/>
            </a:endParaRPr>
          </a:p>
        </p:txBody>
      </p:sp>
      <p:sp>
        <p:nvSpPr>
          <p:cNvPr id="156" name="Google Shape;156;p4">
            <a:extLst>
              <a:ext uri="{FF2B5EF4-FFF2-40B4-BE49-F238E27FC236}">
                <a16:creationId xmlns:a16="http://schemas.microsoft.com/office/drawing/2014/main" id="{6E858B31-4182-A670-8007-479EF0BB70FE}"/>
              </a:ext>
            </a:extLst>
          </p:cNvPr>
          <p:cNvSpPr/>
          <p:nvPr/>
        </p:nvSpPr>
        <p:spPr>
          <a:xfrm>
            <a:off x="14759189" y="6323527"/>
            <a:ext cx="3314474" cy="3586492"/>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Tree>
    <p:extLst>
      <p:ext uri="{BB962C8B-B14F-4D97-AF65-F5344CB8AC3E}">
        <p14:creationId xmlns:p14="http://schemas.microsoft.com/office/powerpoint/2010/main" val="99072878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3332FE7A-EC35-37E3-F418-377EAE78958C}"/>
            </a:ext>
          </a:extLst>
        </p:cNvPr>
        <p:cNvGrpSpPr/>
        <p:nvPr/>
      </p:nvGrpSpPr>
      <p:grpSpPr>
        <a:xfrm>
          <a:off x="0" y="0"/>
          <a:ext cx="0" cy="0"/>
          <a:chOff x="0" y="0"/>
          <a:chExt cx="0" cy="0"/>
        </a:xfrm>
      </p:grpSpPr>
      <p:sp>
        <p:nvSpPr>
          <p:cNvPr id="154" name="Google Shape;154;p4">
            <a:extLst>
              <a:ext uri="{FF2B5EF4-FFF2-40B4-BE49-F238E27FC236}">
                <a16:creationId xmlns:a16="http://schemas.microsoft.com/office/drawing/2014/main" id="{660EABC5-C3D7-7649-20B3-6F16D3FF4C85}"/>
              </a:ext>
            </a:extLst>
          </p:cNvPr>
          <p:cNvSpPr txBox="1"/>
          <p:nvPr/>
        </p:nvSpPr>
        <p:spPr>
          <a:xfrm>
            <a:off x="1443888" y="1533867"/>
            <a:ext cx="16629775" cy="5963684"/>
          </a:xfrm>
          <a:prstGeom prst="rect">
            <a:avLst/>
          </a:prstGeom>
          <a:noFill/>
          <a:ln>
            <a:noFill/>
          </a:ln>
        </p:spPr>
        <p:txBody>
          <a:bodyPr spcFirstLastPara="1" wrap="square" lIns="0" tIns="0" rIns="0" bIns="0" anchor="t" anchorCtr="0">
            <a:spAutoFit/>
          </a:bodyPr>
          <a:lstStyle/>
          <a:p>
            <a:pPr marL="571500" lvl="0" indent="-571500">
              <a:lnSpc>
                <a:spcPct val="173070"/>
              </a:lnSpc>
              <a:buSzPts val="3925"/>
              <a:buFont typeface="Arial" panose="020B0604020202020204" pitchFamily="34" charset="0"/>
              <a:buChar char="•"/>
            </a:pPr>
            <a:r>
              <a:rPr lang="es-GT" sz="2800" dirty="0" err="1"/>
              <a:t>dashboards</a:t>
            </a:r>
            <a:r>
              <a:rPr lang="es-GT" sz="2800" dirty="0"/>
              <a:t> bien diseñados</a:t>
            </a:r>
          </a:p>
          <a:p>
            <a:pPr lvl="1">
              <a:lnSpc>
                <a:spcPct val="173070"/>
              </a:lnSpc>
              <a:buSzPts val="3925"/>
            </a:pPr>
            <a:r>
              <a:rPr lang="es-GT" sz="2800" dirty="0"/>
              <a:t>	- Ver métricas críticas en tiempo real.</a:t>
            </a:r>
          </a:p>
          <a:p>
            <a:pPr lvl="1">
              <a:lnSpc>
                <a:spcPct val="173070"/>
              </a:lnSpc>
              <a:buSzPts val="3925"/>
            </a:pPr>
            <a:r>
              <a:rPr lang="es-GT" sz="2800" dirty="0"/>
              <a:t>	- Detectar problemas rápidamente.</a:t>
            </a:r>
          </a:p>
          <a:p>
            <a:pPr lvl="1">
              <a:lnSpc>
                <a:spcPct val="173070"/>
              </a:lnSpc>
              <a:buSzPts val="3925"/>
            </a:pPr>
            <a:r>
              <a:rPr lang="es-GT" sz="2800" dirty="0"/>
              <a:t>	- Tomar decisiones sin depender al área técnica.</a:t>
            </a:r>
          </a:p>
          <a:p>
            <a:pPr marL="457200" lvl="0" indent="-457200">
              <a:lnSpc>
                <a:spcPct val="173070"/>
              </a:lnSpc>
              <a:buSzPts val="3925"/>
              <a:buFont typeface="Arial" panose="020B0604020202020204" pitchFamily="34" charset="0"/>
              <a:buChar char="•"/>
            </a:pPr>
            <a:r>
              <a:rPr lang="es-GT" sz="2800" dirty="0"/>
              <a:t>CRM intuitivo</a:t>
            </a:r>
          </a:p>
          <a:p>
            <a:pPr lvl="0">
              <a:lnSpc>
                <a:spcPct val="173070"/>
              </a:lnSpc>
              <a:buSzPts val="3925"/>
            </a:pPr>
            <a:r>
              <a:rPr lang="es-GT" sz="2800" dirty="0"/>
              <a:t>	- Aumenta la aceptación del sistema</a:t>
            </a:r>
          </a:p>
          <a:p>
            <a:pPr lvl="0">
              <a:lnSpc>
                <a:spcPct val="173070"/>
              </a:lnSpc>
              <a:buSzPts val="3925"/>
            </a:pPr>
            <a:r>
              <a:rPr lang="es-GT" sz="2800" dirty="0"/>
              <a:t>	- Reduce costos de capacitación</a:t>
            </a:r>
          </a:p>
          <a:p>
            <a:pPr lvl="0">
              <a:lnSpc>
                <a:spcPct val="173070"/>
              </a:lnSpc>
              <a:buSzPts val="3925"/>
            </a:pPr>
            <a:r>
              <a:rPr lang="es-GT" sz="2800" dirty="0"/>
              <a:t>	- Mejora la productividad del equipo</a:t>
            </a:r>
          </a:p>
        </p:txBody>
      </p:sp>
      <p:sp>
        <p:nvSpPr>
          <p:cNvPr id="156" name="Google Shape;156;p4">
            <a:extLst>
              <a:ext uri="{FF2B5EF4-FFF2-40B4-BE49-F238E27FC236}">
                <a16:creationId xmlns:a16="http://schemas.microsoft.com/office/drawing/2014/main" id="{6E335C8D-B6C6-C381-A4E0-702AA17C0CF4}"/>
              </a:ext>
            </a:extLst>
          </p:cNvPr>
          <p:cNvSpPr/>
          <p:nvPr/>
        </p:nvSpPr>
        <p:spPr>
          <a:xfrm>
            <a:off x="13447195" y="5334021"/>
            <a:ext cx="4626468" cy="4575998"/>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Tree>
    <p:extLst>
      <p:ext uri="{BB962C8B-B14F-4D97-AF65-F5344CB8AC3E}">
        <p14:creationId xmlns:p14="http://schemas.microsoft.com/office/powerpoint/2010/main" val="32500986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6D0424DA-8F1C-27DA-E461-1B1F8F62C57F}"/>
            </a:ext>
          </a:extLst>
        </p:cNvPr>
        <p:cNvGrpSpPr/>
        <p:nvPr/>
      </p:nvGrpSpPr>
      <p:grpSpPr>
        <a:xfrm>
          <a:off x="0" y="0"/>
          <a:ext cx="0" cy="0"/>
          <a:chOff x="0" y="0"/>
          <a:chExt cx="0" cy="0"/>
        </a:xfrm>
      </p:grpSpPr>
      <p:sp>
        <p:nvSpPr>
          <p:cNvPr id="154" name="Google Shape;154;p4">
            <a:extLst>
              <a:ext uri="{FF2B5EF4-FFF2-40B4-BE49-F238E27FC236}">
                <a16:creationId xmlns:a16="http://schemas.microsoft.com/office/drawing/2014/main" id="{4B243FC1-FA27-175D-13FB-9F2A44FBE54F}"/>
              </a:ext>
            </a:extLst>
          </p:cNvPr>
          <p:cNvSpPr txBox="1"/>
          <p:nvPr/>
        </p:nvSpPr>
        <p:spPr>
          <a:xfrm>
            <a:off x="730945" y="2615692"/>
            <a:ext cx="17016142" cy="4472763"/>
          </a:xfrm>
          <a:prstGeom prst="rect">
            <a:avLst/>
          </a:prstGeom>
          <a:noFill/>
          <a:ln>
            <a:noFill/>
          </a:ln>
        </p:spPr>
        <p:txBody>
          <a:bodyPr spcFirstLastPara="1" wrap="square" lIns="0" tIns="0" rIns="0" bIns="0" anchor="t" anchorCtr="0">
            <a:spAutoFit/>
          </a:bodyPr>
          <a:lstStyle/>
          <a:p>
            <a:pPr marL="0" marR="0" lvl="0" indent="0" algn="l" rtl="0">
              <a:lnSpc>
                <a:spcPct val="173070"/>
              </a:lnSpc>
              <a:spcBef>
                <a:spcPts val="0"/>
              </a:spcBef>
              <a:spcAft>
                <a:spcPts val="0"/>
              </a:spcAft>
              <a:buClr>
                <a:srgbClr val="000000"/>
              </a:buClr>
              <a:buSzPts val="3925"/>
              <a:buFont typeface="Arial"/>
              <a:buNone/>
            </a:pPr>
            <a:r>
              <a:rPr lang="es-GT" sz="2800" b="0" i="0" u="none" strike="noStrike" cap="none" noProof="0" dirty="0">
                <a:solidFill>
                  <a:srgbClr val="131416"/>
                </a:solidFill>
                <a:latin typeface="Arial"/>
                <a:ea typeface="Arial"/>
                <a:cs typeface="Arial"/>
                <a:sym typeface="Arial"/>
              </a:rPr>
              <a:t>La personalización consiste en adaptar la experiencia y las acciones del CRM a cada cliente, al contar con un CRM personalizado se pueden obtener los siguientes beneficios.</a:t>
            </a:r>
          </a:p>
          <a:p>
            <a:pPr marL="571500" marR="0" lvl="0" indent="-571500" algn="l" rtl="0">
              <a:lnSpc>
                <a:spcPct val="173070"/>
              </a:lnSpc>
              <a:spcBef>
                <a:spcPts val="0"/>
              </a:spcBef>
              <a:spcAft>
                <a:spcPts val="0"/>
              </a:spcAft>
              <a:buClr>
                <a:srgbClr val="000000"/>
              </a:buClr>
              <a:buSzPts val="3925"/>
              <a:buFont typeface="Arial" panose="020B0604020202020204" pitchFamily="34" charset="0"/>
              <a:buChar char="•"/>
            </a:pPr>
            <a:r>
              <a:rPr lang="es-GT" sz="2800" b="0" i="0" u="none" strike="noStrike" cap="none" noProof="0" dirty="0">
                <a:solidFill>
                  <a:srgbClr val="131416"/>
                </a:solidFill>
                <a:latin typeface="Arial"/>
                <a:ea typeface="Arial"/>
                <a:cs typeface="Arial"/>
                <a:sym typeface="Arial"/>
              </a:rPr>
              <a:t>Mayor fidelización</a:t>
            </a:r>
          </a:p>
          <a:p>
            <a:pPr marL="571500" marR="0" lvl="0" indent="-571500" algn="l" rtl="0">
              <a:lnSpc>
                <a:spcPct val="173070"/>
              </a:lnSpc>
              <a:spcBef>
                <a:spcPts val="0"/>
              </a:spcBef>
              <a:spcAft>
                <a:spcPts val="0"/>
              </a:spcAft>
              <a:buClr>
                <a:srgbClr val="000000"/>
              </a:buClr>
              <a:buSzPts val="3925"/>
              <a:buFont typeface="Arial" panose="020B0604020202020204" pitchFamily="34" charset="0"/>
              <a:buChar char="•"/>
            </a:pPr>
            <a:r>
              <a:rPr lang="es-GT" sz="2800" dirty="0">
                <a:solidFill>
                  <a:srgbClr val="131416"/>
                </a:solidFill>
              </a:rPr>
              <a:t>Incremento en ventas</a:t>
            </a:r>
          </a:p>
          <a:p>
            <a:pPr marL="571500" marR="0" lvl="0" indent="-571500" algn="l" rtl="0">
              <a:lnSpc>
                <a:spcPct val="173070"/>
              </a:lnSpc>
              <a:spcBef>
                <a:spcPts val="0"/>
              </a:spcBef>
              <a:spcAft>
                <a:spcPts val="0"/>
              </a:spcAft>
              <a:buClr>
                <a:srgbClr val="000000"/>
              </a:buClr>
              <a:buSzPts val="3925"/>
              <a:buFont typeface="Arial" panose="020B0604020202020204" pitchFamily="34" charset="0"/>
              <a:buChar char="•"/>
            </a:pPr>
            <a:r>
              <a:rPr lang="es-GT" sz="2800" b="0" i="0" u="none" strike="noStrike" cap="none" noProof="0" dirty="0">
                <a:solidFill>
                  <a:srgbClr val="131416"/>
                </a:solidFill>
                <a:latin typeface="Arial"/>
                <a:ea typeface="Arial"/>
                <a:cs typeface="Arial"/>
                <a:sym typeface="Arial"/>
              </a:rPr>
              <a:t>Mejor experiencia del cliente</a:t>
            </a:r>
          </a:p>
          <a:p>
            <a:pPr marL="571500" marR="0" lvl="0" indent="-571500" algn="l" rtl="0">
              <a:lnSpc>
                <a:spcPct val="173070"/>
              </a:lnSpc>
              <a:spcBef>
                <a:spcPts val="0"/>
              </a:spcBef>
              <a:spcAft>
                <a:spcPts val="0"/>
              </a:spcAft>
              <a:buClr>
                <a:srgbClr val="000000"/>
              </a:buClr>
              <a:buSzPts val="3925"/>
              <a:buFont typeface="Arial" panose="020B0604020202020204" pitchFamily="34" charset="0"/>
              <a:buChar char="•"/>
            </a:pPr>
            <a:r>
              <a:rPr lang="es-GT" sz="2800" dirty="0">
                <a:solidFill>
                  <a:srgbClr val="131416"/>
                </a:solidFill>
              </a:rPr>
              <a:t>Uso eficiente de recursos de marketing</a:t>
            </a:r>
            <a:endParaRPr lang="es-GT" sz="2800" b="0" i="0" u="none" strike="noStrike" cap="none" noProof="0" dirty="0">
              <a:solidFill>
                <a:srgbClr val="131416"/>
              </a:solidFill>
              <a:latin typeface="Arial"/>
              <a:ea typeface="Arial"/>
              <a:cs typeface="Arial"/>
              <a:sym typeface="Arial"/>
            </a:endParaRPr>
          </a:p>
        </p:txBody>
      </p:sp>
      <p:sp>
        <p:nvSpPr>
          <p:cNvPr id="156" name="Google Shape;156;p4">
            <a:extLst>
              <a:ext uri="{FF2B5EF4-FFF2-40B4-BE49-F238E27FC236}">
                <a16:creationId xmlns:a16="http://schemas.microsoft.com/office/drawing/2014/main" id="{AEBC4EEE-9936-F719-A2AD-A2756F2F7C2C}"/>
              </a:ext>
            </a:extLst>
          </p:cNvPr>
          <p:cNvSpPr/>
          <p:nvPr/>
        </p:nvSpPr>
        <p:spPr>
          <a:xfrm>
            <a:off x="14432613" y="6658378"/>
            <a:ext cx="3314474" cy="3264520"/>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Tree>
    <p:extLst>
      <p:ext uri="{BB962C8B-B14F-4D97-AF65-F5344CB8AC3E}">
        <p14:creationId xmlns:p14="http://schemas.microsoft.com/office/powerpoint/2010/main" val="128978988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04968F3E-3CB7-3E6D-3A14-9C4C7FFA97D8}"/>
            </a:ext>
          </a:extLst>
        </p:cNvPr>
        <p:cNvGrpSpPr/>
        <p:nvPr/>
      </p:nvGrpSpPr>
      <p:grpSpPr>
        <a:xfrm>
          <a:off x="0" y="0"/>
          <a:ext cx="0" cy="0"/>
          <a:chOff x="0" y="0"/>
          <a:chExt cx="0" cy="0"/>
        </a:xfrm>
      </p:grpSpPr>
      <p:sp>
        <p:nvSpPr>
          <p:cNvPr id="154" name="Google Shape;154;p4">
            <a:extLst>
              <a:ext uri="{FF2B5EF4-FFF2-40B4-BE49-F238E27FC236}">
                <a16:creationId xmlns:a16="http://schemas.microsoft.com/office/drawing/2014/main" id="{76C783F8-F797-F68A-FD96-93765F87903F}"/>
              </a:ext>
            </a:extLst>
          </p:cNvPr>
          <p:cNvSpPr txBox="1"/>
          <p:nvPr/>
        </p:nvSpPr>
        <p:spPr>
          <a:xfrm>
            <a:off x="1040637" y="1933112"/>
            <a:ext cx="16557851" cy="8499571"/>
          </a:xfrm>
          <a:prstGeom prst="rect">
            <a:avLst/>
          </a:prstGeom>
          <a:noFill/>
          <a:ln>
            <a:noFill/>
          </a:ln>
        </p:spPr>
        <p:txBody>
          <a:bodyPr spcFirstLastPara="1" wrap="square" lIns="0" tIns="0" rIns="0" bIns="0" anchor="t" anchorCtr="0">
            <a:spAutoFit/>
          </a:bodyPr>
          <a:lstStyle/>
          <a:p>
            <a:pPr marL="571500" marR="0" lvl="0" indent="-571500" algn="l" rtl="0">
              <a:lnSpc>
                <a:spcPct val="173070"/>
              </a:lnSpc>
              <a:spcBef>
                <a:spcPts val="0"/>
              </a:spcBef>
              <a:spcAft>
                <a:spcPts val="0"/>
              </a:spcAft>
              <a:buClr>
                <a:srgbClr val="000000"/>
              </a:buClr>
              <a:buSzPts val="3925"/>
              <a:buFont typeface="Arial" panose="020B0604020202020204" pitchFamily="34" charset="0"/>
              <a:buChar char="•"/>
            </a:pPr>
            <a:r>
              <a:rPr lang="es-GT" sz="2800" b="0" i="0" u="none" strike="noStrike" cap="none" noProof="0" dirty="0">
                <a:solidFill>
                  <a:srgbClr val="131416"/>
                </a:solidFill>
                <a:latin typeface="Arial"/>
                <a:ea typeface="Arial"/>
                <a:cs typeface="Arial"/>
                <a:sym typeface="Arial"/>
              </a:rPr>
              <a:t>Amazon</a:t>
            </a:r>
            <a:endParaRPr lang="es-GT" sz="2800" dirty="0"/>
          </a:p>
          <a:p>
            <a:pPr marR="0" lvl="0" algn="l" rtl="0">
              <a:lnSpc>
                <a:spcPct val="173070"/>
              </a:lnSpc>
              <a:spcBef>
                <a:spcPts val="0"/>
              </a:spcBef>
              <a:spcAft>
                <a:spcPts val="0"/>
              </a:spcAft>
              <a:buClr>
                <a:srgbClr val="000000"/>
              </a:buClr>
              <a:buSzPts val="3925"/>
            </a:pPr>
            <a:r>
              <a:rPr lang="es-GT" sz="2800" b="0" i="0" u="none" strike="noStrike" cap="none" noProof="0" dirty="0">
                <a:solidFill>
                  <a:srgbClr val="131416"/>
                </a:solidFill>
                <a:latin typeface="Arial"/>
                <a:ea typeface="Arial"/>
                <a:cs typeface="Arial"/>
                <a:sym typeface="Arial"/>
              </a:rPr>
              <a:t>	Uso del CRM</a:t>
            </a:r>
          </a:p>
          <a:p>
            <a:pPr marR="0" lvl="0" algn="l" rtl="0">
              <a:lnSpc>
                <a:spcPct val="173070"/>
              </a:lnSpc>
              <a:spcBef>
                <a:spcPts val="0"/>
              </a:spcBef>
              <a:spcAft>
                <a:spcPts val="0"/>
              </a:spcAft>
              <a:buClr>
                <a:srgbClr val="000000"/>
              </a:buClr>
              <a:buSzPts val="3925"/>
            </a:pPr>
            <a:r>
              <a:rPr lang="es-GT" sz="2800" dirty="0">
                <a:solidFill>
                  <a:srgbClr val="131416"/>
                </a:solidFill>
              </a:rPr>
              <a:t>	- Personalización extrema</a:t>
            </a:r>
          </a:p>
          <a:p>
            <a:pPr marR="0" lvl="0" algn="l" rtl="0">
              <a:lnSpc>
                <a:spcPct val="173070"/>
              </a:lnSpc>
              <a:spcBef>
                <a:spcPts val="0"/>
              </a:spcBef>
              <a:spcAft>
                <a:spcPts val="0"/>
              </a:spcAft>
              <a:buClr>
                <a:srgbClr val="000000"/>
              </a:buClr>
              <a:buSzPts val="3925"/>
            </a:pPr>
            <a:r>
              <a:rPr lang="es-GT" sz="2800" b="0" i="0" u="none" strike="noStrike" cap="none" noProof="0" dirty="0">
                <a:solidFill>
                  <a:srgbClr val="131416"/>
                </a:solidFill>
                <a:latin typeface="Arial"/>
                <a:ea typeface="Arial"/>
                <a:cs typeface="Arial"/>
                <a:sym typeface="Arial"/>
              </a:rPr>
              <a:t>	- Recomendaciones basadas en comportamiento</a:t>
            </a:r>
          </a:p>
          <a:p>
            <a:pPr marR="0" lvl="0" algn="l" rtl="0">
              <a:lnSpc>
                <a:spcPct val="173070"/>
              </a:lnSpc>
              <a:spcBef>
                <a:spcPts val="0"/>
              </a:spcBef>
              <a:spcAft>
                <a:spcPts val="0"/>
              </a:spcAft>
              <a:buClr>
                <a:srgbClr val="000000"/>
              </a:buClr>
              <a:buSzPts val="3925"/>
            </a:pPr>
            <a:r>
              <a:rPr lang="es-GT" sz="2800" dirty="0">
                <a:solidFill>
                  <a:srgbClr val="131416"/>
                </a:solidFill>
              </a:rPr>
              <a:t>	- Análisis predictivo</a:t>
            </a:r>
          </a:p>
          <a:p>
            <a:pPr marR="0" lvl="0" algn="l" rtl="0">
              <a:lnSpc>
                <a:spcPct val="173070"/>
              </a:lnSpc>
              <a:spcBef>
                <a:spcPts val="0"/>
              </a:spcBef>
              <a:spcAft>
                <a:spcPts val="0"/>
              </a:spcAft>
              <a:buClr>
                <a:srgbClr val="000000"/>
              </a:buClr>
              <a:buSzPts val="3925"/>
            </a:pPr>
            <a:endParaRPr lang="es-GT" sz="2800" b="0" i="0" u="none" strike="noStrike" cap="none" noProof="0" dirty="0">
              <a:solidFill>
                <a:srgbClr val="131416"/>
              </a:solidFill>
              <a:latin typeface="Arial"/>
              <a:ea typeface="Arial"/>
              <a:cs typeface="Arial"/>
              <a:sym typeface="Arial"/>
            </a:endParaRPr>
          </a:p>
          <a:p>
            <a:pPr marR="0" lvl="0" algn="l" rtl="0">
              <a:lnSpc>
                <a:spcPct val="173070"/>
              </a:lnSpc>
              <a:spcBef>
                <a:spcPts val="0"/>
              </a:spcBef>
              <a:spcAft>
                <a:spcPts val="0"/>
              </a:spcAft>
              <a:buClr>
                <a:srgbClr val="000000"/>
              </a:buClr>
              <a:buSzPts val="3925"/>
            </a:pPr>
            <a:r>
              <a:rPr lang="es-GT" sz="2800" dirty="0">
                <a:solidFill>
                  <a:srgbClr val="131416"/>
                </a:solidFill>
              </a:rPr>
              <a:t>	Resultados</a:t>
            </a:r>
          </a:p>
          <a:p>
            <a:pPr marR="0" lvl="0" algn="l" rtl="0">
              <a:lnSpc>
                <a:spcPct val="173070"/>
              </a:lnSpc>
              <a:spcBef>
                <a:spcPts val="0"/>
              </a:spcBef>
              <a:spcAft>
                <a:spcPts val="0"/>
              </a:spcAft>
              <a:buClr>
                <a:srgbClr val="000000"/>
              </a:buClr>
              <a:buSzPts val="3925"/>
            </a:pPr>
            <a:r>
              <a:rPr lang="es-GT" sz="2800" b="0" i="0" u="none" strike="noStrike" cap="none" noProof="0" dirty="0">
                <a:solidFill>
                  <a:srgbClr val="131416"/>
                </a:solidFill>
                <a:latin typeface="Arial"/>
                <a:ea typeface="Arial"/>
                <a:cs typeface="Arial"/>
                <a:sym typeface="Arial"/>
              </a:rPr>
              <a:t>	- Incremento en ventas</a:t>
            </a:r>
          </a:p>
          <a:p>
            <a:pPr marR="0" lvl="0" algn="l" rtl="0">
              <a:lnSpc>
                <a:spcPct val="173070"/>
              </a:lnSpc>
              <a:spcBef>
                <a:spcPts val="0"/>
              </a:spcBef>
              <a:spcAft>
                <a:spcPts val="0"/>
              </a:spcAft>
              <a:buClr>
                <a:srgbClr val="000000"/>
              </a:buClr>
              <a:buSzPts val="3925"/>
            </a:pPr>
            <a:r>
              <a:rPr lang="es-GT" sz="2800" dirty="0">
                <a:solidFill>
                  <a:srgbClr val="131416"/>
                </a:solidFill>
              </a:rPr>
              <a:t>	- Alta fidelización</a:t>
            </a:r>
          </a:p>
          <a:p>
            <a:pPr marR="0" lvl="0" algn="l" rtl="0">
              <a:lnSpc>
                <a:spcPct val="173070"/>
              </a:lnSpc>
              <a:spcBef>
                <a:spcPts val="0"/>
              </a:spcBef>
              <a:spcAft>
                <a:spcPts val="0"/>
              </a:spcAft>
              <a:buClr>
                <a:srgbClr val="000000"/>
              </a:buClr>
              <a:buSzPts val="3925"/>
            </a:pPr>
            <a:r>
              <a:rPr lang="es-GT" sz="2800" b="0" i="0" u="none" strike="noStrike" cap="none" noProof="0" dirty="0">
                <a:solidFill>
                  <a:srgbClr val="131416"/>
                </a:solidFill>
                <a:latin typeface="Arial"/>
                <a:ea typeface="Arial"/>
                <a:cs typeface="Arial"/>
                <a:sym typeface="Arial"/>
              </a:rPr>
              <a:t>	- Optimización</a:t>
            </a:r>
            <a:r>
              <a:rPr lang="es-GT" sz="2800" dirty="0">
                <a:solidFill>
                  <a:srgbClr val="131416"/>
                </a:solidFill>
              </a:rPr>
              <a:t> logística y de inventarios</a:t>
            </a:r>
            <a:endParaRPr lang="es-GT" sz="2800" b="0" i="0" u="none" strike="noStrike" cap="none" noProof="0" dirty="0">
              <a:solidFill>
                <a:srgbClr val="131416"/>
              </a:solidFill>
              <a:latin typeface="Arial"/>
              <a:ea typeface="Arial"/>
              <a:cs typeface="Arial"/>
              <a:sym typeface="Arial"/>
            </a:endParaRPr>
          </a:p>
          <a:p>
            <a:pPr marR="0" lvl="0" algn="l" rtl="0">
              <a:lnSpc>
                <a:spcPct val="173070"/>
              </a:lnSpc>
              <a:spcBef>
                <a:spcPts val="0"/>
              </a:spcBef>
              <a:spcAft>
                <a:spcPts val="0"/>
              </a:spcAft>
              <a:buClr>
                <a:srgbClr val="000000"/>
              </a:buClr>
              <a:buSzPts val="3925"/>
            </a:pPr>
            <a:endParaRPr lang="es-GT" sz="3925" b="0" i="0" u="none" strike="noStrike" cap="none" noProof="0" dirty="0">
              <a:solidFill>
                <a:srgbClr val="131416"/>
              </a:solidFill>
              <a:latin typeface="Arial"/>
              <a:ea typeface="Arial"/>
              <a:cs typeface="Arial"/>
              <a:sym typeface="Arial"/>
            </a:endParaRPr>
          </a:p>
        </p:txBody>
      </p:sp>
      <p:sp>
        <p:nvSpPr>
          <p:cNvPr id="155" name="Google Shape;155;p4">
            <a:extLst>
              <a:ext uri="{FF2B5EF4-FFF2-40B4-BE49-F238E27FC236}">
                <a16:creationId xmlns:a16="http://schemas.microsoft.com/office/drawing/2014/main" id="{10354F08-1174-D6AE-ED5A-A51398F61050}"/>
              </a:ext>
            </a:extLst>
          </p:cNvPr>
          <p:cNvSpPr txBox="1"/>
          <p:nvPr/>
        </p:nvSpPr>
        <p:spPr>
          <a:xfrm>
            <a:off x="1374889" y="654364"/>
            <a:ext cx="13991100" cy="1060418"/>
          </a:xfrm>
          <a:prstGeom prst="rect">
            <a:avLst/>
          </a:prstGeom>
          <a:noFill/>
          <a:ln>
            <a:noFill/>
          </a:ln>
        </p:spPr>
        <p:txBody>
          <a:bodyPr spcFirstLastPara="1" wrap="square" lIns="0" tIns="0" rIns="0" bIns="0" anchor="t" anchorCtr="0">
            <a:spAutoFit/>
          </a:bodyPr>
          <a:lstStyle/>
          <a:p>
            <a:pPr marL="0" marR="0" lvl="0" indent="0" algn="just" rtl="0">
              <a:lnSpc>
                <a:spcPct val="112987"/>
              </a:lnSpc>
              <a:spcBef>
                <a:spcPts val="0"/>
              </a:spcBef>
              <a:spcAft>
                <a:spcPts val="0"/>
              </a:spcAft>
              <a:buClr>
                <a:srgbClr val="000000"/>
              </a:buClr>
              <a:buSzPts val="6098"/>
              <a:buFont typeface="Arial"/>
              <a:buNone/>
            </a:pPr>
            <a:r>
              <a:rPr lang="es-GT" sz="6098" b="0" i="0" u="none" strike="noStrike" cap="none" noProof="0" dirty="0">
                <a:solidFill>
                  <a:srgbClr val="131416"/>
                </a:solidFill>
                <a:latin typeface="Impact"/>
                <a:ea typeface="Impact"/>
                <a:cs typeface="Impact"/>
                <a:sym typeface="Impact"/>
              </a:rPr>
              <a:t>Ejemplos de </a:t>
            </a:r>
            <a:r>
              <a:rPr lang="es-GT" sz="6098" b="0" i="0" u="none" strike="noStrike" cap="none" noProof="0" dirty="0" err="1">
                <a:solidFill>
                  <a:srgbClr val="131416"/>
                </a:solidFill>
                <a:latin typeface="Impact"/>
                <a:ea typeface="Impact"/>
                <a:cs typeface="Impact"/>
                <a:sym typeface="Impact"/>
              </a:rPr>
              <a:t>exito</a:t>
            </a:r>
            <a:endParaRPr lang="es-GT" sz="1400" b="0" i="0" u="none" strike="noStrike" cap="none" noProof="0" dirty="0">
              <a:solidFill>
                <a:srgbClr val="000000"/>
              </a:solidFill>
              <a:latin typeface="Impact"/>
              <a:ea typeface="Impact"/>
              <a:cs typeface="Impact"/>
              <a:sym typeface="Impact"/>
            </a:endParaRPr>
          </a:p>
        </p:txBody>
      </p:sp>
      <p:sp>
        <p:nvSpPr>
          <p:cNvPr id="156" name="Google Shape;156;p4">
            <a:extLst>
              <a:ext uri="{FF2B5EF4-FFF2-40B4-BE49-F238E27FC236}">
                <a16:creationId xmlns:a16="http://schemas.microsoft.com/office/drawing/2014/main" id="{1A27144D-D95E-FF45-5694-9BD5871C967F}"/>
              </a:ext>
            </a:extLst>
          </p:cNvPr>
          <p:cNvSpPr/>
          <p:nvPr/>
        </p:nvSpPr>
        <p:spPr>
          <a:xfrm>
            <a:off x="13447195" y="5334021"/>
            <a:ext cx="4626468" cy="4575998"/>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Tree>
    <p:extLst>
      <p:ext uri="{BB962C8B-B14F-4D97-AF65-F5344CB8AC3E}">
        <p14:creationId xmlns:p14="http://schemas.microsoft.com/office/powerpoint/2010/main" val="334257360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1FDC78CC-929D-B171-D769-4DF7D0C58BC5}"/>
            </a:ext>
          </a:extLst>
        </p:cNvPr>
        <p:cNvGrpSpPr/>
        <p:nvPr/>
      </p:nvGrpSpPr>
      <p:grpSpPr>
        <a:xfrm>
          <a:off x="0" y="0"/>
          <a:ext cx="0" cy="0"/>
          <a:chOff x="0" y="0"/>
          <a:chExt cx="0" cy="0"/>
        </a:xfrm>
      </p:grpSpPr>
      <p:sp>
        <p:nvSpPr>
          <p:cNvPr id="154" name="Google Shape;154;p4">
            <a:extLst>
              <a:ext uri="{FF2B5EF4-FFF2-40B4-BE49-F238E27FC236}">
                <a16:creationId xmlns:a16="http://schemas.microsoft.com/office/drawing/2014/main" id="{BE5D164C-1E3D-14C9-05D0-2BAACC35D12E}"/>
              </a:ext>
            </a:extLst>
          </p:cNvPr>
          <p:cNvSpPr txBox="1"/>
          <p:nvPr/>
        </p:nvSpPr>
        <p:spPr>
          <a:xfrm>
            <a:off x="1002001" y="1416197"/>
            <a:ext cx="12625499" cy="7454605"/>
          </a:xfrm>
          <a:prstGeom prst="rect">
            <a:avLst/>
          </a:prstGeom>
          <a:noFill/>
          <a:ln>
            <a:noFill/>
          </a:ln>
        </p:spPr>
        <p:txBody>
          <a:bodyPr spcFirstLastPara="1" wrap="square" lIns="0" tIns="0" rIns="0" bIns="0" anchor="t" anchorCtr="0">
            <a:spAutoFit/>
          </a:bodyPr>
          <a:lstStyle/>
          <a:p>
            <a:pPr marL="571500" marR="0" lvl="0" indent="-571500" algn="l" rtl="0">
              <a:lnSpc>
                <a:spcPct val="173070"/>
              </a:lnSpc>
              <a:spcBef>
                <a:spcPts val="0"/>
              </a:spcBef>
              <a:spcAft>
                <a:spcPts val="0"/>
              </a:spcAft>
              <a:buClr>
                <a:srgbClr val="000000"/>
              </a:buClr>
              <a:buSzPts val="3925"/>
              <a:buFont typeface="Arial" panose="020B0604020202020204" pitchFamily="34" charset="0"/>
              <a:buChar char="•"/>
            </a:pPr>
            <a:r>
              <a:rPr lang="es-GT" sz="2800" b="0" i="0" u="none" strike="noStrike" cap="none" noProof="0" dirty="0">
                <a:solidFill>
                  <a:srgbClr val="131416"/>
                </a:solidFill>
                <a:latin typeface="Arial"/>
                <a:ea typeface="Arial"/>
                <a:cs typeface="Arial"/>
                <a:sym typeface="Arial"/>
              </a:rPr>
              <a:t>Netflix</a:t>
            </a:r>
            <a:endParaRPr lang="es-GT" sz="2800" dirty="0"/>
          </a:p>
          <a:p>
            <a:pPr marR="0" lvl="0" algn="l" rtl="0">
              <a:lnSpc>
                <a:spcPct val="173070"/>
              </a:lnSpc>
              <a:spcBef>
                <a:spcPts val="0"/>
              </a:spcBef>
              <a:spcAft>
                <a:spcPts val="0"/>
              </a:spcAft>
              <a:buClr>
                <a:srgbClr val="000000"/>
              </a:buClr>
              <a:buSzPts val="3925"/>
            </a:pPr>
            <a:r>
              <a:rPr lang="es-GT" sz="2800" b="0" i="0" u="none" strike="noStrike" cap="none" noProof="0" dirty="0">
                <a:solidFill>
                  <a:srgbClr val="131416"/>
                </a:solidFill>
                <a:latin typeface="Arial"/>
                <a:ea typeface="Arial"/>
                <a:cs typeface="Arial"/>
                <a:sym typeface="Arial"/>
              </a:rPr>
              <a:t>	Estrategia:</a:t>
            </a:r>
          </a:p>
          <a:p>
            <a:pPr marR="0" lvl="0" algn="l" rtl="0">
              <a:lnSpc>
                <a:spcPct val="173070"/>
              </a:lnSpc>
              <a:spcBef>
                <a:spcPts val="0"/>
              </a:spcBef>
              <a:spcAft>
                <a:spcPts val="0"/>
              </a:spcAft>
              <a:buClr>
                <a:srgbClr val="000000"/>
              </a:buClr>
              <a:buSzPts val="3925"/>
            </a:pPr>
            <a:r>
              <a:rPr lang="es-GT" sz="2800" dirty="0">
                <a:solidFill>
                  <a:srgbClr val="131416"/>
                </a:solidFill>
              </a:rPr>
              <a:t>	- </a:t>
            </a:r>
            <a:r>
              <a:rPr lang="es-GT" sz="2800" b="0" i="0" u="none" strike="noStrike" cap="none" noProof="0" dirty="0">
                <a:solidFill>
                  <a:srgbClr val="131416"/>
                </a:solidFill>
                <a:latin typeface="Arial"/>
                <a:ea typeface="Arial"/>
                <a:cs typeface="Arial"/>
                <a:sym typeface="Arial"/>
              </a:rPr>
              <a:t>Análisis de hábitos de consumo</a:t>
            </a:r>
          </a:p>
          <a:p>
            <a:pPr marR="0" lvl="0" algn="l" rtl="0">
              <a:lnSpc>
                <a:spcPct val="173070"/>
              </a:lnSpc>
              <a:spcBef>
                <a:spcPts val="0"/>
              </a:spcBef>
              <a:spcAft>
                <a:spcPts val="0"/>
              </a:spcAft>
              <a:buClr>
                <a:srgbClr val="000000"/>
              </a:buClr>
              <a:buSzPts val="3925"/>
            </a:pPr>
            <a:r>
              <a:rPr lang="es-GT" sz="2800" dirty="0">
                <a:solidFill>
                  <a:srgbClr val="131416"/>
                </a:solidFill>
              </a:rPr>
              <a:t>	- UX personalizada</a:t>
            </a:r>
          </a:p>
          <a:p>
            <a:pPr marR="0" lvl="0" algn="l" rtl="0">
              <a:lnSpc>
                <a:spcPct val="173070"/>
              </a:lnSpc>
              <a:spcBef>
                <a:spcPts val="0"/>
              </a:spcBef>
              <a:spcAft>
                <a:spcPts val="0"/>
              </a:spcAft>
              <a:buClr>
                <a:srgbClr val="000000"/>
              </a:buClr>
              <a:buSzPts val="3925"/>
            </a:pPr>
            <a:r>
              <a:rPr lang="es-GT" sz="2800" b="0" i="0" u="none" strike="noStrike" cap="none" noProof="0" dirty="0">
                <a:solidFill>
                  <a:srgbClr val="131416"/>
                </a:solidFill>
                <a:latin typeface="Arial"/>
                <a:ea typeface="Arial"/>
                <a:cs typeface="Arial"/>
                <a:sym typeface="Arial"/>
              </a:rPr>
              <a:t>	- IA para recomendaciones</a:t>
            </a:r>
          </a:p>
          <a:p>
            <a:pPr marR="0" lvl="0" algn="l" rtl="0">
              <a:lnSpc>
                <a:spcPct val="173070"/>
              </a:lnSpc>
              <a:spcBef>
                <a:spcPts val="0"/>
              </a:spcBef>
              <a:spcAft>
                <a:spcPts val="0"/>
              </a:spcAft>
              <a:buClr>
                <a:srgbClr val="000000"/>
              </a:buClr>
              <a:buSzPts val="3925"/>
            </a:pPr>
            <a:r>
              <a:rPr lang="es-GT" sz="2800" dirty="0">
                <a:solidFill>
                  <a:srgbClr val="131416"/>
                </a:solidFill>
              </a:rPr>
              <a:t>	</a:t>
            </a:r>
          </a:p>
          <a:p>
            <a:pPr marR="0" lvl="0" algn="l" rtl="0">
              <a:lnSpc>
                <a:spcPct val="173070"/>
              </a:lnSpc>
              <a:spcBef>
                <a:spcPts val="0"/>
              </a:spcBef>
              <a:spcAft>
                <a:spcPts val="0"/>
              </a:spcAft>
              <a:buClr>
                <a:srgbClr val="000000"/>
              </a:buClr>
              <a:buSzPts val="3925"/>
            </a:pPr>
            <a:r>
              <a:rPr lang="es-GT" sz="2800" b="0" i="0" u="none" strike="noStrike" cap="none" noProof="0" dirty="0">
                <a:solidFill>
                  <a:srgbClr val="131416"/>
                </a:solidFill>
                <a:latin typeface="Arial"/>
                <a:ea typeface="Arial"/>
                <a:cs typeface="Arial"/>
                <a:sym typeface="Arial"/>
              </a:rPr>
              <a:t>	Resultados</a:t>
            </a:r>
          </a:p>
          <a:p>
            <a:pPr marR="0" lvl="0" algn="l" rtl="0">
              <a:lnSpc>
                <a:spcPct val="173070"/>
              </a:lnSpc>
              <a:spcBef>
                <a:spcPts val="0"/>
              </a:spcBef>
              <a:spcAft>
                <a:spcPts val="0"/>
              </a:spcAft>
              <a:buClr>
                <a:srgbClr val="000000"/>
              </a:buClr>
              <a:buSzPts val="3925"/>
            </a:pPr>
            <a:r>
              <a:rPr lang="es-GT" sz="2800" dirty="0">
                <a:solidFill>
                  <a:srgbClr val="131416"/>
                </a:solidFill>
              </a:rPr>
              <a:t>	- Reducción del abandono</a:t>
            </a:r>
          </a:p>
          <a:p>
            <a:pPr marR="0" lvl="0" algn="l" rtl="0">
              <a:lnSpc>
                <a:spcPct val="173070"/>
              </a:lnSpc>
              <a:spcBef>
                <a:spcPts val="0"/>
              </a:spcBef>
              <a:spcAft>
                <a:spcPts val="0"/>
              </a:spcAft>
              <a:buClr>
                <a:srgbClr val="000000"/>
              </a:buClr>
              <a:buSzPts val="3925"/>
            </a:pPr>
            <a:r>
              <a:rPr lang="es-GT" sz="2800" b="0" i="0" u="none" strike="noStrike" cap="none" noProof="0" dirty="0">
                <a:solidFill>
                  <a:srgbClr val="131416"/>
                </a:solidFill>
                <a:latin typeface="Arial"/>
                <a:ea typeface="Arial"/>
                <a:cs typeface="Arial"/>
                <a:sym typeface="Arial"/>
              </a:rPr>
              <a:t>	- Mayor tiempo de uso</a:t>
            </a:r>
          </a:p>
          <a:p>
            <a:pPr marR="0" lvl="0" algn="l" rtl="0">
              <a:lnSpc>
                <a:spcPct val="173070"/>
              </a:lnSpc>
              <a:spcBef>
                <a:spcPts val="0"/>
              </a:spcBef>
              <a:spcAft>
                <a:spcPts val="0"/>
              </a:spcAft>
              <a:buClr>
                <a:srgbClr val="000000"/>
              </a:buClr>
              <a:buSzPts val="3925"/>
            </a:pPr>
            <a:r>
              <a:rPr lang="es-GT" sz="2800" dirty="0">
                <a:solidFill>
                  <a:srgbClr val="131416"/>
                </a:solidFill>
              </a:rPr>
              <a:t>	- Decisiones basadas en datos reales</a:t>
            </a:r>
            <a:endParaRPr lang="es-GT" sz="2800" b="0" i="0" u="none" strike="noStrike" cap="none" noProof="0" dirty="0">
              <a:solidFill>
                <a:srgbClr val="131416"/>
              </a:solidFill>
              <a:latin typeface="Arial"/>
              <a:ea typeface="Arial"/>
              <a:cs typeface="Arial"/>
              <a:sym typeface="Arial"/>
            </a:endParaRPr>
          </a:p>
        </p:txBody>
      </p:sp>
      <p:sp>
        <p:nvSpPr>
          <p:cNvPr id="156" name="Google Shape;156;p4">
            <a:extLst>
              <a:ext uri="{FF2B5EF4-FFF2-40B4-BE49-F238E27FC236}">
                <a16:creationId xmlns:a16="http://schemas.microsoft.com/office/drawing/2014/main" id="{F6609075-001E-6CCD-C33F-A584FBAA4806}"/>
              </a:ext>
            </a:extLst>
          </p:cNvPr>
          <p:cNvSpPr/>
          <p:nvPr/>
        </p:nvSpPr>
        <p:spPr>
          <a:xfrm>
            <a:off x="13447195" y="5334021"/>
            <a:ext cx="4626468" cy="4575998"/>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Tree>
    <p:extLst>
      <p:ext uri="{BB962C8B-B14F-4D97-AF65-F5344CB8AC3E}">
        <p14:creationId xmlns:p14="http://schemas.microsoft.com/office/powerpoint/2010/main" val="254849137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53">
          <a:extLst>
            <a:ext uri="{FF2B5EF4-FFF2-40B4-BE49-F238E27FC236}">
              <a16:creationId xmlns:a16="http://schemas.microsoft.com/office/drawing/2014/main" id="{C2C739D1-D795-9240-75BE-0E6F5104584E}"/>
            </a:ext>
          </a:extLst>
        </p:cNvPr>
        <p:cNvGrpSpPr/>
        <p:nvPr/>
      </p:nvGrpSpPr>
      <p:grpSpPr>
        <a:xfrm>
          <a:off x="0" y="0"/>
          <a:ext cx="0" cy="0"/>
          <a:chOff x="0" y="0"/>
          <a:chExt cx="0" cy="0"/>
        </a:xfrm>
      </p:grpSpPr>
      <p:sp>
        <p:nvSpPr>
          <p:cNvPr id="154" name="Google Shape;154;p4">
            <a:extLst>
              <a:ext uri="{FF2B5EF4-FFF2-40B4-BE49-F238E27FC236}">
                <a16:creationId xmlns:a16="http://schemas.microsoft.com/office/drawing/2014/main" id="{85DD0B94-F5FC-E0AF-1B11-BF1E40600921}"/>
              </a:ext>
            </a:extLst>
          </p:cNvPr>
          <p:cNvSpPr txBox="1"/>
          <p:nvPr/>
        </p:nvSpPr>
        <p:spPr>
          <a:xfrm>
            <a:off x="821696" y="1416197"/>
            <a:ext cx="12625499" cy="7454605"/>
          </a:xfrm>
          <a:prstGeom prst="rect">
            <a:avLst/>
          </a:prstGeom>
          <a:noFill/>
          <a:ln>
            <a:noFill/>
          </a:ln>
        </p:spPr>
        <p:txBody>
          <a:bodyPr spcFirstLastPara="1" wrap="square" lIns="0" tIns="0" rIns="0" bIns="0" anchor="t" anchorCtr="0">
            <a:spAutoFit/>
          </a:bodyPr>
          <a:lstStyle/>
          <a:p>
            <a:pPr marL="571500" marR="0" lvl="0" indent="-571500" algn="l" rtl="0">
              <a:lnSpc>
                <a:spcPct val="173070"/>
              </a:lnSpc>
              <a:spcBef>
                <a:spcPts val="0"/>
              </a:spcBef>
              <a:spcAft>
                <a:spcPts val="0"/>
              </a:spcAft>
              <a:buClr>
                <a:srgbClr val="000000"/>
              </a:buClr>
              <a:buSzPts val="3925"/>
              <a:buFont typeface="Arial" panose="020B0604020202020204" pitchFamily="34" charset="0"/>
              <a:buChar char="•"/>
            </a:pPr>
            <a:r>
              <a:rPr lang="es-GT" sz="2800" b="0" i="0" u="none" strike="noStrike" cap="none" noProof="0" dirty="0">
                <a:solidFill>
                  <a:srgbClr val="131416"/>
                </a:solidFill>
                <a:latin typeface="Arial"/>
                <a:ea typeface="Arial"/>
                <a:cs typeface="Arial"/>
                <a:sym typeface="Arial"/>
              </a:rPr>
              <a:t>Starbucks</a:t>
            </a:r>
            <a:endParaRPr lang="es-GT" sz="2800" dirty="0"/>
          </a:p>
          <a:p>
            <a:pPr marR="0" lvl="0" algn="l" rtl="0">
              <a:lnSpc>
                <a:spcPct val="173070"/>
              </a:lnSpc>
              <a:spcBef>
                <a:spcPts val="0"/>
              </a:spcBef>
              <a:spcAft>
                <a:spcPts val="0"/>
              </a:spcAft>
              <a:buClr>
                <a:srgbClr val="000000"/>
              </a:buClr>
              <a:buSzPts val="3925"/>
            </a:pPr>
            <a:r>
              <a:rPr lang="es-GT" sz="2800" b="0" i="0" u="none" strike="noStrike" cap="none" noProof="0" dirty="0">
                <a:solidFill>
                  <a:srgbClr val="131416"/>
                </a:solidFill>
                <a:latin typeface="Arial"/>
                <a:ea typeface="Arial"/>
                <a:cs typeface="Arial"/>
                <a:sym typeface="Arial"/>
              </a:rPr>
              <a:t>	Uso del CRM:</a:t>
            </a:r>
          </a:p>
          <a:p>
            <a:pPr marR="0" lvl="0" algn="l" rtl="0">
              <a:lnSpc>
                <a:spcPct val="173070"/>
              </a:lnSpc>
              <a:spcBef>
                <a:spcPts val="0"/>
              </a:spcBef>
              <a:spcAft>
                <a:spcPts val="0"/>
              </a:spcAft>
              <a:buClr>
                <a:srgbClr val="000000"/>
              </a:buClr>
              <a:buSzPts val="3925"/>
            </a:pPr>
            <a:r>
              <a:rPr lang="es-GT" sz="2800" dirty="0">
                <a:solidFill>
                  <a:srgbClr val="131416"/>
                </a:solidFill>
              </a:rPr>
              <a:t>	- </a:t>
            </a:r>
            <a:r>
              <a:rPr lang="es-GT" sz="2800" b="0" i="0" u="none" strike="noStrike" cap="none" noProof="0" dirty="0">
                <a:solidFill>
                  <a:srgbClr val="131416"/>
                </a:solidFill>
                <a:latin typeface="Arial"/>
                <a:ea typeface="Arial"/>
                <a:cs typeface="Arial"/>
                <a:sym typeface="Arial"/>
              </a:rPr>
              <a:t>Programa de fidelización</a:t>
            </a:r>
          </a:p>
          <a:p>
            <a:pPr marR="0" lvl="0" algn="l" rtl="0">
              <a:lnSpc>
                <a:spcPct val="173070"/>
              </a:lnSpc>
              <a:spcBef>
                <a:spcPts val="0"/>
              </a:spcBef>
              <a:spcAft>
                <a:spcPts val="0"/>
              </a:spcAft>
              <a:buClr>
                <a:srgbClr val="000000"/>
              </a:buClr>
              <a:buSzPts val="3925"/>
            </a:pPr>
            <a:r>
              <a:rPr lang="es-GT" sz="2800" dirty="0">
                <a:solidFill>
                  <a:srgbClr val="131416"/>
                </a:solidFill>
              </a:rPr>
              <a:t>	- App móvil integrada</a:t>
            </a:r>
          </a:p>
          <a:p>
            <a:pPr marR="0" lvl="0" algn="l" rtl="0">
              <a:lnSpc>
                <a:spcPct val="173070"/>
              </a:lnSpc>
              <a:spcBef>
                <a:spcPts val="0"/>
              </a:spcBef>
              <a:spcAft>
                <a:spcPts val="0"/>
              </a:spcAft>
              <a:buClr>
                <a:srgbClr val="000000"/>
              </a:buClr>
              <a:buSzPts val="3925"/>
            </a:pPr>
            <a:r>
              <a:rPr lang="es-GT" sz="2800" b="0" i="0" u="none" strike="noStrike" cap="none" noProof="0" dirty="0">
                <a:solidFill>
                  <a:srgbClr val="131416"/>
                </a:solidFill>
                <a:latin typeface="Arial"/>
                <a:ea typeface="Arial"/>
                <a:cs typeface="Arial"/>
                <a:sym typeface="Arial"/>
              </a:rPr>
              <a:t>	- Ofertas personalizadas</a:t>
            </a:r>
          </a:p>
          <a:p>
            <a:pPr marR="0" lvl="0" algn="l" rtl="0">
              <a:lnSpc>
                <a:spcPct val="173070"/>
              </a:lnSpc>
              <a:spcBef>
                <a:spcPts val="0"/>
              </a:spcBef>
              <a:spcAft>
                <a:spcPts val="0"/>
              </a:spcAft>
              <a:buClr>
                <a:srgbClr val="000000"/>
              </a:buClr>
              <a:buSzPts val="3925"/>
            </a:pPr>
            <a:r>
              <a:rPr lang="es-GT" sz="2800" dirty="0">
                <a:solidFill>
                  <a:srgbClr val="131416"/>
                </a:solidFill>
              </a:rPr>
              <a:t>	</a:t>
            </a:r>
          </a:p>
          <a:p>
            <a:pPr marR="0" lvl="0" algn="l" rtl="0">
              <a:lnSpc>
                <a:spcPct val="173070"/>
              </a:lnSpc>
              <a:spcBef>
                <a:spcPts val="0"/>
              </a:spcBef>
              <a:spcAft>
                <a:spcPts val="0"/>
              </a:spcAft>
              <a:buClr>
                <a:srgbClr val="000000"/>
              </a:buClr>
              <a:buSzPts val="3925"/>
            </a:pPr>
            <a:r>
              <a:rPr lang="es-GT" sz="2800" b="0" i="0" u="none" strike="noStrike" cap="none" noProof="0" dirty="0">
                <a:solidFill>
                  <a:srgbClr val="131416"/>
                </a:solidFill>
                <a:latin typeface="Arial"/>
                <a:ea typeface="Arial"/>
                <a:cs typeface="Arial"/>
                <a:sym typeface="Arial"/>
              </a:rPr>
              <a:t>	Resultados</a:t>
            </a:r>
          </a:p>
          <a:p>
            <a:pPr marR="0" lvl="0" algn="l" rtl="0">
              <a:lnSpc>
                <a:spcPct val="173070"/>
              </a:lnSpc>
              <a:spcBef>
                <a:spcPts val="0"/>
              </a:spcBef>
              <a:spcAft>
                <a:spcPts val="0"/>
              </a:spcAft>
              <a:buClr>
                <a:srgbClr val="000000"/>
              </a:buClr>
              <a:buSzPts val="3925"/>
            </a:pPr>
            <a:r>
              <a:rPr lang="es-GT" sz="2800" dirty="0">
                <a:solidFill>
                  <a:srgbClr val="131416"/>
                </a:solidFill>
              </a:rPr>
              <a:t>	- Aumento de compra</a:t>
            </a:r>
          </a:p>
          <a:p>
            <a:pPr marR="0" lvl="0" algn="l" rtl="0">
              <a:lnSpc>
                <a:spcPct val="173070"/>
              </a:lnSpc>
              <a:spcBef>
                <a:spcPts val="0"/>
              </a:spcBef>
              <a:spcAft>
                <a:spcPts val="0"/>
              </a:spcAft>
              <a:buClr>
                <a:srgbClr val="000000"/>
              </a:buClr>
              <a:buSzPts val="3925"/>
            </a:pPr>
            <a:r>
              <a:rPr lang="es-GT" sz="2800" b="0" i="0" u="none" strike="noStrike" cap="none" noProof="0" dirty="0">
                <a:solidFill>
                  <a:srgbClr val="131416"/>
                </a:solidFill>
                <a:latin typeface="Arial"/>
                <a:ea typeface="Arial"/>
                <a:cs typeface="Arial"/>
                <a:sym typeface="Arial"/>
              </a:rPr>
              <a:t>	- Mejor conocimiento del cliente</a:t>
            </a:r>
          </a:p>
          <a:p>
            <a:pPr marR="0" lvl="0" algn="l" rtl="0">
              <a:lnSpc>
                <a:spcPct val="173070"/>
              </a:lnSpc>
              <a:spcBef>
                <a:spcPts val="0"/>
              </a:spcBef>
              <a:spcAft>
                <a:spcPts val="0"/>
              </a:spcAft>
              <a:buClr>
                <a:srgbClr val="000000"/>
              </a:buClr>
              <a:buSzPts val="3925"/>
            </a:pPr>
            <a:r>
              <a:rPr lang="es-GT" sz="2800" dirty="0">
                <a:solidFill>
                  <a:srgbClr val="131416"/>
                </a:solidFill>
              </a:rPr>
              <a:t>	- Optimización de campañas</a:t>
            </a:r>
            <a:endParaRPr lang="es-GT" sz="2800" b="0" i="0" u="none" strike="noStrike" cap="none" noProof="0" dirty="0">
              <a:solidFill>
                <a:srgbClr val="131416"/>
              </a:solidFill>
              <a:latin typeface="Arial"/>
              <a:ea typeface="Arial"/>
              <a:cs typeface="Arial"/>
              <a:sym typeface="Arial"/>
            </a:endParaRPr>
          </a:p>
        </p:txBody>
      </p:sp>
      <p:sp>
        <p:nvSpPr>
          <p:cNvPr id="156" name="Google Shape;156;p4">
            <a:extLst>
              <a:ext uri="{FF2B5EF4-FFF2-40B4-BE49-F238E27FC236}">
                <a16:creationId xmlns:a16="http://schemas.microsoft.com/office/drawing/2014/main" id="{686D52FB-B895-22E7-FB77-DA05408E9198}"/>
              </a:ext>
            </a:extLst>
          </p:cNvPr>
          <p:cNvSpPr/>
          <p:nvPr/>
        </p:nvSpPr>
        <p:spPr>
          <a:xfrm>
            <a:off x="13447195" y="5334021"/>
            <a:ext cx="4626468" cy="4575998"/>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Tree>
    <p:extLst>
      <p:ext uri="{BB962C8B-B14F-4D97-AF65-F5344CB8AC3E}">
        <p14:creationId xmlns:p14="http://schemas.microsoft.com/office/powerpoint/2010/main" val="402016232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6"/>
          <p:cNvSpPr txBox="1"/>
          <p:nvPr/>
        </p:nvSpPr>
        <p:spPr>
          <a:xfrm>
            <a:off x="2507390" y="1000125"/>
            <a:ext cx="13503300" cy="1062000"/>
          </a:xfrm>
          <a:prstGeom prst="rect">
            <a:avLst/>
          </a:prstGeom>
          <a:noFill/>
          <a:ln>
            <a:noFill/>
          </a:ln>
        </p:spPr>
        <p:txBody>
          <a:bodyPr spcFirstLastPara="1" wrap="square" lIns="0" tIns="0" rIns="0" bIns="0" anchor="t" anchorCtr="0">
            <a:spAutoFit/>
          </a:bodyPr>
          <a:lstStyle/>
          <a:p>
            <a:pPr marL="0" marR="0" lvl="0" indent="0" algn="ctr" rtl="0">
              <a:lnSpc>
                <a:spcPct val="113000"/>
              </a:lnSpc>
              <a:spcBef>
                <a:spcPts val="0"/>
              </a:spcBef>
              <a:spcAft>
                <a:spcPts val="0"/>
              </a:spcAft>
              <a:buClr>
                <a:srgbClr val="000000"/>
              </a:buClr>
              <a:buSzPts val="6900"/>
              <a:buFont typeface="Arial"/>
              <a:buNone/>
            </a:pPr>
            <a:r>
              <a:rPr lang="es-GT" sz="6900" b="0" i="0" u="none" strike="noStrike" cap="none" noProof="0" dirty="0">
                <a:solidFill>
                  <a:srgbClr val="131416"/>
                </a:solidFill>
                <a:latin typeface="Impact"/>
                <a:ea typeface="Impact"/>
                <a:cs typeface="Impact"/>
                <a:sym typeface="Impact"/>
              </a:rPr>
              <a:t>CONCEPTOS CLAVE APRENDIDOS </a:t>
            </a:r>
            <a:endParaRPr lang="es-GT" sz="1400" b="0" i="0" u="none" strike="noStrike" cap="none" noProof="0" dirty="0">
              <a:solidFill>
                <a:srgbClr val="000000"/>
              </a:solidFill>
              <a:latin typeface="Impact"/>
              <a:ea typeface="Impact"/>
              <a:cs typeface="Impact"/>
              <a:sym typeface="Impact"/>
            </a:endParaRPr>
          </a:p>
        </p:txBody>
      </p:sp>
      <p:sp>
        <p:nvSpPr>
          <p:cNvPr id="164" name="Google Shape;164;p6"/>
          <p:cNvSpPr/>
          <p:nvPr/>
        </p:nvSpPr>
        <p:spPr>
          <a:xfrm>
            <a:off x="13447195" y="5334021"/>
            <a:ext cx="4626468" cy="4575998"/>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163" name="Google Shape;163;p6"/>
          <p:cNvSpPr txBox="1"/>
          <p:nvPr/>
        </p:nvSpPr>
        <p:spPr>
          <a:xfrm>
            <a:off x="1372260" y="2688855"/>
            <a:ext cx="15994407" cy="3394199"/>
          </a:xfrm>
          <a:prstGeom prst="rect">
            <a:avLst/>
          </a:prstGeom>
          <a:noFill/>
          <a:ln>
            <a:noFill/>
          </a:ln>
        </p:spPr>
        <p:txBody>
          <a:bodyPr spcFirstLastPara="1" wrap="square" lIns="0" tIns="0" rIns="0" bIns="0" anchor="t" anchorCtr="0">
            <a:spAutoFit/>
          </a:bodyPr>
          <a:lstStyle/>
          <a:p>
            <a:pPr marL="0" marR="0" lvl="0" indent="0" algn="ctr" rtl="0">
              <a:lnSpc>
                <a:spcPct val="140019"/>
              </a:lnSpc>
              <a:spcBef>
                <a:spcPts val="0"/>
              </a:spcBef>
              <a:spcAft>
                <a:spcPts val="0"/>
              </a:spcAft>
              <a:buClr>
                <a:srgbClr val="000000"/>
              </a:buClr>
              <a:buSzPts val="3151"/>
              <a:buFont typeface="Arial"/>
              <a:buNone/>
            </a:pPr>
            <a:r>
              <a:rPr lang="es-GT" sz="3151" dirty="0">
                <a:solidFill>
                  <a:srgbClr val="131416"/>
                </a:solidFill>
              </a:rPr>
              <a:t>Un sistema CRM es de beneficio para llevar un control organizado de toda la información del cliente y la cual puede realizar algún aporte para mejorar las distintas áreas de la empresa así como la atención al cliente.</a:t>
            </a:r>
          </a:p>
          <a:p>
            <a:pPr marL="0" marR="0" lvl="0" indent="0" algn="ctr" rtl="0">
              <a:lnSpc>
                <a:spcPct val="140019"/>
              </a:lnSpc>
              <a:spcBef>
                <a:spcPts val="0"/>
              </a:spcBef>
              <a:spcAft>
                <a:spcPts val="0"/>
              </a:spcAft>
              <a:buClr>
                <a:srgbClr val="000000"/>
              </a:buClr>
              <a:buSzPts val="3151"/>
              <a:buFont typeface="Arial"/>
              <a:buNone/>
            </a:pPr>
            <a:r>
              <a:rPr lang="es-GT" sz="3151" b="0" i="0" u="none" strike="noStrike" cap="none" noProof="0" dirty="0">
                <a:solidFill>
                  <a:srgbClr val="131416"/>
                </a:solidFill>
                <a:latin typeface="Arial"/>
                <a:ea typeface="Arial"/>
                <a:cs typeface="Arial"/>
                <a:sym typeface="Arial"/>
              </a:rPr>
              <a:t>Al contar con un sistema de </a:t>
            </a:r>
            <a:r>
              <a:rPr lang="es-GT" sz="3151" dirty="0">
                <a:solidFill>
                  <a:srgbClr val="131416"/>
                </a:solidFill>
              </a:rPr>
              <a:t>CRM integrado con un ERP los beneficios obtenidos se incrementan debido a la comunicación que existe entre ambas</a:t>
            </a:r>
            <a:endParaRPr lang="es-GT" sz="1400" b="0" i="0" u="none" strike="noStrike" cap="none" noProof="0" dirty="0">
              <a:solidFill>
                <a:srgbClr val="000000"/>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7"/>
          <p:cNvSpPr txBox="1"/>
          <p:nvPr/>
        </p:nvSpPr>
        <p:spPr>
          <a:xfrm>
            <a:off x="2507390" y="1000125"/>
            <a:ext cx="13503300" cy="1199880"/>
          </a:xfrm>
          <a:prstGeom prst="rect">
            <a:avLst/>
          </a:prstGeom>
          <a:noFill/>
          <a:ln>
            <a:noFill/>
          </a:ln>
        </p:spPr>
        <p:txBody>
          <a:bodyPr spcFirstLastPara="1" wrap="square" lIns="0" tIns="0" rIns="0" bIns="0" anchor="t" anchorCtr="0">
            <a:spAutoFit/>
          </a:bodyPr>
          <a:lstStyle/>
          <a:p>
            <a:pPr marL="0" marR="0" lvl="0" indent="0" algn="ctr" rtl="0">
              <a:lnSpc>
                <a:spcPct val="113000"/>
              </a:lnSpc>
              <a:spcBef>
                <a:spcPts val="0"/>
              </a:spcBef>
              <a:spcAft>
                <a:spcPts val="0"/>
              </a:spcAft>
              <a:buClr>
                <a:srgbClr val="000000"/>
              </a:buClr>
              <a:buSzPts val="6900"/>
              <a:buFont typeface="Arial"/>
              <a:buNone/>
            </a:pPr>
            <a:r>
              <a:rPr lang="es-GT" sz="6900" b="0" i="0" u="none" strike="noStrike" cap="none" noProof="0" dirty="0">
                <a:solidFill>
                  <a:srgbClr val="131416"/>
                </a:solidFill>
                <a:latin typeface="Impact"/>
                <a:ea typeface="Impact"/>
                <a:cs typeface="Impact"/>
                <a:sym typeface="Impact"/>
              </a:rPr>
              <a:t>Responsabilidad</a:t>
            </a:r>
            <a:endParaRPr lang="es-GT" sz="1400" b="0" i="0" u="none" strike="noStrike" cap="none" noProof="0" dirty="0">
              <a:solidFill>
                <a:srgbClr val="000000"/>
              </a:solidFill>
              <a:latin typeface="Impact"/>
              <a:ea typeface="Impact"/>
              <a:cs typeface="Impact"/>
              <a:sym typeface="Impact"/>
            </a:endParaRPr>
          </a:p>
        </p:txBody>
      </p:sp>
      <p:sp>
        <p:nvSpPr>
          <p:cNvPr id="171" name="Google Shape;171;p7"/>
          <p:cNvSpPr txBox="1"/>
          <p:nvPr/>
        </p:nvSpPr>
        <p:spPr>
          <a:xfrm>
            <a:off x="3948668" y="3414794"/>
            <a:ext cx="10620744" cy="2715359"/>
          </a:xfrm>
          <a:prstGeom prst="rect">
            <a:avLst/>
          </a:prstGeom>
          <a:noFill/>
          <a:ln>
            <a:noFill/>
          </a:ln>
        </p:spPr>
        <p:txBody>
          <a:bodyPr spcFirstLastPara="1" wrap="square" lIns="0" tIns="0" rIns="0" bIns="0" anchor="t" anchorCtr="0">
            <a:spAutoFit/>
          </a:bodyPr>
          <a:lstStyle/>
          <a:p>
            <a:pPr marL="0" marR="0" lvl="0" indent="0" algn="ctr" rtl="0">
              <a:lnSpc>
                <a:spcPct val="140019"/>
              </a:lnSpc>
              <a:spcBef>
                <a:spcPts val="0"/>
              </a:spcBef>
              <a:spcAft>
                <a:spcPts val="0"/>
              </a:spcAft>
              <a:buClr>
                <a:srgbClr val="000000"/>
              </a:buClr>
              <a:buSzPts val="3151"/>
              <a:buFont typeface="Arial"/>
              <a:buNone/>
            </a:pPr>
            <a:r>
              <a:rPr lang="es-GT" sz="3151" b="0" i="0" u="none" strike="noStrike" cap="none" noProof="0" dirty="0">
                <a:solidFill>
                  <a:srgbClr val="131416"/>
                </a:solidFill>
                <a:latin typeface="Arial"/>
                <a:ea typeface="Arial"/>
                <a:cs typeface="Arial"/>
                <a:sym typeface="Arial"/>
              </a:rPr>
              <a:t>En el estudio de tipos de CRM y su implementación, la responsabilidad se refleja en el uso adecuado de la información del cliente y en el cumplimiento de los procesos para mantener relaciones confiables.</a:t>
            </a:r>
            <a:endParaRPr lang="es-GT" sz="1400" b="0" i="0" u="none" strike="noStrike" cap="none" noProof="0" dirty="0">
              <a:solidFill>
                <a:srgbClr val="000000"/>
              </a:solidFill>
              <a:latin typeface="Arial"/>
              <a:ea typeface="Arial"/>
              <a:cs typeface="Arial"/>
              <a:sym typeface="Arial"/>
            </a:endParaRPr>
          </a:p>
        </p:txBody>
      </p:sp>
      <p:sp>
        <p:nvSpPr>
          <p:cNvPr id="172" name="Google Shape;172;p7"/>
          <p:cNvSpPr/>
          <p:nvPr/>
        </p:nvSpPr>
        <p:spPr>
          <a:xfrm>
            <a:off x="13838831" y="6130153"/>
            <a:ext cx="4234832" cy="3779865"/>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8"/>
          <p:cNvSpPr txBox="1"/>
          <p:nvPr/>
        </p:nvSpPr>
        <p:spPr>
          <a:xfrm>
            <a:off x="2507390" y="1000125"/>
            <a:ext cx="13503300" cy="1062000"/>
          </a:xfrm>
          <a:prstGeom prst="rect">
            <a:avLst/>
          </a:prstGeom>
          <a:noFill/>
          <a:ln>
            <a:noFill/>
          </a:ln>
        </p:spPr>
        <p:txBody>
          <a:bodyPr spcFirstLastPara="1" wrap="square" lIns="0" tIns="0" rIns="0" bIns="0" anchor="t" anchorCtr="0">
            <a:spAutoFit/>
          </a:bodyPr>
          <a:lstStyle/>
          <a:p>
            <a:pPr marL="0" marR="0" lvl="0" indent="0" algn="ctr" rtl="0">
              <a:lnSpc>
                <a:spcPct val="113000"/>
              </a:lnSpc>
              <a:spcBef>
                <a:spcPts val="0"/>
              </a:spcBef>
              <a:spcAft>
                <a:spcPts val="0"/>
              </a:spcAft>
              <a:buClr>
                <a:srgbClr val="000000"/>
              </a:buClr>
              <a:buSzPts val="6900"/>
              <a:buFont typeface="Arial"/>
              <a:buNone/>
            </a:pPr>
            <a:r>
              <a:rPr lang="es-GT" sz="6900" b="0" i="0" u="none" strike="noStrike" cap="none" noProof="0" dirty="0">
                <a:solidFill>
                  <a:srgbClr val="131416"/>
                </a:solidFill>
                <a:latin typeface="Impact"/>
                <a:ea typeface="Impact"/>
                <a:cs typeface="Impact"/>
                <a:sym typeface="Impact"/>
              </a:rPr>
              <a:t>REFERENCIAS </a:t>
            </a:r>
            <a:endParaRPr lang="es-GT" sz="1400" b="0" i="0" u="none" strike="noStrike" cap="none" noProof="0" dirty="0">
              <a:solidFill>
                <a:srgbClr val="000000"/>
              </a:solidFill>
              <a:latin typeface="Impact"/>
              <a:ea typeface="Impact"/>
              <a:cs typeface="Impact"/>
              <a:sym typeface="Impact"/>
            </a:endParaRPr>
          </a:p>
        </p:txBody>
      </p:sp>
      <p:sp>
        <p:nvSpPr>
          <p:cNvPr id="182" name="Google Shape;182;p8"/>
          <p:cNvSpPr/>
          <p:nvPr/>
        </p:nvSpPr>
        <p:spPr>
          <a:xfrm>
            <a:off x="14797825" y="6722771"/>
            <a:ext cx="3275838" cy="3187247"/>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pic>
        <p:nvPicPr>
          <p:cNvPr id="184" name="Google Shape;184;p8" title="Gemini_Generated_Image_k3gbyrk3gbyrk3gb.png"/>
          <p:cNvPicPr preferRelativeResize="0"/>
          <p:nvPr/>
        </p:nvPicPr>
        <p:blipFill rotWithShape="1">
          <a:blip r:embed="rId4">
            <a:alphaModFix/>
          </a:blip>
          <a:srcRect/>
          <a:stretch/>
        </p:blipFill>
        <p:spPr>
          <a:xfrm>
            <a:off x="0" y="0"/>
            <a:ext cx="7000174" cy="4361449"/>
          </a:xfrm>
          <a:prstGeom prst="rect">
            <a:avLst/>
          </a:prstGeom>
          <a:noFill/>
          <a:ln>
            <a:noFill/>
          </a:ln>
        </p:spPr>
      </p:pic>
      <p:sp>
        <p:nvSpPr>
          <p:cNvPr id="181" name="Google Shape;181;p8"/>
          <p:cNvSpPr txBox="1"/>
          <p:nvPr/>
        </p:nvSpPr>
        <p:spPr>
          <a:xfrm>
            <a:off x="1738805" y="4456073"/>
            <a:ext cx="13728721" cy="4470647"/>
          </a:xfrm>
          <a:prstGeom prst="rect">
            <a:avLst/>
          </a:prstGeom>
          <a:noFill/>
          <a:ln>
            <a:noFill/>
          </a:ln>
        </p:spPr>
        <p:txBody>
          <a:bodyPr spcFirstLastPara="1" wrap="square" lIns="0" tIns="0" rIns="0" bIns="0" anchor="t" anchorCtr="0">
            <a:spAutoFit/>
          </a:bodyPr>
          <a:lstStyle/>
          <a:p>
            <a:pPr marL="285750" marR="0" lvl="0" indent="-285750" rtl="0">
              <a:lnSpc>
                <a:spcPct val="140019"/>
              </a:lnSpc>
              <a:spcBef>
                <a:spcPts val="0"/>
              </a:spcBef>
              <a:spcAft>
                <a:spcPts val="0"/>
              </a:spcAft>
              <a:buClr>
                <a:srgbClr val="000000"/>
              </a:buClr>
              <a:buSzPts val="3151"/>
              <a:buFont typeface="Arial" panose="020B0604020202020204" pitchFamily="34" charset="0"/>
              <a:buChar char="•"/>
            </a:pPr>
            <a:r>
              <a:rPr lang="es-ES" sz="1600" b="0" i="0" u="none" strike="noStrike" cap="none" noProof="0" dirty="0">
                <a:solidFill>
                  <a:srgbClr val="131416"/>
                </a:solidFill>
                <a:latin typeface="Arial"/>
                <a:ea typeface="Arial"/>
                <a:cs typeface="Arial"/>
                <a:sym typeface="Arial"/>
              </a:rPr>
              <a:t>Latina, C. (01 de Febrero de 2025). Rediseño Integral de un CRM para optimizar Funcionalidad, Usabilidad y Experiencia del Usuario. Obtenido de Ciencia Latina: https://ciencialatina.org/index.php/cienciala/article/view/15791</a:t>
            </a:r>
          </a:p>
          <a:p>
            <a:pPr marL="285750" marR="0" lvl="0" indent="-285750" rtl="0">
              <a:lnSpc>
                <a:spcPct val="140019"/>
              </a:lnSpc>
              <a:spcBef>
                <a:spcPts val="0"/>
              </a:spcBef>
              <a:spcAft>
                <a:spcPts val="0"/>
              </a:spcAft>
              <a:buClr>
                <a:srgbClr val="000000"/>
              </a:buClr>
              <a:buSzPts val="3151"/>
              <a:buFont typeface="Arial" panose="020B0604020202020204" pitchFamily="34" charset="0"/>
              <a:buChar char="•"/>
            </a:pPr>
            <a:r>
              <a:rPr lang="es-ES" sz="1600" b="0" i="0" u="none" strike="noStrike" cap="none" noProof="0" dirty="0">
                <a:solidFill>
                  <a:srgbClr val="131416"/>
                </a:solidFill>
                <a:latin typeface="Arial"/>
                <a:ea typeface="Arial"/>
                <a:cs typeface="Arial"/>
                <a:sym typeface="Arial"/>
              </a:rPr>
              <a:t>León, J. d. (17 de Julio de 2025). Integra tu CRM y ERP con un plan claro para alcanzar el éxito. Obtenido de ICX: https://blog.icx.co/es/crm/transformacion-digital/integra-tu-crm-y-erp-con-un-plan-claro-para-alcanzar-el-exito</a:t>
            </a:r>
          </a:p>
          <a:p>
            <a:pPr marL="285750" marR="0" lvl="0" indent="-285750" rtl="0">
              <a:lnSpc>
                <a:spcPct val="140019"/>
              </a:lnSpc>
              <a:spcBef>
                <a:spcPts val="0"/>
              </a:spcBef>
              <a:spcAft>
                <a:spcPts val="0"/>
              </a:spcAft>
              <a:buClr>
                <a:srgbClr val="000000"/>
              </a:buClr>
              <a:buSzPts val="3151"/>
              <a:buFont typeface="Arial" panose="020B0604020202020204" pitchFamily="34" charset="0"/>
              <a:buChar char="•"/>
            </a:pPr>
            <a:r>
              <a:rPr lang="es-ES" sz="1600" b="0" i="0" u="none" strike="noStrike" cap="none" noProof="0" dirty="0" err="1">
                <a:solidFill>
                  <a:srgbClr val="131416"/>
                </a:solidFill>
                <a:latin typeface="Arial"/>
                <a:ea typeface="Arial"/>
                <a:cs typeface="Arial"/>
                <a:sym typeface="Arial"/>
              </a:rPr>
              <a:t>Oyarzún</a:t>
            </a:r>
            <a:r>
              <a:rPr lang="es-ES" sz="1600" b="0" i="0" u="none" strike="noStrike" cap="none" noProof="0" dirty="0">
                <a:solidFill>
                  <a:srgbClr val="131416"/>
                </a:solidFill>
                <a:latin typeface="Arial"/>
                <a:ea typeface="Arial"/>
                <a:cs typeface="Arial"/>
                <a:sym typeface="Arial"/>
              </a:rPr>
              <a:t>, G. (24 de Diciembre de 2025). 9 casos exitosos de CRM en empresas mexicanas. Obtenido de </a:t>
            </a:r>
            <a:r>
              <a:rPr lang="es-ES" sz="1600" b="0" i="0" u="none" strike="noStrike" cap="none" noProof="0" dirty="0" err="1">
                <a:solidFill>
                  <a:srgbClr val="131416"/>
                </a:solidFill>
                <a:latin typeface="Arial"/>
                <a:ea typeface="Arial"/>
                <a:cs typeface="Arial"/>
                <a:sym typeface="Arial"/>
              </a:rPr>
              <a:t>ComparaSoftware</a:t>
            </a:r>
            <a:r>
              <a:rPr lang="es-ES" sz="1600" b="0" i="0" u="none" strike="noStrike" cap="none" noProof="0" dirty="0">
                <a:solidFill>
                  <a:srgbClr val="131416"/>
                </a:solidFill>
                <a:latin typeface="Arial"/>
                <a:ea typeface="Arial"/>
                <a:cs typeface="Arial"/>
                <a:sym typeface="Arial"/>
              </a:rPr>
              <a:t>: https://www.comparasoftware.cl/software-crm/articulos/casos-crm-exitosos-empresas-mexico</a:t>
            </a:r>
          </a:p>
          <a:p>
            <a:pPr marL="285750" marR="0" lvl="0" indent="-285750" rtl="0">
              <a:lnSpc>
                <a:spcPct val="140019"/>
              </a:lnSpc>
              <a:spcBef>
                <a:spcPts val="0"/>
              </a:spcBef>
              <a:spcAft>
                <a:spcPts val="0"/>
              </a:spcAft>
              <a:buClr>
                <a:srgbClr val="000000"/>
              </a:buClr>
              <a:buSzPts val="3151"/>
              <a:buFont typeface="Arial" panose="020B0604020202020204" pitchFamily="34" charset="0"/>
              <a:buChar char="•"/>
            </a:pPr>
            <a:r>
              <a:rPr lang="es-ES" sz="1600" b="0" i="0" u="none" strike="noStrike" cap="none" noProof="0" dirty="0" err="1">
                <a:solidFill>
                  <a:srgbClr val="131416"/>
                </a:solidFill>
                <a:latin typeface="Arial"/>
                <a:ea typeface="Arial"/>
                <a:cs typeface="Arial"/>
                <a:sym typeface="Arial"/>
              </a:rPr>
              <a:t>Roback</a:t>
            </a:r>
            <a:r>
              <a:rPr lang="es-ES" sz="1600" b="0" i="0" u="none" strike="noStrike" cap="none" noProof="0" dirty="0">
                <a:solidFill>
                  <a:srgbClr val="131416"/>
                </a:solidFill>
                <a:latin typeface="Arial"/>
                <a:ea typeface="Arial"/>
                <a:cs typeface="Arial"/>
                <a:sym typeface="Arial"/>
              </a:rPr>
              <a:t>, M. (s.f.). Integración de CRM: una guía completa. Obtenido de </a:t>
            </a:r>
            <a:r>
              <a:rPr lang="es-ES" sz="1600" b="0" i="0" u="none" strike="noStrike" cap="none" noProof="0" dirty="0" err="1">
                <a:solidFill>
                  <a:srgbClr val="131416"/>
                </a:solidFill>
                <a:latin typeface="Arial"/>
                <a:ea typeface="Arial"/>
                <a:cs typeface="Arial"/>
                <a:sym typeface="Arial"/>
              </a:rPr>
              <a:t>SalesForce</a:t>
            </a:r>
            <a:r>
              <a:rPr lang="es-ES" sz="1600" b="0" i="0" u="none" strike="noStrike" cap="none" noProof="0" dirty="0">
                <a:solidFill>
                  <a:srgbClr val="131416"/>
                </a:solidFill>
                <a:latin typeface="Arial"/>
                <a:ea typeface="Arial"/>
                <a:cs typeface="Arial"/>
                <a:sym typeface="Arial"/>
              </a:rPr>
              <a:t>: https://www.salesforce.com/mx/crm/crm-integration/</a:t>
            </a:r>
          </a:p>
          <a:p>
            <a:pPr marL="285750" marR="0" lvl="0" indent="-285750" rtl="0">
              <a:lnSpc>
                <a:spcPct val="140019"/>
              </a:lnSpc>
              <a:spcBef>
                <a:spcPts val="0"/>
              </a:spcBef>
              <a:spcAft>
                <a:spcPts val="0"/>
              </a:spcAft>
              <a:buClr>
                <a:srgbClr val="000000"/>
              </a:buClr>
              <a:buSzPts val="3151"/>
              <a:buFont typeface="Arial" panose="020B0604020202020204" pitchFamily="34" charset="0"/>
              <a:buChar char="•"/>
            </a:pPr>
            <a:r>
              <a:rPr lang="es-ES" sz="1600" b="0" i="0" u="none" strike="noStrike" cap="none" noProof="0" dirty="0" err="1">
                <a:solidFill>
                  <a:srgbClr val="131416"/>
                </a:solidFill>
                <a:latin typeface="Arial"/>
                <a:ea typeface="Arial"/>
                <a:cs typeface="Arial"/>
                <a:sym typeface="Arial"/>
              </a:rPr>
              <a:t>SalesForce</a:t>
            </a:r>
            <a:r>
              <a:rPr lang="es-ES" sz="1600" b="0" i="0" u="none" strike="noStrike" cap="none" noProof="0" dirty="0">
                <a:solidFill>
                  <a:srgbClr val="131416"/>
                </a:solidFill>
                <a:latin typeface="Arial"/>
                <a:ea typeface="Arial"/>
                <a:cs typeface="Arial"/>
                <a:sym typeface="Arial"/>
              </a:rPr>
              <a:t>. (s.f.). Los 11 principales beneficios de los CRM para empresas. Obtenido de </a:t>
            </a:r>
            <a:r>
              <a:rPr lang="es-ES" sz="1600" b="0" i="0" u="none" strike="noStrike" cap="none" noProof="0" dirty="0" err="1">
                <a:solidFill>
                  <a:srgbClr val="131416"/>
                </a:solidFill>
                <a:latin typeface="Arial"/>
                <a:ea typeface="Arial"/>
                <a:cs typeface="Arial"/>
                <a:sym typeface="Arial"/>
              </a:rPr>
              <a:t>SalesForce</a:t>
            </a:r>
            <a:r>
              <a:rPr lang="es-ES" sz="1600" b="0" i="0" u="none" strike="noStrike" cap="none" noProof="0" dirty="0">
                <a:solidFill>
                  <a:srgbClr val="131416"/>
                </a:solidFill>
                <a:latin typeface="Arial"/>
                <a:ea typeface="Arial"/>
                <a:cs typeface="Arial"/>
                <a:sym typeface="Arial"/>
              </a:rPr>
              <a:t>: https://www.salesforce.com/mx/crm/benefits-of-crm/</a:t>
            </a:r>
          </a:p>
          <a:p>
            <a:pPr marL="285750" marR="0" lvl="0" indent="-285750" rtl="0">
              <a:lnSpc>
                <a:spcPct val="140019"/>
              </a:lnSpc>
              <a:spcBef>
                <a:spcPts val="0"/>
              </a:spcBef>
              <a:spcAft>
                <a:spcPts val="0"/>
              </a:spcAft>
              <a:buClr>
                <a:srgbClr val="000000"/>
              </a:buClr>
              <a:buSzPts val="3151"/>
              <a:buFont typeface="Arial" panose="020B0604020202020204" pitchFamily="34" charset="0"/>
              <a:buChar char="•"/>
            </a:pPr>
            <a:r>
              <a:rPr lang="es-ES" sz="1600" b="0" i="0" u="none" strike="noStrike" cap="none" noProof="0" dirty="0">
                <a:solidFill>
                  <a:srgbClr val="131416"/>
                </a:solidFill>
                <a:latin typeface="Arial"/>
                <a:ea typeface="Arial"/>
                <a:cs typeface="Arial"/>
                <a:sym typeface="Arial"/>
              </a:rPr>
              <a:t>UDAX. (08 de Diciembre de 2023). CRM: La Herramienta que Transforma Clientes en Socios. Obtenido de UDAX: https://udax.edu.mx/experiencia/empresas-y-negocios/crm-la-herramienta-que-transforma-clientes-en-socios</a:t>
            </a:r>
          </a:p>
          <a:p>
            <a:pPr marL="0" marR="0" lvl="0" indent="0" algn="ctr" rtl="0">
              <a:lnSpc>
                <a:spcPct val="140019"/>
              </a:lnSpc>
              <a:spcBef>
                <a:spcPts val="0"/>
              </a:spcBef>
              <a:spcAft>
                <a:spcPts val="0"/>
              </a:spcAft>
              <a:buClr>
                <a:srgbClr val="000000"/>
              </a:buClr>
              <a:buSzPts val="3151"/>
              <a:buFont typeface="Arial"/>
              <a:buNone/>
            </a:pPr>
            <a:endParaRPr lang="es-ES" sz="3151" b="0" i="0" u="none" strike="noStrike" cap="none" noProof="0" dirty="0">
              <a:solidFill>
                <a:srgbClr val="131416"/>
              </a:solidFill>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g364afea4f63_0_141"/>
          <p:cNvSpPr txBox="1"/>
          <p:nvPr/>
        </p:nvSpPr>
        <p:spPr>
          <a:xfrm>
            <a:off x="5791489" y="6796953"/>
            <a:ext cx="6705000" cy="769500"/>
          </a:xfrm>
          <a:prstGeom prst="rect">
            <a:avLst/>
          </a:prstGeom>
          <a:noFill/>
          <a:ln>
            <a:noFill/>
          </a:ln>
        </p:spPr>
        <p:txBody>
          <a:bodyPr spcFirstLastPara="1" wrap="square" lIns="0" tIns="0" rIns="0" bIns="0" anchor="t" anchorCtr="0">
            <a:spAutoFit/>
          </a:bodyPr>
          <a:lstStyle/>
          <a:p>
            <a:pPr marL="0" marR="0" lvl="0" indent="0" algn="ctr" rtl="0">
              <a:lnSpc>
                <a:spcPct val="148000"/>
              </a:lnSpc>
              <a:spcBef>
                <a:spcPts val="0"/>
              </a:spcBef>
              <a:spcAft>
                <a:spcPts val="0"/>
              </a:spcAft>
              <a:buClr>
                <a:srgbClr val="000000"/>
              </a:buClr>
              <a:buSzPts val="5000"/>
              <a:buFont typeface="Arial"/>
              <a:buNone/>
            </a:pPr>
            <a:r>
              <a:rPr lang="es-GT" sz="5000" b="0" i="0" u="none" strike="noStrike" cap="none" noProof="0" dirty="0">
                <a:solidFill>
                  <a:srgbClr val="131416"/>
                </a:solidFill>
                <a:latin typeface="Arial"/>
                <a:ea typeface="Arial"/>
                <a:cs typeface="Arial"/>
                <a:sym typeface="Arial"/>
              </a:rPr>
              <a:t>DUDAS ¿?</a:t>
            </a:r>
            <a:endParaRPr lang="es-GT" sz="1400" b="0" i="0" u="none" strike="noStrike" cap="none" noProof="0" dirty="0">
              <a:solidFill>
                <a:srgbClr val="000000"/>
              </a:solidFill>
              <a:latin typeface="Arial"/>
              <a:ea typeface="Arial"/>
              <a:cs typeface="Arial"/>
              <a:sym typeface="Arial"/>
            </a:endParaRPr>
          </a:p>
        </p:txBody>
      </p:sp>
      <p:pic>
        <p:nvPicPr>
          <p:cNvPr id="217" name="Google Shape;217;g364afea4f63_0_141" title="Gemini_Generated_Image_1od44x1od44x1od4.png"/>
          <p:cNvPicPr preferRelativeResize="0"/>
          <p:nvPr/>
        </p:nvPicPr>
        <p:blipFill rotWithShape="1">
          <a:blip r:embed="rId3">
            <a:alphaModFix/>
          </a:blip>
          <a:srcRect/>
          <a:stretch/>
        </p:blipFill>
        <p:spPr>
          <a:xfrm>
            <a:off x="4576287" y="699975"/>
            <a:ext cx="9135424" cy="5691801"/>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g364f262177b_0_2"/>
          <p:cNvSpPr txBox="1"/>
          <p:nvPr/>
        </p:nvSpPr>
        <p:spPr>
          <a:xfrm>
            <a:off x="2148439" y="4077814"/>
            <a:ext cx="13991100" cy="938700"/>
          </a:xfrm>
          <a:prstGeom prst="rect">
            <a:avLst/>
          </a:prstGeom>
          <a:noFill/>
          <a:ln>
            <a:noFill/>
          </a:ln>
        </p:spPr>
        <p:txBody>
          <a:bodyPr spcFirstLastPara="1" wrap="square" lIns="0" tIns="0" rIns="0" bIns="0" anchor="t" anchorCtr="0">
            <a:spAutoFit/>
          </a:bodyPr>
          <a:lstStyle/>
          <a:p>
            <a:pPr marL="0" marR="0" lvl="0" indent="0" algn="ctr" rtl="0">
              <a:lnSpc>
                <a:spcPct val="112987"/>
              </a:lnSpc>
              <a:spcBef>
                <a:spcPts val="0"/>
              </a:spcBef>
              <a:spcAft>
                <a:spcPts val="0"/>
              </a:spcAft>
              <a:buClr>
                <a:srgbClr val="000000"/>
              </a:buClr>
              <a:buSzPts val="6098"/>
              <a:buFont typeface="Arial"/>
              <a:buNone/>
            </a:pPr>
            <a:r>
              <a:rPr lang="es-GT" sz="6098" noProof="0" dirty="0">
                <a:solidFill>
                  <a:srgbClr val="131416"/>
                </a:solidFill>
                <a:latin typeface="Impact"/>
                <a:ea typeface="Impact"/>
                <a:cs typeface="Impact"/>
                <a:sym typeface="Impact"/>
              </a:rPr>
              <a:t>Ejemplo práctico</a:t>
            </a:r>
            <a:endParaRPr lang="es-GT" sz="1400" b="0" i="0" u="none" strike="noStrike" cap="none" noProof="0" dirty="0">
              <a:solidFill>
                <a:srgbClr val="000000"/>
              </a:solidFill>
              <a:latin typeface="Impact"/>
              <a:ea typeface="Impact"/>
              <a:cs typeface="Impact"/>
              <a:sym typeface="Impact"/>
            </a:endParaRPr>
          </a:p>
        </p:txBody>
      </p:sp>
      <p:sp>
        <p:nvSpPr>
          <p:cNvPr id="190" name="Google Shape;190;g364f262177b_0_2"/>
          <p:cNvSpPr/>
          <p:nvPr/>
        </p:nvSpPr>
        <p:spPr>
          <a:xfrm>
            <a:off x="13447195" y="5334021"/>
            <a:ext cx="4626468" cy="4575998"/>
          </a:xfrm>
          <a:custGeom>
            <a:avLst/>
            <a:gdLst/>
            <a:ahLst/>
            <a:cxnLst/>
            <a:rect l="l" t="t" r="r" b="b"/>
            <a:pathLst>
              <a:path w="4626468" h="4575998" extrusionOk="0">
                <a:moveTo>
                  <a:pt x="0" y="0"/>
                </a:moveTo>
                <a:lnTo>
                  <a:pt x="4626468" y="0"/>
                </a:lnTo>
                <a:lnTo>
                  <a:pt x="4626468" y="4575998"/>
                </a:lnTo>
                <a:lnTo>
                  <a:pt x="0" y="4575998"/>
                </a:lnTo>
                <a:lnTo>
                  <a:pt x="0" y="0"/>
                </a:lnTo>
                <a:close/>
              </a:path>
            </a:pathLst>
          </a:custGeom>
          <a:blipFill rotWithShape="1">
            <a:blip r:embed="rId3">
              <a:alphaModFix/>
            </a:blip>
            <a:stretch>
              <a:fillRect/>
            </a:stretch>
          </a:blipFill>
          <a:ln>
            <a:noFill/>
          </a:ln>
        </p:spPr>
        <p:txBody>
          <a:bodyPr/>
          <a:lstStyle/>
          <a:p>
            <a:endParaRPr lang="es-GT" noProof="0" dirty="0"/>
          </a:p>
        </p:txBody>
      </p:sp>
      <p:pic>
        <p:nvPicPr>
          <p:cNvPr id="192" name="Google Shape;192;g364f262177b_0_2" title="Gemini_Generated_Image_u2i06ou2i06ou2i0.png"/>
          <p:cNvPicPr preferRelativeResize="0"/>
          <p:nvPr/>
        </p:nvPicPr>
        <p:blipFill>
          <a:blip r:embed="rId4">
            <a:alphaModFix/>
          </a:blip>
          <a:stretch>
            <a:fillRect/>
          </a:stretch>
        </p:blipFill>
        <p:spPr>
          <a:xfrm>
            <a:off x="0" y="3"/>
            <a:ext cx="4695574" cy="6434676"/>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9"/>
          <p:cNvSpPr txBox="1"/>
          <p:nvPr/>
        </p:nvSpPr>
        <p:spPr>
          <a:xfrm>
            <a:off x="4571995" y="5176054"/>
            <a:ext cx="8658900" cy="1915200"/>
          </a:xfrm>
          <a:prstGeom prst="rect">
            <a:avLst/>
          </a:prstGeom>
          <a:noFill/>
          <a:ln>
            <a:noFill/>
          </a:ln>
        </p:spPr>
        <p:txBody>
          <a:bodyPr spcFirstLastPara="1" wrap="square" lIns="0" tIns="0" rIns="0" bIns="0" anchor="t" anchorCtr="0">
            <a:spAutoFit/>
          </a:bodyPr>
          <a:lstStyle/>
          <a:p>
            <a:pPr marL="0" marR="0" lvl="0" indent="0" algn="just" rtl="0">
              <a:lnSpc>
                <a:spcPct val="104000"/>
              </a:lnSpc>
              <a:spcBef>
                <a:spcPts val="0"/>
              </a:spcBef>
              <a:spcAft>
                <a:spcPts val="0"/>
              </a:spcAft>
              <a:buClr>
                <a:srgbClr val="000000"/>
              </a:buClr>
              <a:buSzPts val="6099"/>
              <a:buFont typeface="Arial"/>
              <a:buNone/>
            </a:pPr>
            <a:r>
              <a:rPr lang="es-GT" sz="6099" b="0" i="0" u="none" strike="noStrike" cap="none" noProof="0" dirty="0">
                <a:solidFill>
                  <a:srgbClr val="131416"/>
                </a:solidFill>
                <a:latin typeface="Impact"/>
                <a:ea typeface="Impact"/>
                <a:cs typeface="Impact"/>
                <a:sym typeface="Impact"/>
              </a:rPr>
              <a:t>¡GRACIAS POR SU  ATENCIÓN!</a:t>
            </a:r>
            <a:endParaRPr lang="es-GT" sz="1400" b="0" i="0" u="none" strike="noStrike" cap="none" noProof="0" dirty="0">
              <a:solidFill>
                <a:srgbClr val="000000"/>
              </a:solidFill>
              <a:latin typeface="Impact"/>
              <a:ea typeface="Impact"/>
              <a:cs typeface="Impact"/>
              <a:sym typeface="Impact"/>
            </a:endParaRPr>
          </a:p>
          <a:p>
            <a:pPr marL="0" marR="0" lvl="0" indent="0" algn="just" rtl="0">
              <a:lnSpc>
                <a:spcPct val="104000"/>
              </a:lnSpc>
              <a:spcBef>
                <a:spcPts val="0"/>
              </a:spcBef>
              <a:spcAft>
                <a:spcPts val="0"/>
              </a:spcAft>
              <a:buClr>
                <a:srgbClr val="000000"/>
              </a:buClr>
              <a:buSzPts val="6099"/>
              <a:buFont typeface="Arial"/>
              <a:buNone/>
            </a:pPr>
            <a:endParaRPr lang="es-GT" sz="6099" b="0" i="0" u="none" strike="noStrike" cap="none" noProof="0" dirty="0">
              <a:solidFill>
                <a:srgbClr val="131416"/>
              </a:solidFill>
              <a:latin typeface="Impact"/>
              <a:ea typeface="Impact"/>
              <a:cs typeface="Impact"/>
              <a:sym typeface="Impact"/>
            </a:endParaRPr>
          </a:p>
        </p:txBody>
      </p:sp>
      <p:sp>
        <p:nvSpPr>
          <p:cNvPr id="223" name="Google Shape;223;p9"/>
          <p:cNvSpPr/>
          <p:nvPr/>
        </p:nvSpPr>
        <p:spPr>
          <a:xfrm>
            <a:off x="7765363" y="596600"/>
            <a:ext cx="2757268" cy="3770970"/>
          </a:xfrm>
          <a:custGeom>
            <a:avLst/>
            <a:gdLst/>
            <a:ahLst/>
            <a:cxnLst/>
            <a:rect l="l" t="t" r="r" b="b"/>
            <a:pathLst>
              <a:path w="2757268" h="3770970" extrusionOk="0">
                <a:moveTo>
                  <a:pt x="0" y="0"/>
                </a:moveTo>
                <a:lnTo>
                  <a:pt x="2757268" y="0"/>
                </a:lnTo>
                <a:lnTo>
                  <a:pt x="2757268" y="3770970"/>
                </a:lnTo>
                <a:lnTo>
                  <a:pt x="0" y="3770970"/>
                </a:lnTo>
                <a:lnTo>
                  <a:pt x="0" y="0"/>
                </a:lnTo>
                <a:close/>
              </a:path>
            </a:pathLst>
          </a:custGeom>
          <a:blipFill rotWithShape="1">
            <a:blip r:embed="rId3">
              <a:alphaModFix/>
            </a:blip>
            <a:stretch>
              <a:fillRect/>
            </a:stretch>
          </a:blipFill>
          <a:ln>
            <a:noFill/>
          </a:ln>
        </p:spPr>
        <p:txBody>
          <a:bodyPr/>
          <a:lstStyle/>
          <a:p>
            <a:endParaRPr lang="es-GT" noProof="0" dirty="0"/>
          </a:p>
        </p:txBody>
      </p:sp>
      <p:sp>
        <p:nvSpPr>
          <p:cNvPr id="224" name="Google Shape;224;p9"/>
          <p:cNvSpPr txBox="1"/>
          <p:nvPr/>
        </p:nvSpPr>
        <p:spPr>
          <a:xfrm>
            <a:off x="2411098" y="7899735"/>
            <a:ext cx="13465804" cy="719455"/>
          </a:xfrm>
          <a:prstGeom prst="rect">
            <a:avLst/>
          </a:prstGeom>
          <a:noFill/>
          <a:ln>
            <a:noFill/>
          </a:ln>
        </p:spPr>
        <p:txBody>
          <a:bodyPr spcFirstLastPara="1" wrap="square" lIns="0" tIns="0" rIns="0" bIns="0" anchor="t" anchorCtr="0">
            <a:spAutoFit/>
          </a:bodyPr>
          <a:lstStyle/>
          <a:p>
            <a:pPr marL="0" marR="0" lvl="0" indent="0" algn="ctr" rtl="0">
              <a:lnSpc>
                <a:spcPct val="148000"/>
              </a:lnSpc>
              <a:spcBef>
                <a:spcPts val="0"/>
              </a:spcBef>
              <a:spcAft>
                <a:spcPts val="0"/>
              </a:spcAft>
              <a:buClr>
                <a:srgbClr val="000000"/>
              </a:buClr>
              <a:buSzPts val="2000"/>
              <a:buFont typeface="Arial"/>
              <a:buNone/>
            </a:pPr>
            <a:r>
              <a:rPr lang="es-GT" sz="2000" b="0" i="0" u="none" strike="noStrike" cap="none" noProof="0" dirty="0">
                <a:solidFill>
                  <a:srgbClr val="131416"/>
                </a:solidFill>
                <a:latin typeface="Arial"/>
                <a:ea typeface="Arial"/>
                <a:cs typeface="Arial"/>
                <a:sym typeface="Arial"/>
              </a:rPr>
              <a:t>RECUERDA QUE TENEMOS NUESTRO FORO SEMANAL DONDE PUEDES CONSULTAR CUALQUIER DUDA QUE TE SURJA EN LA SEMANA</a:t>
            </a:r>
            <a:endParaRPr lang="es-GT" sz="1400" b="0" i="0" u="none" strike="noStrike" cap="none" noProof="0" dirty="0">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2113</TotalTime>
  <Words>3163</Words>
  <Application>Microsoft Office PowerPoint</Application>
  <PresentationFormat>Personalizado</PresentationFormat>
  <Paragraphs>264</Paragraphs>
  <Slides>47</Slides>
  <Notes>47</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47</vt:i4>
      </vt:variant>
    </vt:vector>
  </HeadingPairs>
  <TitlesOfParts>
    <vt:vector size="54" baseType="lpstr">
      <vt:lpstr>Arial</vt:lpstr>
      <vt:lpstr>Pacifico</vt:lpstr>
      <vt:lpstr>Calibri</vt:lpstr>
      <vt:lpstr>Lobster</vt:lpstr>
      <vt:lpstr>Open Sans</vt:lpstr>
      <vt:lpstr>Impact</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mynor israel miranda lopez</dc:creator>
  <cp:lastModifiedBy>William Santos</cp:lastModifiedBy>
  <cp:revision>1</cp:revision>
  <dcterms:created xsi:type="dcterms:W3CDTF">2006-08-16T00:00:00Z</dcterms:created>
  <dcterms:modified xsi:type="dcterms:W3CDTF">2026-02-03T22:05:05Z</dcterms:modified>
</cp:coreProperties>
</file>