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3"/>
  </p:notesMasterIdLst>
  <p:sldIdLst>
    <p:sldId id="270" r:id="rId2"/>
    <p:sldId id="257" r:id="rId3"/>
    <p:sldId id="258" r:id="rId4"/>
    <p:sldId id="271" r:id="rId5"/>
    <p:sldId id="272" r:id="rId6"/>
    <p:sldId id="259" r:id="rId7"/>
    <p:sldId id="260" r:id="rId8"/>
    <p:sldId id="289" r:id="rId9"/>
    <p:sldId id="269" r:id="rId10"/>
    <p:sldId id="288" r:id="rId11"/>
    <p:sldId id="287" r:id="rId12"/>
    <p:sldId id="286" r:id="rId13"/>
    <p:sldId id="285" r:id="rId14"/>
    <p:sldId id="284" r:id="rId15"/>
    <p:sldId id="292" r:id="rId16"/>
    <p:sldId id="291" r:id="rId17"/>
    <p:sldId id="290" r:id="rId18"/>
    <p:sldId id="283" r:id="rId19"/>
    <p:sldId id="282" r:id="rId20"/>
    <p:sldId id="281" r:id="rId21"/>
    <p:sldId id="280" r:id="rId22"/>
    <p:sldId id="279" r:id="rId23"/>
    <p:sldId id="278" r:id="rId24"/>
    <p:sldId id="277" r:id="rId25"/>
    <p:sldId id="276" r:id="rId26"/>
    <p:sldId id="275" r:id="rId27"/>
    <p:sldId id="274" r:id="rId28"/>
    <p:sldId id="273" r:id="rId29"/>
    <p:sldId id="298" r:id="rId30"/>
    <p:sldId id="297" r:id="rId31"/>
    <p:sldId id="296" r:id="rId32"/>
    <p:sldId id="304" r:id="rId33"/>
    <p:sldId id="295" r:id="rId34"/>
    <p:sldId id="303" r:id="rId35"/>
    <p:sldId id="302" r:id="rId36"/>
    <p:sldId id="301" r:id="rId37"/>
    <p:sldId id="300" r:id="rId38"/>
    <p:sldId id="299" r:id="rId39"/>
    <p:sldId id="294" r:id="rId40"/>
    <p:sldId id="293" r:id="rId41"/>
    <p:sldId id="312" r:id="rId42"/>
    <p:sldId id="311" r:id="rId43"/>
    <p:sldId id="310" r:id="rId44"/>
    <p:sldId id="309" r:id="rId45"/>
    <p:sldId id="308" r:id="rId46"/>
    <p:sldId id="307" r:id="rId47"/>
    <p:sldId id="306" r:id="rId48"/>
    <p:sldId id="305" r:id="rId49"/>
    <p:sldId id="315" r:id="rId50"/>
    <p:sldId id="314" r:id="rId51"/>
    <p:sldId id="313" r:id="rId52"/>
    <p:sldId id="316" r:id="rId53"/>
    <p:sldId id="320" r:id="rId54"/>
    <p:sldId id="319" r:id="rId55"/>
    <p:sldId id="318" r:id="rId56"/>
    <p:sldId id="261" r:id="rId57"/>
    <p:sldId id="262" r:id="rId58"/>
    <p:sldId id="263" r:id="rId59"/>
    <p:sldId id="267" r:id="rId60"/>
    <p:sldId id="264" r:id="rId61"/>
    <p:sldId id="268" r:id="rId62"/>
  </p:sldIdLst>
  <p:sldSz cx="18288000" cy="10287000"/>
  <p:notesSz cx="6858000" cy="9144000"/>
  <p:embeddedFontLst>
    <p:embeddedFont>
      <p:font typeface="Impact" panose="020B0806030902050204" pitchFamily="34" charset="0"/>
      <p:regular r:id="rId64"/>
    </p:embeddedFont>
    <p:embeddedFont>
      <p:font typeface="Lobster" panose="00000500000000000000" pitchFamily="2" charset="0"/>
      <p:regular r:id="rId65"/>
    </p:embeddedFont>
    <p:embeddedFont>
      <p:font typeface="Open Sans" panose="020B0606030504020204" pitchFamily="34" charset="0"/>
      <p:regular r:id="rId66"/>
      <p:bold r:id="rId67"/>
      <p:italic r:id="rId68"/>
      <p:boldItalic r:id="rId69"/>
    </p:embeddedFont>
    <p:embeddedFont>
      <p:font typeface="Pacifico" panose="00000500000000000000" pitchFamily="2" charset="0"/>
      <p:regular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jzHJqWqhzwEBDXzytYeL345583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F73D77-3AB4-4FCB-B288-31EE87C5C544}" v="1" dt="2026-02-07T17:02:01.618"/>
  </p1510:revLst>
</p1510:revInfo>
</file>

<file path=ppt/tableStyles.xml><?xml version="1.0" encoding="utf-8"?>
<a:tblStyleLst xmlns:a="http://schemas.openxmlformats.org/drawingml/2006/main" def="{09EDEDC3-3F6D-4B2A-895B-24B3350B9E84}">
  <a:tblStyle styleId="{09EDEDC3-3F6D-4B2A-895B-24B3350B9E8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3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customschemas.google.com/relationships/presentationmetadata" Target="meta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antos" userId="3c44bde2a603709d" providerId="LiveId" clId="{EEA2192A-38D1-4A54-81F6-6ECFB1187D77}"/>
    <pc:docChg chg="undo custSel addSld delSld modSld sldOrd">
      <pc:chgData name="William Santos" userId="3c44bde2a603709d" providerId="LiveId" clId="{EEA2192A-38D1-4A54-81F6-6ECFB1187D77}" dt="2026-02-08T21:19:29.010" v="12241" actId="20577"/>
      <pc:docMkLst>
        <pc:docMk/>
      </pc:docMkLst>
      <pc:sldChg chg="del">
        <pc:chgData name="William Santos" userId="3c44bde2a603709d" providerId="LiveId" clId="{EEA2192A-38D1-4A54-81F6-6ECFB1187D77}" dt="2026-02-07T17:02:08.144" v="2" actId="2696"/>
        <pc:sldMkLst>
          <pc:docMk/>
          <pc:sldMk cId="0" sldId="256"/>
        </pc:sldMkLst>
      </pc:sldChg>
      <pc:sldChg chg="delSp modSp mod">
        <pc:chgData name="William Santos" userId="3c44bde2a603709d" providerId="LiveId" clId="{EEA2192A-38D1-4A54-81F6-6ECFB1187D77}" dt="2026-02-07T18:24:39.106" v="192" actId="790"/>
        <pc:sldMkLst>
          <pc:docMk/>
          <pc:sldMk cId="0" sldId="257"/>
        </pc:sldMkLst>
        <pc:spChg chg="mod">
          <ac:chgData name="William Santos" userId="3c44bde2a603709d" providerId="LiveId" clId="{EEA2192A-38D1-4A54-81F6-6ECFB1187D77}" dt="2026-02-07T18:24:39.106" v="192" actId="790"/>
          <ac:spMkLst>
            <pc:docMk/>
            <pc:sldMk cId="0" sldId="257"/>
            <ac:spMk id="95" creationId="{00000000-0000-0000-0000-000000000000}"/>
          </ac:spMkLst>
        </pc:spChg>
        <pc:spChg chg="mod">
          <ac:chgData name="William Santos" userId="3c44bde2a603709d" providerId="LiveId" clId="{EEA2192A-38D1-4A54-81F6-6ECFB1187D77}" dt="2026-02-07T18:24:39.106" v="192" actId="790"/>
          <ac:spMkLst>
            <pc:docMk/>
            <pc:sldMk cId="0" sldId="257"/>
            <ac:spMk id="96" creationId="{00000000-0000-0000-0000-000000000000}"/>
          </ac:spMkLst>
        </pc:spChg>
        <pc:spChg chg="mod">
          <ac:chgData name="William Santos" userId="3c44bde2a603709d" providerId="LiveId" clId="{EEA2192A-38D1-4A54-81F6-6ECFB1187D77}" dt="2026-02-07T18:24:39.106" v="192" actId="790"/>
          <ac:spMkLst>
            <pc:docMk/>
            <pc:sldMk cId="0" sldId="257"/>
            <ac:spMk id="97" creationId="{00000000-0000-0000-0000-000000000000}"/>
          </ac:spMkLst>
        </pc:spChg>
        <pc:spChg chg="mod">
          <ac:chgData name="William Santos" userId="3c44bde2a603709d" providerId="LiveId" clId="{EEA2192A-38D1-4A54-81F6-6ECFB1187D77}" dt="2026-02-07T18:24:39.106" v="192" actId="790"/>
          <ac:spMkLst>
            <pc:docMk/>
            <pc:sldMk cId="0" sldId="257"/>
            <ac:spMk id="98" creationId="{00000000-0000-0000-0000-000000000000}"/>
          </ac:spMkLst>
        </pc:spChg>
        <pc:spChg chg="mod">
          <ac:chgData name="William Santos" userId="3c44bde2a603709d" providerId="LiveId" clId="{EEA2192A-38D1-4A54-81F6-6ECFB1187D77}" dt="2026-02-07T18:24:39.106" v="192" actId="790"/>
          <ac:spMkLst>
            <pc:docMk/>
            <pc:sldMk cId="0" sldId="257"/>
            <ac:spMk id="99" creationId="{00000000-0000-0000-0000-000000000000}"/>
          </ac:spMkLst>
        </pc:spChg>
        <pc:spChg chg="mod">
          <ac:chgData name="William Santos" userId="3c44bde2a603709d" providerId="LiveId" clId="{EEA2192A-38D1-4A54-81F6-6ECFB1187D77}" dt="2026-02-07T18:24:39.106" v="192" actId="790"/>
          <ac:spMkLst>
            <pc:docMk/>
            <pc:sldMk cId="0" sldId="257"/>
            <ac:spMk id="100" creationId="{00000000-0000-0000-0000-000000000000}"/>
          </ac:spMkLst>
        </pc:spChg>
        <pc:spChg chg="del">
          <ac:chgData name="William Santos" userId="3c44bde2a603709d" providerId="LiveId" clId="{EEA2192A-38D1-4A54-81F6-6ECFB1187D77}" dt="2026-02-07T17:02:35.391" v="12" actId="478"/>
          <ac:spMkLst>
            <pc:docMk/>
            <pc:sldMk cId="0" sldId="257"/>
            <ac:spMk id="101" creationId="{00000000-0000-0000-0000-000000000000}"/>
          </ac:spMkLst>
        </pc:spChg>
      </pc:sldChg>
      <pc:sldChg chg="delSp modSp mod">
        <pc:chgData name="William Santos" userId="3c44bde2a603709d" providerId="LiveId" clId="{EEA2192A-38D1-4A54-81F6-6ECFB1187D77}" dt="2026-02-07T18:24:39.106" v="192" actId="790"/>
        <pc:sldMkLst>
          <pc:docMk/>
          <pc:sldMk cId="0" sldId="258"/>
        </pc:sldMkLst>
        <pc:spChg chg="mod">
          <ac:chgData name="William Santos" userId="3c44bde2a603709d" providerId="LiveId" clId="{EEA2192A-38D1-4A54-81F6-6ECFB1187D77}" dt="2026-02-07T17:42:41.969" v="103" actId="313"/>
          <ac:spMkLst>
            <pc:docMk/>
            <pc:sldMk cId="0" sldId="258"/>
            <ac:spMk id="109" creationId="{00000000-0000-0000-0000-000000000000}"/>
          </ac:spMkLst>
        </pc:spChg>
        <pc:spChg chg="mod">
          <ac:chgData name="William Santos" userId="3c44bde2a603709d" providerId="LiveId" clId="{EEA2192A-38D1-4A54-81F6-6ECFB1187D77}" dt="2026-02-07T18:24:39.106" v="192" actId="790"/>
          <ac:spMkLst>
            <pc:docMk/>
            <pc:sldMk cId="0" sldId="258"/>
            <ac:spMk id="112" creationId="{00000000-0000-0000-0000-000000000000}"/>
          </ac:spMkLst>
        </pc:spChg>
        <pc:spChg chg="mod">
          <ac:chgData name="William Santos" userId="3c44bde2a603709d" providerId="LiveId" clId="{EEA2192A-38D1-4A54-81F6-6ECFB1187D77}" dt="2026-02-07T17:42:15.083" v="97" actId="20577"/>
          <ac:spMkLst>
            <pc:docMk/>
            <pc:sldMk cId="0" sldId="258"/>
            <ac:spMk id="113" creationId="{00000000-0000-0000-0000-000000000000}"/>
          </ac:spMkLst>
        </pc:spChg>
        <pc:spChg chg="mod">
          <ac:chgData name="William Santos" userId="3c44bde2a603709d" providerId="LiveId" clId="{EEA2192A-38D1-4A54-81F6-6ECFB1187D77}" dt="2026-02-07T18:24:39.106" v="192" actId="790"/>
          <ac:spMkLst>
            <pc:docMk/>
            <pc:sldMk cId="0" sldId="258"/>
            <ac:spMk id="118" creationId="{00000000-0000-0000-0000-000000000000}"/>
          </ac:spMkLst>
        </pc:spChg>
        <pc:spChg chg="mod">
          <ac:chgData name="William Santos" userId="3c44bde2a603709d" providerId="LiveId" clId="{EEA2192A-38D1-4A54-81F6-6ECFB1187D77}" dt="2026-02-07T18:24:39.106" v="192" actId="790"/>
          <ac:spMkLst>
            <pc:docMk/>
            <pc:sldMk cId="0" sldId="258"/>
            <ac:spMk id="119" creationId="{00000000-0000-0000-0000-000000000000}"/>
          </ac:spMkLst>
        </pc:spChg>
        <pc:spChg chg="mod">
          <ac:chgData name="William Santos" userId="3c44bde2a603709d" providerId="LiveId" clId="{EEA2192A-38D1-4A54-81F6-6ECFB1187D77}" dt="2026-02-07T18:24:39.106" v="192" actId="790"/>
          <ac:spMkLst>
            <pc:docMk/>
            <pc:sldMk cId="0" sldId="258"/>
            <ac:spMk id="121" creationId="{00000000-0000-0000-0000-000000000000}"/>
          </ac:spMkLst>
        </pc:spChg>
        <pc:spChg chg="mod">
          <ac:chgData name="William Santos" userId="3c44bde2a603709d" providerId="LiveId" clId="{EEA2192A-38D1-4A54-81F6-6ECFB1187D77}" dt="2026-02-07T18:24:39.106" v="192" actId="790"/>
          <ac:spMkLst>
            <pc:docMk/>
            <pc:sldMk cId="0" sldId="258"/>
            <ac:spMk id="122" creationId="{00000000-0000-0000-0000-000000000000}"/>
          </ac:spMkLst>
        </pc:spChg>
        <pc:spChg chg="mod">
          <ac:chgData name="William Santos" userId="3c44bde2a603709d" providerId="LiveId" clId="{EEA2192A-38D1-4A54-81F6-6ECFB1187D77}" dt="2026-02-07T18:24:39.106" v="192" actId="790"/>
          <ac:spMkLst>
            <pc:docMk/>
            <pc:sldMk cId="0" sldId="258"/>
            <ac:spMk id="124" creationId="{00000000-0000-0000-0000-000000000000}"/>
          </ac:spMkLst>
        </pc:spChg>
        <pc:spChg chg="mod">
          <ac:chgData name="William Santos" userId="3c44bde2a603709d" providerId="LiveId" clId="{EEA2192A-38D1-4A54-81F6-6ECFB1187D77}" dt="2026-02-07T18:24:39.106" v="192" actId="790"/>
          <ac:spMkLst>
            <pc:docMk/>
            <pc:sldMk cId="0" sldId="258"/>
            <ac:spMk id="125" creationId="{00000000-0000-0000-0000-000000000000}"/>
          </ac:spMkLst>
        </pc:spChg>
        <pc:spChg chg="mod">
          <ac:chgData name="William Santos" userId="3c44bde2a603709d" providerId="LiveId" clId="{EEA2192A-38D1-4A54-81F6-6ECFB1187D77}" dt="2026-02-07T18:24:39.106" v="192" actId="790"/>
          <ac:spMkLst>
            <pc:docMk/>
            <pc:sldMk cId="0" sldId="258"/>
            <ac:spMk id="127" creationId="{00000000-0000-0000-0000-000000000000}"/>
          </ac:spMkLst>
        </pc:spChg>
        <pc:spChg chg="mod">
          <ac:chgData name="William Santos" userId="3c44bde2a603709d" providerId="LiveId" clId="{EEA2192A-38D1-4A54-81F6-6ECFB1187D77}" dt="2026-02-07T17:43:16.499" v="107" actId="14100"/>
          <ac:spMkLst>
            <pc:docMk/>
            <pc:sldMk cId="0" sldId="258"/>
            <ac:spMk id="128" creationId="{00000000-0000-0000-0000-000000000000}"/>
          </ac:spMkLst>
        </pc:spChg>
        <pc:spChg chg="mod">
          <ac:chgData name="William Santos" userId="3c44bde2a603709d" providerId="LiveId" clId="{EEA2192A-38D1-4A54-81F6-6ECFB1187D77}" dt="2026-02-07T17:43:32.272" v="109" actId="14100"/>
          <ac:spMkLst>
            <pc:docMk/>
            <pc:sldMk cId="0" sldId="258"/>
            <ac:spMk id="131" creationId="{00000000-0000-0000-0000-000000000000}"/>
          </ac:spMkLst>
        </pc:spChg>
        <pc:spChg chg="mod">
          <ac:chgData name="William Santos" userId="3c44bde2a603709d" providerId="LiveId" clId="{EEA2192A-38D1-4A54-81F6-6ECFB1187D77}" dt="2026-02-07T18:24:39.106" v="192" actId="790"/>
          <ac:spMkLst>
            <pc:docMk/>
            <pc:sldMk cId="0" sldId="258"/>
            <ac:spMk id="133" creationId="{00000000-0000-0000-0000-000000000000}"/>
          </ac:spMkLst>
        </pc:spChg>
        <pc:spChg chg="mod">
          <ac:chgData name="William Santos" userId="3c44bde2a603709d" providerId="LiveId" clId="{EEA2192A-38D1-4A54-81F6-6ECFB1187D77}" dt="2026-02-07T17:43:48.903" v="111" actId="14100"/>
          <ac:spMkLst>
            <pc:docMk/>
            <pc:sldMk cId="0" sldId="258"/>
            <ac:spMk id="134" creationId="{00000000-0000-0000-0000-000000000000}"/>
          </ac:spMkLst>
        </pc:spChg>
        <pc:spChg chg="mod">
          <ac:chgData name="William Santos" userId="3c44bde2a603709d" providerId="LiveId" clId="{EEA2192A-38D1-4A54-81F6-6ECFB1187D77}" dt="2026-02-07T18:24:39.106" v="192" actId="790"/>
          <ac:spMkLst>
            <pc:docMk/>
            <pc:sldMk cId="0" sldId="258"/>
            <ac:spMk id="135" creationId="{00000000-0000-0000-0000-000000000000}"/>
          </ac:spMkLst>
        </pc:spChg>
        <pc:spChg chg="mod">
          <ac:chgData name="William Santos" userId="3c44bde2a603709d" providerId="LiveId" clId="{EEA2192A-38D1-4A54-81F6-6ECFB1187D77}" dt="2026-02-07T17:42:24.895" v="100" actId="1076"/>
          <ac:spMkLst>
            <pc:docMk/>
            <pc:sldMk cId="0" sldId="258"/>
            <ac:spMk id="139" creationId="{00000000-0000-0000-0000-000000000000}"/>
          </ac:spMkLst>
        </pc:spChg>
        <pc:spChg chg="del">
          <ac:chgData name="William Santos" userId="3c44bde2a603709d" providerId="LiveId" clId="{EEA2192A-38D1-4A54-81F6-6ECFB1187D77}" dt="2026-02-07T17:42:19.102" v="98" actId="478"/>
          <ac:spMkLst>
            <pc:docMk/>
            <pc:sldMk cId="0" sldId="258"/>
            <ac:spMk id="140" creationId="{00000000-0000-0000-0000-000000000000}"/>
          </ac:spMkLst>
        </pc:spChg>
      </pc:sldChg>
      <pc:sldChg chg="delSp modSp mod">
        <pc:chgData name="William Santos" userId="3c44bde2a603709d" providerId="LiveId" clId="{EEA2192A-38D1-4A54-81F6-6ECFB1187D77}" dt="2026-02-07T18:24:39.106" v="192" actId="790"/>
        <pc:sldMkLst>
          <pc:docMk/>
          <pc:sldMk cId="0" sldId="259"/>
        </pc:sldMkLst>
        <pc:spChg chg="mod">
          <ac:chgData name="William Santos" userId="3c44bde2a603709d" providerId="LiveId" clId="{EEA2192A-38D1-4A54-81F6-6ECFB1187D77}" dt="2026-02-07T18:24:39.106" v="192" actId="790"/>
          <ac:spMkLst>
            <pc:docMk/>
            <pc:sldMk cId="0" sldId="259"/>
            <ac:spMk id="145" creationId="{00000000-0000-0000-0000-000000000000}"/>
          </ac:spMkLst>
        </pc:spChg>
        <pc:spChg chg="mod">
          <ac:chgData name="William Santos" userId="3c44bde2a603709d" providerId="LiveId" clId="{EEA2192A-38D1-4A54-81F6-6ECFB1187D77}" dt="2026-02-07T18:24:39.106" v="192" actId="790"/>
          <ac:spMkLst>
            <pc:docMk/>
            <pc:sldMk cId="0" sldId="259"/>
            <ac:spMk id="146" creationId="{00000000-0000-0000-0000-000000000000}"/>
          </ac:spMkLst>
        </pc:spChg>
        <pc:spChg chg="mod">
          <ac:chgData name="William Santos" userId="3c44bde2a603709d" providerId="LiveId" clId="{EEA2192A-38D1-4A54-81F6-6ECFB1187D77}" dt="2026-02-07T18:24:39.106" v="192" actId="790"/>
          <ac:spMkLst>
            <pc:docMk/>
            <pc:sldMk cId="0" sldId="259"/>
            <ac:spMk id="147" creationId="{00000000-0000-0000-0000-000000000000}"/>
          </ac:spMkLst>
        </pc:spChg>
        <pc:spChg chg="del">
          <ac:chgData name="William Santos" userId="3c44bde2a603709d" providerId="LiveId" clId="{EEA2192A-38D1-4A54-81F6-6ECFB1187D77}" dt="2026-02-07T18:19:50.752" v="142" actId="478"/>
          <ac:spMkLst>
            <pc:docMk/>
            <pc:sldMk cId="0" sldId="259"/>
            <ac:spMk id="148" creationId="{00000000-0000-0000-0000-000000000000}"/>
          </ac:spMkLst>
        </pc:spChg>
      </pc:sldChg>
      <pc:sldChg chg="delSp modSp mod">
        <pc:chgData name="William Santos" userId="3c44bde2a603709d" providerId="LiveId" clId="{EEA2192A-38D1-4A54-81F6-6ECFB1187D77}" dt="2026-02-07T18:29:04.384" v="781" actId="20577"/>
        <pc:sldMkLst>
          <pc:docMk/>
          <pc:sldMk cId="0" sldId="260"/>
        </pc:sldMkLst>
        <pc:spChg chg="mod ord">
          <ac:chgData name="William Santos" userId="3c44bde2a603709d" providerId="LiveId" clId="{EEA2192A-38D1-4A54-81F6-6ECFB1187D77}" dt="2026-02-07T18:29:04.384" v="781" actId="20577"/>
          <ac:spMkLst>
            <pc:docMk/>
            <pc:sldMk cId="0" sldId="260"/>
            <ac:spMk id="154" creationId="{00000000-0000-0000-0000-000000000000}"/>
          </ac:spMkLst>
        </pc:spChg>
        <pc:spChg chg="mod">
          <ac:chgData name="William Santos" userId="3c44bde2a603709d" providerId="LiveId" clId="{EEA2192A-38D1-4A54-81F6-6ECFB1187D77}" dt="2026-02-07T18:24:41.918" v="193" actId="313"/>
          <ac:spMkLst>
            <pc:docMk/>
            <pc:sldMk cId="0" sldId="260"/>
            <ac:spMk id="155" creationId="{00000000-0000-0000-0000-000000000000}"/>
          </ac:spMkLst>
        </pc:spChg>
        <pc:spChg chg="mod">
          <ac:chgData name="William Santos" userId="3c44bde2a603709d" providerId="LiveId" clId="{EEA2192A-38D1-4A54-81F6-6ECFB1187D77}" dt="2026-02-07T18:28:01.504" v="680" actId="14100"/>
          <ac:spMkLst>
            <pc:docMk/>
            <pc:sldMk cId="0" sldId="260"/>
            <ac:spMk id="156" creationId="{00000000-0000-0000-0000-000000000000}"/>
          </ac:spMkLst>
        </pc:spChg>
        <pc:spChg chg="del mod">
          <ac:chgData name="William Santos" userId="3c44bde2a603709d" providerId="LiveId" clId="{EEA2192A-38D1-4A54-81F6-6ECFB1187D77}" dt="2026-02-07T18:25:29.592" v="211" actId="478"/>
          <ac:spMkLst>
            <pc:docMk/>
            <pc:sldMk cId="0" sldId="260"/>
            <ac:spMk id="157" creationId="{00000000-0000-0000-0000-000000000000}"/>
          </ac:spMkLst>
        </pc:spChg>
      </pc:sldChg>
      <pc:sldChg chg="delSp modSp mod">
        <pc:chgData name="William Santos" userId="3c44bde2a603709d" providerId="LiveId" clId="{EEA2192A-38D1-4A54-81F6-6ECFB1187D77}" dt="2026-02-08T21:08:07.868" v="12203" actId="20577"/>
        <pc:sldMkLst>
          <pc:docMk/>
          <pc:sldMk cId="0" sldId="261"/>
        </pc:sldMkLst>
        <pc:spChg chg="mod">
          <ac:chgData name="William Santos" userId="3c44bde2a603709d" providerId="LiveId" clId="{EEA2192A-38D1-4A54-81F6-6ECFB1187D77}" dt="2026-02-07T18:24:39.106" v="192" actId="790"/>
          <ac:spMkLst>
            <pc:docMk/>
            <pc:sldMk cId="0" sldId="261"/>
            <ac:spMk id="162" creationId="{00000000-0000-0000-0000-000000000000}"/>
          </ac:spMkLst>
        </pc:spChg>
        <pc:spChg chg="mod">
          <ac:chgData name="William Santos" userId="3c44bde2a603709d" providerId="LiveId" clId="{EEA2192A-38D1-4A54-81F6-6ECFB1187D77}" dt="2026-02-08T21:08:07.868" v="12203" actId="20577"/>
          <ac:spMkLst>
            <pc:docMk/>
            <pc:sldMk cId="0" sldId="261"/>
            <ac:spMk id="163" creationId="{00000000-0000-0000-0000-000000000000}"/>
          </ac:spMkLst>
        </pc:spChg>
        <pc:spChg chg="mod">
          <ac:chgData name="William Santos" userId="3c44bde2a603709d" providerId="LiveId" clId="{EEA2192A-38D1-4A54-81F6-6ECFB1187D77}" dt="2026-02-07T18:24:39.106" v="192" actId="790"/>
          <ac:spMkLst>
            <pc:docMk/>
            <pc:sldMk cId="0" sldId="261"/>
            <ac:spMk id="164" creationId="{00000000-0000-0000-0000-000000000000}"/>
          </ac:spMkLst>
        </pc:spChg>
        <pc:spChg chg="del mod">
          <ac:chgData name="William Santos" userId="3c44bde2a603709d" providerId="LiveId" clId="{EEA2192A-38D1-4A54-81F6-6ECFB1187D77}" dt="2026-02-08T21:07:18.765" v="11954" actId="478"/>
          <ac:spMkLst>
            <pc:docMk/>
            <pc:sldMk cId="0" sldId="261"/>
            <ac:spMk id="165" creationId="{00000000-0000-0000-0000-000000000000}"/>
          </ac:spMkLst>
        </pc:spChg>
      </pc:sldChg>
      <pc:sldChg chg="delSp modSp mod">
        <pc:chgData name="William Santos" userId="3c44bde2a603709d" providerId="LiveId" clId="{EEA2192A-38D1-4A54-81F6-6ECFB1187D77}" dt="2026-02-07T18:24:39.106" v="192" actId="790"/>
        <pc:sldMkLst>
          <pc:docMk/>
          <pc:sldMk cId="0" sldId="262"/>
        </pc:sldMkLst>
        <pc:spChg chg="mod">
          <ac:chgData name="William Santos" userId="3c44bde2a603709d" providerId="LiveId" clId="{EEA2192A-38D1-4A54-81F6-6ECFB1187D77}" dt="2026-02-07T18:24:39.106" v="192" actId="790"/>
          <ac:spMkLst>
            <pc:docMk/>
            <pc:sldMk cId="0" sldId="262"/>
            <ac:spMk id="170" creationId="{00000000-0000-0000-0000-000000000000}"/>
          </ac:spMkLst>
        </pc:spChg>
        <pc:spChg chg="mod ord">
          <ac:chgData name="William Santos" userId="3c44bde2a603709d" providerId="LiveId" clId="{EEA2192A-38D1-4A54-81F6-6ECFB1187D77}" dt="2026-02-07T18:24:39.106" v="192" actId="790"/>
          <ac:spMkLst>
            <pc:docMk/>
            <pc:sldMk cId="0" sldId="262"/>
            <ac:spMk id="171" creationId="{00000000-0000-0000-0000-000000000000}"/>
          </ac:spMkLst>
        </pc:spChg>
        <pc:spChg chg="mod">
          <ac:chgData name="William Santos" userId="3c44bde2a603709d" providerId="LiveId" clId="{EEA2192A-38D1-4A54-81F6-6ECFB1187D77}" dt="2026-02-07T18:24:39.106" v="192" actId="790"/>
          <ac:spMkLst>
            <pc:docMk/>
            <pc:sldMk cId="0" sldId="262"/>
            <ac:spMk id="172" creationId="{00000000-0000-0000-0000-000000000000}"/>
          </ac:spMkLst>
        </pc:spChg>
        <pc:spChg chg="del">
          <ac:chgData name="William Santos" userId="3c44bde2a603709d" providerId="LiveId" clId="{EEA2192A-38D1-4A54-81F6-6ECFB1187D77}" dt="2026-02-07T18:20:52.598" v="149" actId="478"/>
          <ac:spMkLst>
            <pc:docMk/>
            <pc:sldMk cId="0" sldId="262"/>
            <ac:spMk id="173" creationId="{00000000-0000-0000-0000-000000000000}"/>
          </ac:spMkLst>
        </pc:spChg>
        <pc:spChg chg="del">
          <ac:chgData name="William Santos" userId="3c44bde2a603709d" providerId="LiveId" clId="{EEA2192A-38D1-4A54-81F6-6ECFB1187D77}" dt="2026-02-07T18:20:38.990" v="145" actId="478"/>
          <ac:spMkLst>
            <pc:docMk/>
            <pc:sldMk cId="0" sldId="262"/>
            <ac:spMk id="174" creationId="{00000000-0000-0000-0000-000000000000}"/>
          </ac:spMkLst>
        </pc:spChg>
        <pc:spChg chg="del">
          <ac:chgData name="William Santos" userId="3c44bde2a603709d" providerId="LiveId" clId="{EEA2192A-38D1-4A54-81F6-6ECFB1187D77}" dt="2026-02-07T18:20:46.322" v="147" actId="478"/>
          <ac:spMkLst>
            <pc:docMk/>
            <pc:sldMk cId="0" sldId="262"/>
            <ac:spMk id="175" creationId="{00000000-0000-0000-0000-000000000000}"/>
          </ac:spMkLst>
        </pc:spChg>
      </pc:sldChg>
      <pc:sldChg chg="addSp delSp modSp mod">
        <pc:chgData name="William Santos" userId="3c44bde2a603709d" providerId="LiveId" clId="{EEA2192A-38D1-4A54-81F6-6ECFB1187D77}" dt="2026-02-08T21:19:29.010" v="12241" actId="20577"/>
        <pc:sldMkLst>
          <pc:docMk/>
          <pc:sldMk cId="0" sldId="263"/>
        </pc:sldMkLst>
        <pc:spChg chg="add mod">
          <ac:chgData name="William Santos" userId="3c44bde2a603709d" providerId="LiveId" clId="{EEA2192A-38D1-4A54-81F6-6ECFB1187D77}" dt="2026-02-08T21:19:29.010" v="12241" actId="20577"/>
          <ac:spMkLst>
            <pc:docMk/>
            <pc:sldMk cId="0" sldId="263"/>
            <ac:spMk id="2" creationId="{E1841158-E501-5360-6073-5ABCC408524F}"/>
          </ac:spMkLst>
        </pc:spChg>
        <pc:spChg chg="mod">
          <ac:chgData name="William Santos" userId="3c44bde2a603709d" providerId="LiveId" clId="{EEA2192A-38D1-4A54-81F6-6ECFB1187D77}" dt="2026-02-07T18:24:39.106" v="192" actId="790"/>
          <ac:spMkLst>
            <pc:docMk/>
            <pc:sldMk cId="0" sldId="263"/>
            <ac:spMk id="180" creationId="{00000000-0000-0000-0000-000000000000}"/>
          </ac:spMkLst>
        </pc:spChg>
        <pc:spChg chg="del mod ord">
          <ac:chgData name="William Santos" userId="3c44bde2a603709d" providerId="LiveId" clId="{EEA2192A-38D1-4A54-81F6-6ECFB1187D77}" dt="2026-02-08T21:16:54.192" v="12209" actId="478"/>
          <ac:spMkLst>
            <pc:docMk/>
            <pc:sldMk cId="0" sldId="263"/>
            <ac:spMk id="181" creationId="{00000000-0000-0000-0000-000000000000}"/>
          </ac:spMkLst>
        </pc:spChg>
        <pc:spChg chg="mod">
          <ac:chgData name="William Santos" userId="3c44bde2a603709d" providerId="LiveId" clId="{EEA2192A-38D1-4A54-81F6-6ECFB1187D77}" dt="2026-02-07T18:24:39.106" v="192" actId="790"/>
          <ac:spMkLst>
            <pc:docMk/>
            <pc:sldMk cId="0" sldId="263"/>
            <ac:spMk id="182" creationId="{00000000-0000-0000-0000-000000000000}"/>
          </ac:spMkLst>
        </pc:spChg>
        <pc:spChg chg="del mod">
          <ac:chgData name="William Santos" userId="3c44bde2a603709d" providerId="LiveId" clId="{EEA2192A-38D1-4A54-81F6-6ECFB1187D77}" dt="2026-02-08T21:19:16.443" v="12236" actId="478"/>
          <ac:spMkLst>
            <pc:docMk/>
            <pc:sldMk cId="0" sldId="263"/>
            <ac:spMk id="183" creationId="{00000000-0000-0000-0000-000000000000}"/>
          </ac:spMkLst>
        </pc:spChg>
      </pc:sldChg>
      <pc:sldChg chg="modSp mod">
        <pc:chgData name="William Santos" userId="3c44bde2a603709d" providerId="LiveId" clId="{EEA2192A-38D1-4A54-81F6-6ECFB1187D77}" dt="2026-02-07T18:24:39.106" v="192" actId="790"/>
        <pc:sldMkLst>
          <pc:docMk/>
          <pc:sldMk cId="0" sldId="264"/>
        </pc:sldMkLst>
        <pc:spChg chg="mod">
          <ac:chgData name="William Santos" userId="3c44bde2a603709d" providerId="LiveId" clId="{EEA2192A-38D1-4A54-81F6-6ECFB1187D77}" dt="2026-02-07T18:24:39.106" v="192" actId="790"/>
          <ac:spMkLst>
            <pc:docMk/>
            <pc:sldMk cId="0" sldId="264"/>
            <ac:spMk id="189" creationId="{00000000-0000-0000-0000-000000000000}"/>
          </ac:spMkLst>
        </pc:spChg>
        <pc:spChg chg="mod">
          <ac:chgData name="William Santos" userId="3c44bde2a603709d" providerId="LiveId" clId="{EEA2192A-38D1-4A54-81F6-6ECFB1187D77}" dt="2026-02-07T18:24:39.106" v="192" actId="790"/>
          <ac:spMkLst>
            <pc:docMk/>
            <pc:sldMk cId="0" sldId="264"/>
            <ac:spMk id="190" creationId="{00000000-0000-0000-0000-000000000000}"/>
          </ac:spMkLst>
        </pc:spChg>
        <pc:spChg chg="mod">
          <ac:chgData name="William Santos" userId="3c44bde2a603709d" providerId="LiveId" clId="{EEA2192A-38D1-4A54-81F6-6ECFB1187D77}" dt="2026-02-07T18:24:39.106" v="192" actId="790"/>
          <ac:spMkLst>
            <pc:docMk/>
            <pc:sldMk cId="0" sldId="264"/>
            <ac:spMk id="191" creationId="{00000000-0000-0000-0000-000000000000}"/>
          </ac:spMkLst>
        </pc:spChg>
      </pc:sldChg>
      <pc:sldChg chg="del">
        <pc:chgData name="William Santos" userId="3c44bde2a603709d" providerId="LiveId" clId="{EEA2192A-38D1-4A54-81F6-6ECFB1187D77}" dt="2026-02-07T18:21:18.690" v="153" actId="47"/>
        <pc:sldMkLst>
          <pc:docMk/>
          <pc:sldMk cId="0" sldId="265"/>
        </pc:sldMkLst>
      </pc:sldChg>
      <pc:sldChg chg="del">
        <pc:chgData name="William Santos" userId="3c44bde2a603709d" providerId="LiveId" clId="{EEA2192A-38D1-4A54-81F6-6ECFB1187D77}" dt="2026-02-07T17:02:56.414" v="13" actId="2696"/>
        <pc:sldMkLst>
          <pc:docMk/>
          <pc:sldMk cId="0" sldId="266"/>
        </pc:sldMkLst>
      </pc:sldChg>
      <pc:sldChg chg="modSp mod ord modNotes">
        <pc:chgData name="William Santos" userId="3c44bde2a603709d" providerId="LiveId" clId="{EEA2192A-38D1-4A54-81F6-6ECFB1187D77}" dt="2026-02-07T18:24:39.106" v="192" actId="790"/>
        <pc:sldMkLst>
          <pc:docMk/>
          <pc:sldMk cId="0" sldId="267"/>
        </pc:sldMkLst>
        <pc:spChg chg="mod">
          <ac:chgData name="William Santos" userId="3c44bde2a603709d" providerId="LiveId" clId="{EEA2192A-38D1-4A54-81F6-6ECFB1187D77}" dt="2026-02-07T18:24:39.106" v="192" actId="790"/>
          <ac:spMkLst>
            <pc:docMk/>
            <pc:sldMk cId="0" sldId="267"/>
            <ac:spMk id="216" creationId="{00000000-0000-0000-0000-000000000000}"/>
          </ac:spMkLst>
        </pc:spChg>
      </pc:sldChg>
      <pc:sldChg chg="modSp mod">
        <pc:chgData name="William Santos" userId="3c44bde2a603709d" providerId="LiveId" clId="{EEA2192A-38D1-4A54-81F6-6ECFB1187D77}" dt="2026-02-07T18:24:39.106" v="192" actId="790"/>
        <pc:sldMkLst>
          <pc:docMk/>
          <pc:sldMk cId="0" sldId="268"/>
        </pc:sldMkLst>
        <pc:spChg chg="mod">
          <ac:chgData name="William Santos" userId="3c44bde2a603709d" providerId="LiveId" clId="{EEA2192A-38D1-4A54-81F6-6ECFB1187D77}" dt="2026-02-07T18:24:39.106" v="192" actId="790"/>
          <ac:spMkLst>
            <pc:docMk/>
            <pc:sldMk cId="0" sldId="268"/>
            <ac:spMk id="222" creationId="{00000000-0000-0000-0000-000000000000}"/>
          </ac:spMkLst>
        </pc:spChg>
        <pc:spChg chg="mod">
          <ac:chgData name="William Santos" userId="3c44bde2a603709d" providerId="LiveId" clId="{EEA2192A-38D1-4A54-81F6-6ECFB1187D77}" dt="2026-02-07T18:24:39.106" v="192" actId="790"/>
          <ac:spMkLst>
            <pc:docMk/>
            <pc:sldMk cId="0" sldId="268"/>
            <ac:spMk id="223" creationId="{00000000-0000-0000-0000-000000000000}"/>
          </ac:spMkLst>
        </pc:spChg>
        <pc:spChg chg="mod">
          <ac:chgData name="William Santos" userId="3c44bde2a603709d" providerId="LiveId" clId="{EEA2192A-38D1-4A54-81F6-6ECFB1187D77}" dt="2026-02-07T18:24:39.106" v="192" actId="790"/>
          <ac:spMkLst>
            <pc:docMk/>
            <pc:sldMk cId="0" sldId="268"/>
            <ac:spMk id="224" creationId="{00000000-0000-0000-0000-000000000000}"/>
          </ac:spMkLst>
        </pc:spChg>
      </pc:sldChg>
      <pc:sldChg chg="delSp modSp add mod">
        <pc:chgData name="William Santos" userId="3c44bde2a603709d" providerId="LiveId" clId="{EEA2192A-38D1-4A54-81F6-6ECFB1187D77}" dt="2026-02-07T18:48:45.293" v="1927" actId="20577"/>
        <pc:sldMkLst>
          <pc:docMk/>
          <pc:sldMk cId="2130597499" sldId="269"/>
        </pc:sldMkLst>
        <pc:spChg chg="mod">
          <ac:chgData name="William Santos" userId="3c44bde2a603709d" providerId="LiveId" clId="{EEA2192A-38D1-4A54-81F6-6ECFB1187D77}" dt="2026-02-07T18:48:45.293" v="1927" actId="20577"/>
          <ac:spMkLst>
            <pc:docMk/>
            <pc:sldMk cId="2130597499" sldId="269"/>
            <ac:spMk id="154" creationId="{304A3DCE-7348-2816-9F21-3E7B66367444}"/>
          </ac:spMkLst>
        </pc:spChg>
        <pc:spChg chg="mod">
          <ac:chgData name="William Santos" userId="3c44bde2a603709d" providerId="LiveId" clId="{EEA2192A-38D1-4A54-81F6-6ECFB1187D77}" dt="2026-02-07T18:34:12.916" v="1371" actId="20577"/>
          <ac:spMkLst>
            <pc:docMk/>
            <pc:sldMk cId="2130597499" sldId="269"/>
            <ac:spMk id="155" creationId="{C83B94B3-0A95-0A9F-4233-9970F8066AAE}"/>
          </ac:spMkLst>
        </pc:spChg>
        <pc:spChg chg="mod">
          <ac:chgData name="William Santos" userId="3c44bde2a603709d" providerId="LiveId" clId="{EEA2192A-38D1-4A54-81F6-6ECFB1187D77}" dt="2026-02-07T18:34:34.533" v="1375" actId="14100"/>
          <ac:spMkLst>
            <pc:docMk/>
            <pc:sldMk cId="2130597499" sldId="269"/>
            <ac:spMk id="156" creationId="{56556A88-5194-E85F-A1AD-FDFA7B41023A}"/>
          </ac:spMkLst>
        </pc:spChg>
        <pc:spChg chg="del mod">
          <ac:chgData name="William Santos" userId="3c44bde2a603709d" providerId="LiveId" clId="{EEA2192A-38D1-4A54-81F6-6ECFB1187D77}" dt="2026-02-07T18:34:30.070" v="1374" actId="478"/>
          <ac:spMkLst>
            <pc:docMk/>
            <pc:sldMk cId="2130597499" sldId="269"/>
            <ac:spMk id="157" creationId="{9783A005-D12B-46A0-70AA-5EA5753A34E2}"/>
          </ac:spMkLst>
        </pc:spChg>
      </pc:sldChg>
      <pc:sldChg chg="modSp add mod">
        <pc:chgData name="William Santos" userId="3c44bde2a603709d" providerId="LiveId" clId="{EEA2192A-38D1-4A54-81F6-6ECFB1187D77}" dt="2026-02-07T18:24:39.106" v="192" actId="790"/>
        <pc:sldMkLst>
          <pc:docMk/>
          <pc:sldMk cId="0" sldId="270"/>
        </pc:sldMkLst>
        <pc:spChg chg="mod">
          <ac:chgData name="William Santos" userId="3c44bde2a603709d" providerId="LiveId" clId="{EEA2192A-38D1-4A54-81F6-6ECFB1187D77}" dt="2026-02-07T18:24:39.106" v="192" actId="790"/>
          <ac:spMkLst>
            <pc:docMk/>
            <pc:sldMk cId="0" sldId="270"/>
            <ac:spMk id="56" creationId="{00000000-0000-0000-0000-000000000000}"/>
          </ac:spMkLst>
        </pc:spChg>
        <pc:spChg chg="mod">
          <ac:chgData name="William Santos" userId="3c44bde2a603709d" providerId="LiveId" clId="{EEA2192A-38D1-4A54-81F6-6ECFB1187D77}" dt="2026-02-07T18:24:39.106" v="192" actId="790"/>
          <ac:spMkLst>
            <pc:docMk/>
            <pc:sldMk cId="0" sldId="270"/>
            <ac:spMk id="57" creationId="{00000000-0000-0000-0000-000000000000}"/>
          </ac:spMkLst>
        </pc:spChg>
        <pc:graphicFrameChg chg="modGraphic">
          <ac:chgData name="William Santos" userId="3c44bde2a603709d" providerId="LiveId" clId="{EEA2192A-38D1-4A54-81F6-6ECFB1187D77}" dt="2026-02-07T18:24:39.106" v="192" actId="790"/>
          <ac:graphicFrameMkLst>
            <pc:docMk/>
            <pc:sldMk cId="0" sldId="270"/>
            <ac:graphicFrameMk id="55" creationId="{00000000-0000-0000-0000-000000000000}"/>
          </ac:graphicFrameMkLst>
        </pc:graphicFrameChg>
      </pc:sldChg>
      <pc:sldChg chg="delSp modSp add mod">
        <pc:chgData name="William Santos" userId="3c44bde2a603709d" providerId="LiveId" clId="{EEA2192A-38D1-4A54-81F6-6ECFB1187D77}" dt="2026-02-08T19:03:28.229" v="11937" actId="20577"/>
        <pc:sldMkLst>
          <pc:docMk/>
          <pc:sldMk cId="3133944947" sldId="271"/>
        </pc:sldMkLst>
        <pc:spChg chg="mod">
          <ac:chgData name="William Santos" userId="3c44bde2a603709d" providerId="LiveId" clId="{EEA2192A-38D1-4A54-81F6-6ECFB1187D77}" dt="2026-02-07T18:24:39.106" v="192" actId="790"/>
          <ac:spMkLst>
            <pc:docMk/>
            <pc:sldMk cId="3133944947" sldId="271"/>
            <ac:spMk id="108" creationId="{2223A822-4D22-BD52-DD5E-B7882507514B}"/>
          </ac:spMkLst>
        </pc:spChg>
        <pc:spChg chg="mod">
          <ac:chgData name="William Santos" userId="3c44bde2a603709d" providerId="LiveId" clId="{EEA2192A-38D1-4A54-81F6-6ECFB1187D77}" dt="2026-02-07T17:44:30.681" v="114" actId="14100"/>
          <ac:spMkLst>
            <pc:docMk/>
            <pc:sldMk cId="3133944947" sldId="271"/>
            <ac:spMk id="109" creationId="{1336E7F0-906F-CC38-D128-9E3FE955925A}"/>
          </ac:spMkLst>
        </pc:spChg>
        <pc:spChg chg="mod">
          <ac:chgData name="William Santos" userId="3c44bde2a603709d" providerId="LiveId" clId="{EEA2192A-38D1-4A54-81F6-6ECFB1187D77}" dt="2026-02-07T18:24:39.106" v="192" actId="790"/>
          <ac:spMkLst>
            <pc:docMk/>
            <pc:sldMk cId="3133944947" sldId="271"/>
            <ac:spMk id="110" creationId="{B72F5FFC-8253-071B-B26B-4A2310045F3E}"/>
          </ac:spMkLst>
        </pc:spChg>
        <pc:spChg chg="mod">
          <ac:chgData name="William Santos" userId="3c44bde2a603709d" providerId="LiveId" clId="{EEA2192A-38D1-4A54-81F6-6ECFB1187D77}" dt="2026-02-07T18:24:39.106" v="192" actId="790"/>
          <ac:spMkLst>
            <pc:docMk/>
            <pc:sldMk cId="3133944947" sldId="271"/>
            <ac:spMk id="113" creationId="{E9094FC2-F028-3054-DAB0-D3A575E815CA}"/>
          </ac:spMkLst>
        </pc:spChg>
        <pc:spChg chg="mod">
          <ac:chgData name="William Santos" userId="3c44bde2a603709d" providerId="LiveId" clId="{EEA2192A-38D1-4A54-81F6-6ECFB1187D77}" dt="2026-02-07T18:24:39.106" v="192" actId="790"/>
          <ac:spMkLst>
            <pc:docMk/>
            <pc:sldMk cId="3133944947" sldId="271"/>
            <ac:spMk id="119" creationId="{71BDD5BF-16A3-0975-9046-762D5112873F}"/>
          </ac:spMkLst>
        </pc:spChg>
        <pc:spChg chg="mod topLvl">
          <ac:chgData name="William Santos" userId="3c44bde2a603709d" providerId="LiveId" clId="{EEA2192A-38D1-4A54-81F6-6ECFB1187D77}" dt="2026-02-08T19:03:28.229" v="11937" actId="20577"/>
          <ac:spMkLst>
            <pc:docMk/>
            <pc:sldMk cId="3133944947" sldId="271"/>
            <ac:spMk id="121" creationId="{6984F3ED-174D-154D-6EE0-FABDCD32DF12}"/>
          </ac:spMkLst>
        </pc:spChg>
        <pc:spChg chg="del topLvl">
          <ac:chgData name="William Santos" userId="3c44bde2a603709d" providerId="LiveId" clId="{EEA2192A-38D1-4A54-81F6-6ECFB1187D77}" dt="2026-02-07T18:19:09.441" v="138" actId="478"/>
          <ac:spMkLst>
            <pc:docMk/>
            <pc:sldMk cId="3133944947" sldId="271"/>
            <ac:spMk id="122" creationId="{DEABFFE1-CDB2-C3EE-34EC-2FDA568D312E}"/>
          </ac:spMkLst>
        </pc:spChg>
        <pc:spChg chg="mod">
          <ac:chgData name="William Santos" userId="3c44bde2a603709d" providerId="LiveId" clId="{EEA2192A-38D1-4A54-81F6-6ECFB1187D77}" dt="2026-02-07T18:24:39.106" v="192" actId="790"/>
          <ac:spMkLst>
            <pc:docMk/>
            <pc:sldMk cId="3133944947" sldId="271"/>
            <ac:spMk id="124" creationId="{FACE7B5E-4241-7D58-59EA-A0D38A113AA8}"/>
          </ac:spMkLst>
        </pc:spChg>
        <pc:spChg chg="mod">
          <ac:chgData name="William Santos" userId="3c44bde2a603709d" providerId="LiveId" clId="{EEA2192A-38D1-4A54-81F6-6ECFB1187D77}" dt="2026-02-07T17:44:46.132" v="116" actId="14100"/>
          <ac:spMkLst>
            <pc:docMk/>
            <pc:sldMk cId="3133944947" sldId="271"/>
            <ac:spMk id="125" creationId="{D39AD147-E6AB-EF27-2388-678AFBC49FFC}"/>
          </ac:spMkLst>
        </pc:spChg>
        <pc:spChg chg="mod">
          <ac:chgData name="William Santos" userId="3c44bde2a603709d" providerId="LiveId" clId="{EEA2192A-38D1-4A54-81F6-6ECFB1187D77}" dt="2026-02-07T18:24:39.106" v="192" actId="790"/>
          <ac:spMkLst>
            <pc:docMk/>
            <pc:sldMk cId="3133944947" sldId="271"/>
            <ac:spMk id="128" creationId="{7D2624F3-B3E9-E7A5-D01A-737D09F05329}"/>
          </ac:spMkLst>
        </pc:spChg>
        <pc:spChg chg="mod">
          <ac:chgData name="William Santos" userId="3c44bde2a603709d" providerId="LiveId" clId="{EEA2192A-38D1-4A54-81F6-6ECFB1187D77}" dt="2026-02-07T17:45:30.840" v="120" actId="14100"/>
          <ac:spMkLst>
            <pc:docMk/>
            <pc:sldMk cId="3133944947" sldId="271"/>
            <ac:spMk id="131" creationId="{A1C60E7F-094A-3A18-C900-91819C6D6D97}"/>
          </ac:spMkLst>
        </pc:spChg>
        <pc:spChg chg="mod">
          <ac:chgData name="William Santos" userId="3c44bde2a603709d" providerId="LiveId" clId="{EEA2192A-38D1-4A54-81F6-6ECFB1187D77}" dt="2026-02-07T17:45:45.863" v="122" actId="14100"/>
          <ac:spMkLst>
            <pc:docMk/>
            <pc:sldMk cId="3133944947" sldId="271"/>
            <ac:spMk id="134" creationId="{1293B00C-3670-DB08-6C2F-5CA7ADCA84F0}"/>
          </ac:spMkLst>
        </pc:spChg>
        <pc:spChg chg="mod">
          <ac:chgData name="William Santos" userId="3c44bde2a603709d" providerId="LiveId" clId="{EEA2192A-38D1-4A54-81F6-6ECFB1187D77}" dt="2026-02-07T18:24:39.106" v="192" actId="790"/>
          <ac:spMkLst>
            <pc:docMk/>
            <pc:sldMk cId="3133944947" sldId="271"/>
            <ac:spMk id="136" creationId="{BAF900DF-7D00-EF5F-8FCD-D4214FF240A2}"/>
          </ac:spMkLst>
        </pc:spChg>
        <pc:spChg chg="mod">
          <ac:chgData name="William Santos" userId="3c44bde2a603709d" providerId="LiveId" clId="{EEA2192A-38D1-4A54-81F6-6ECFB1187D77}" dt="2026-02-07T18:24:39.106" v="192" actId="790"/>
          <ac:spMkLst>
            <pc:docMk/>
            <pc:sldMk cId="3133944947" sldId="271"/>
            <ac:spMk id="137" creationId="{31B3DBC1-598C-445A-D81A-E5705263C0B8}"/>
          </ac:spMkLst>
        </pc:spChg>
        <pc:spChg chg="mod">
          <ac:chgData name="William Santos" userId="3c44bde2a603709d" providerId="LiveId" clId="{EEA2192A-38D1-4A54-81F6-6ECFB1187D77}" dt="2026-02-07T18:24:39.106" v="192" actId="790"/>
          <ac:spMkLst>
            <pc:docMk/>
            <pc:sldMk cId="3133944947" sldId="271"/>
            <ac:spMk id="138" creationId="{84701887-96A5-8D6C-17A1-6F8B24156FA1}"/>
          </ac:spMkLst>
        </pc:spChg>
        <pc:spChg chg="mod">
          <ac:chgData name="William Santos" userId="3c44bde2a603709d" providerId="LiveId" clId="{EEA2192A-38D1-4A54-81F6-6ECFB1187D77}" dt="2026-02-08T19:02:57.996" v="11932" actId="14100"/>
          <ac:spMkLst>
            <pc:docMk/>
            <pc:sldMk cId="3133944947" sldId="271"/>
            <ac:spMk id="139" creationId="{07AD3DE9-F1EB-B493-F62D-F4460D208452}"/>
          </ac:spMkLst>
        </pc:spChg>
        <pc:grpChg chg="del">
          <ac:chgData name="William Santos" userId="3c44bde2a603709d" providerId="LiveId" clId="{EEA2192A-38D1-4A54-81F6-6ECFB1187D77}" dt="2026-02-07T18:19:09.441" v="138" actId="478"/>
          <ac:grpSpMkLst>
            <pc:docMk/>
            <pc:sldMk cId="3133944947" sldId="271"/>
            <ac:grpSpMk id="120" creationId="{3A49E7C5-5157-BB31-9F1B-FBC244202B3E}"/>
          </ac:grpSpMkLst>
        </pc:grpChg>
      </pc:sldChg>
      <pc:sldChg chg="delSp modSp add mod">
        <pc:chgData name="William Santos" userId="3c44bde2a603709d" providerId="LiveId" clId="{EEA2192A-38D1-4A54-81F6-6ECFB1187D77}" dt="2026-02-07T18:24:39.106" v="192" actId="790"/>
        <pc:sldMkLst>
          <pc:docMk/>
          <pc:sldMk cId="1514742510" sldId="272"/>
        </pc:sldMkLst>
        <pc:spChg chg="mod">
          <ac:chgData name="William Santos" userId="3c44bde2a603709d" providerId="LiveId" clId="{EEA2192A-38D1-4A54-81F6-6ECFB1187D77}" dt="2026-02-07T18:24:39.106" v="192" actId="790"/>
          <ac:spMkLst>
            <pc:docMk/>
            <pc:sldMk cId="1514742510" sldId="272"/>
            <ac:spMk id="109" creationId="{ACC78BC7-D453-F329-7C8B-3EF4FE8A232E}"/>
          </ac:spMkLst>
        </pc:spChg>
        <pc:spChg chg="mod">
          <ac:chgData name="William Santos" userId="3c44bde2a603709d" providerId="LiveId" clId="{EEA2192A-38D1-4A54-81F6-6ECFB1187D77}" dt="2026-02-07T18:24:39.106" v="192" actId="790"/>
          <ac:spMkLst>
            <pc:docMk/>
            <pc:sldMk cId="1514742510" sldId="272"/>
            <ac:spMk id="110" creationId="{EB4297C6-B9B9-39BF-666E-ED68D90B2BF9}"/>
          </ac:spMkLst>
        </pc:spChg>
        <pc:spChg chg="mod">
          <ac:chgData name="William Santos" userId="3c44bde2a603709d" providerId="LiveId" clId="{EEA2192A-38D1-4A54-81F6-6ECFB1187D77}" dt="2026-02-07T18:24:39.106" v="192" actId="790"/>
          <ac:spMkLst>
            <pc:docMk/>
            <pc:sldMk cId="1514742510" sldId="272"/>
            <ac:spMk id="112" creationId="{B7093F55-68D3-3A64-9488-0F0946F0B6F4}"/>
          </ac:spMkLst>
        </pc:spChg>
        <pc:spChg chg="mod">
          <ac:chgData name="William Santos" userId="3c44bde2a603709d" providerId="LiveId" clId="{EEA2192A-38D1-4A54-81F6-6ECFB1187D77}" dt="2026-02-07T18:24:39.106" v="192" actId="790"/>
          <ac:spMkLst>
            <pc:docMk/>
            <pc:sldMk cId="1514742510" sldId="272"/>
            <ac:spMk id="113" creationId="{428B0A8B-DD30-B4CE-19D6-7158B4A27468}"/>
          </ac:spMkLst>
        </pc:spChg>
        <pc:spChg chg="mod">
          <ac:chgData name="William Santos" userId="3c44bde2a603709d" providerId="LiveId" clId="{EEA2192A-38D1-4A54-81F6-6ECFB1187D77}" dt="2026-02-07T18:24:39.106" v="192" actId="790"/>
          <ac:spMkLst>
            <pc:docMk/>
            <pc:sldMk cId="1514742510" sldId="272"/>
            <ac:spMk id="115" creationId="{002CE0F0-8442-9669-F389-202F9B3C97A7}"/>
          </ac:spMkLst>
        </pc:spChg>
        <pc:spChg chg="del mod">
          <ac:chgData name="William Santos" userId="3c44bde2a603709d" providerId="LiveId" clId="{EEA2192A-38D1-4A54-81F6-6ECFB1187D77}" dt="2026-02-07T17:48:02.854" v="137" actId="478"/>
          <ac:spMkLst>
            <pc:docMk/>
            <pc:sldMk cId="1514742510" sldId="272"/>
            <ac:spMk id="116" creationId="{14864709-EFF7-6E2F-323C-6B245EAF4533}"/>
          </ac:spMkLst>
        </pc:spChg>
        <pc:spChg chg="mod">
          <ac:chgData name="William Santos" userId="3c44bde2a603709d" providerId="LiveId" clId="{EEA2192A-38D1-4A54-81F6-6ECFB1187D77}" dt="2026-02-07T17:46:25.580" v="127" actId="14100"/>
          <ac:spMkLst>
            <pc:docMk/>
            <pc:sldMk cId="1514742510" sldId="272"/>
            <ac:spMk id="125" creationId="{C93D19BC-E916-E108-8133-8095FDD99F9D}"/>
          </ac:spMkLst>
        </pc:spChg>
        <pc:spChg chg="mod">
          <ac:chgData name="William Santos" userId="3c44bde2a603709d" providerId="LiveId" clId="{EEA2192A-38D1-4A54-81F6-6ECFB1187D77}" dt="2026-02-07T17:47:32.634" v="131" actId="14100"/>
          <ac:spMkLst>
            <pc:docMk/>
            <pc:sldMk cId="1514742510" sldId="272"/>
            <ac:spMk id="128" creationId="{235F54D8-3C48-6C00-515D-6963819B3079}"/>
          </ac:spMkLst>
        </pc:spChg>
        <pc:spChg chg="mod">
          <ac:chgData name="William Santos" userId="3c44bde2a603709d" providerId="LiveId" clId="{EEA2192A-38D1-4A54-81F6-6ECFB1187D77}" dt="2026-02-07T17:47:45.497" v="132"/>
          <ac:spMkLst>
            <pc:docMk/>
            <pc:sldMk cId="1514742510" sldId="272"/>
            <ac:spMk id="131" creationId="{C24261AD-2068-C3A1-AA4D-49E06D651C31}"/>
          </ac:spMkLst>
        </pc:spChg>
        <pc:spChg chg="mod topLvl">
          <ac:chgData name="William Santos" userId="3c44bde2a603709d" providerId="LiveId" clId="{EEA2192A-38D1-4A54-81F6-6ECFB1187D77}" dt="2026-02-07T18:24:39.106" v="192" actId="790"/>
          <ac:spMkLst>
            <pc:docMk/>
            <pc:sldMk cId="1514742510" sldId="272"/>
            <ac:spMk id="133" creationId="{0F52E59A-0EE4-E48A-86FE-0102E4ADBB59}"/>
          </ac:spMkLst>
        </pc:spChg>
        <pc:spChg chg="del topLvl">
          <ac:chgData name="William Santos" userId="3c44bde2a603709d" providerId="LiveId" clId="{EEA2192A-38D1-4A54-81F6-6ECFB1187D77}" dt="2026-02-07T17:47:48.657" v="133" actId="478"/>
          <ac:spMkLst>
            <pc:docMk/>
            <pc:sldMk cId="1514742510" sldId="272"/>
            <ac:spMk id="134" creationId="{8E0DB581-83E2-8730-8017-298081225B84}"/>
          </ac:spMkLst>
        </pc:spChg>
        <pc:spChg chg="mod">
          <ac:chgData name="William Santos" userId="3c44bde2a603709d" providerId="LiveId" clId="{EEA2192A-38D1-4A54-81F6-6ECFB1187D77}" dt="2026-02-07T18:24:39.106" v="192" actId="790"/>
          <ac:spMkLst>
            <pc:docMk/>
            <pc:sldMk cId="1514742510" sldId="272"/>
            <ac:spMk id="135" creationId="{412453DA-A7C1-F887-C124-596C3E1DC65F}"/>
          </ac:spMkLst>
        </pc:spChg>
        <pc:spChg chg="mod">
          <ac:chgData name="William Santos" userId="3c44bde2a603709d" providerId="LiveId" clId="{EEA2192A-38D1-4A54-81F6-6ECFB1187D77}" dt="2026-02-07T18:24:39.106" v="192" actId="790"/>
          <ac:spMkLst>
            <pc:docMk/>
            <pc:sldMk cId="1514742510" sldId="272"/>
            <ac:spMk id="136" creationId="{134A6334-C28F-48D7-1B64-D9D657C67130}"/>
          </ac:spMkLst>
        </pc:spChg>
        <pc:spChg chg="mod">
          <ac:chgData name="William Santos" userId="3c44bde2a603709d" providerId="LiveId" clId="{EEA2192A-38D1-4A54-81F6-6ECFB1187D77}" dt="2026-02-07T18:24:39.106" v="192" actId="790"/>
          <ac:spMkLst>
            <pc:docMk/>
            <pc:sldMk cId="1514742510" sldId="272"/>
            <ac:spMk id="137" creationId="{7465F708-F100-409E-C4D5-F3CE466933B0}"/>
          </ac:spMkLst>
        </pc:spChg>
        <pc:spChg chg="mod">
          <ac:chgData name="William Santos" userId="3c44bde2a603709d" providerId="LiveId" clId="{EEA2192A-38D1-4A54-81F6-6ECFB1187D77}" dt="2026-02-07T18:24:39.106" v="192" actId="790"/>
          <ac:spMkLst>
            <pc:docMk/>
            <pc:sldMk cId="1514742510" sldId="272"/>
            <ac:spMk id="139" creationId="{1E94D835-66C1-8C84-6E4D-3752E980080B}"/>
          </ac:spMkLst>
        </pc:spChg>
        <pc:grpChg chg="mod">
          <ac:chgData name="William Santos" userId="3c44bde2a603709d" providerId="LiveId" clId="{EEA2192A-38D1-4A54-81F6-6ECFB1187D77}" dt="2026-02-07T17:46:05.431" v="125" actId="14100"/>
          <ac:grpSpMkLst>
            <pc:docMk/>
            <pc:sldMk cId="1514742510" sldId="272"/>
            <ac:grpSpMk id="107" creationId="{5CB285AA-32FA-BA69-DCF7-E9431CB37F04}"/>
          </ac:grpSpMkLst>
        </pc:grpChg>
        <pc:grpChg chg="del">
          <ac:chgData name="William Santos" userId="3c44bde2a603709d" providerId="LiveId" clId="{EEA2192A-38D1-4A54-81F6-6ECFB1187D77}" dt="2026-02-07T17:47:57.481" v="135" actId="478"/>
          <ac:grpSpMkLst>
            <pc:docMk/>
            <pc:sldMk cId="1514742510" sldId="272"/>
            <ac:grpSpMk id="117" creationId="{32AE886D-E72A-7447-B526-3BB27E547280}"/>
          </ac:grpSpMkLst>
        </pc:grpChg>
        <pc:grpChg chg="del">
          <ac:chgData name="William Santos" userId="3c44bde2a603709d" providerId="LiveId" clId="{EEA2192A-38D1-4A54-81F6-6ECFB1187D77}" dt="2026-02-07T17:47:55.407" v="134" actId="478"/>
          <ac:grpSpMkLst>
            <pc:docMk/>
            <pc:sldMk cId="1514742510" sldId="272"/>
            <ac:grpSpMk id="120" creationId="{D31080F6-26D2-336F-CDB4-678233064C89}"/>
          </ac:grpSpMkLst>
        </pc:grpChg>
        <pc:grpChg chg="del">
          <ac:chgData name="William Santos" userId="3c44bde2a603709d" providerId="LiveId" clId="{EEA2192A-38D1-4A54-81F6-6ECFB1187D77}" dt="2026-02-07T17:47:48.657" v="133" actId="478"/>
          <ac:grpSpMkLst>
            <pc:docMk/>
            <pc:sldMk cId="1514742510" sldId="272"/>
            <ac:grpSpMk id="132" creationId="{225144EB-1B33-AC49-02D6-5DBD6E68B9BB}"/>
          </ac:grpSpMkLst>
        </pc:grpChg>
      </pc:sldChg>
      <pc:sldChg chg="addSp delSp modSp add mod">
        <pc:chgData name="William Santos" userId="3c44bde2a603709d" providerId="LiveId" clId="{EEA2192A-38D1-4A54-81F6-6ECFB1187D77}" dt="2026-02-07T22:20:08.346" v="7462" actId="478"/>
        <pc:sldMkLst>
          <pc:docMk/>
          <pc:sldMk cId="1438511170" sldId="273"/>
        </pc:sldMkLst>
        <pc:spChg chg="add del">
          <ac:chgData name="William Santos" userId="3c44bde2a603709d" providerId="LiveId" clId="{EEA2192A-38D1-4A54-81F6-6ECFB1187D77}" dt="2026-02-07T22:19:54.101" v="7457" actId="478"/>
          <ac:spMkLst>
            <pc:docMk/>
            <pc:sldMk cId="1438511170" sldId="273"/>
            <ac:spMk id="154" creationId="{A2526DFF-F960-7D63-A54F-197BF115EAD9}"/>
          </ac:spMkLst>
        </pc:spChg>
        <pc:spChg chg="add del">
          <ac:chgData name="William Santos" userId="3c44bde2a603709d" providerId="LiveId" clId="{EEA2192A-38D1-4A54-81F6-6ECFB1187D77}" dt="2026-02-07T22:19:56.865" v="7458" actId="478"/>
          <ac:spMkLst>
            <pc:docMk/>
            <pc:sldMk cId="1438511170" sldId="273"/>
            <ac:spMk id="155" creationId="{D33F119E-C11F-647D-B61D-5F90B37729F6}"/>
          </ac:spMkLst>
        </pc:spChg>
        <pc:spChg chg="add del">
          <ac:chgData name="William Santos" userId="3c44bde2a603709d" providerId="LiveId" clId="{EEA2192A-38D1-4A54-81F6-6ECFB1187D77}" dt="2026-02-07T22:20:08.346" v="7462" actId="478"/>
          <ac:spMkLst>
            <pc:docMk/>
            <pc:sldMk cId="1438511170" sldId="273"/>
            <ac:spMk id="157" creationId="{36D2519C-723B-0093-B07A-AEF572836961}"/>
          </ac:spMkLst>
        </pc:spChg>
        <pc:picChg chg="add mod">
          <ac:chgData name="William Santos" userId="3c44bde2a603709d" providerId="LiveId" clId="{EEA2192A-38D1-4A54-81F6-6ECFB1187D77}" dt="2026-02-07T22:19:36.763" v="7446" actId="1076"/>
          <ac:picMkLst>
            <pc:docMk/>
            <pc:sldMk cId="1438511170" sldId="273"/>
            <ac:picMk id="4098" creationId="{457A9798-06D1-B7AE-F589-3D802BC39227}"/>
          </ac:picMkLst>
        </pc:picChg>
        <pc:picChg chg="add mod">
          <ac:chgData name="William Santos" userId="3c44bde2a603709d" providerId="LiveId" clId="{EEA2192A-38D1-4A54-81F6-6ECFB1187D77}" dt="2026-02-07T22:20:04.247" v="7461" actId="1076"/>
          <ac:picMkLst>
            <pc:docMk/>
            <pc:sldMk cId="1438511170" sldId="273"/>
            <ac:picMk id="4100" creationId="{AF2DE263-F9D7-17BB-50B1-8F78B0A8A3D4}"/>
          </ac:picMkLst>
        </pc:picChg>
      </pc:sldChg>
      <pc:sldChg chg="delSp modSp add mod">
        <pc:chgData name="William Santos" userId="3c44bde2a603709d" providerId="LiveId" clId="{EEA2192A-38D1-4A54-81F6-6ECFB1187D77}" dt="2026-02-08T21:06:24.389" v="11938" actId="166"/>
        <pc:sldMkLst>
          <pc:docMk/>
          <pc:sldMk cId="3619406934" sldId="274"/>
        </pc:sldMkLst>
        <pc:spChg chg="mod ord">
          <ac:chgData name="William Santos" userId="3c44bde2a603709d" providerId="LiveId" clId="{EEA2192A-38D1-4A54-81F6-6ECFB1187D77}" dt="2026-02-08T21:06:24.389" v="11938" actId="166"/>
          <ac:spMkLst>
            <pc:docMk/>
            <pc:sldMk cId="3619406934" sldId="274"/>
            <ac:spMk id="154" creationId="{12ABB5BB-6486-3EF3-C63D-7EDFF245AE4F}"/>
          </ac:spMkLst>
        </pc:spChg>
        <pc:spChg chg="mod">
          <ac:chgData name="William Santos" userId="3c44bde2a603709d" providerId="LiveId" clId="{EEA2192A-38D1-4A54-81F6-6ECFB1187D77}" dt="2026-02-07T22:15:14.112" v="7421"/>
          <ac:spMkLst>
            <pc:docMk/>
            <pc:sldMk cId="3619406934" sldId="274"/>
            <ac:spMk id="155" creationId="{9E99DC98-C627-F472-9425-7F8DCE0131F4}"/>
          </ac:spMkLst>
        </pc:spChg>
        <pc:spChg chg="del">
          <ac:chgData name="William Santos" userId="3c44bde2a603709d" providerId="LiveId" clId="{EEA2192A-38D1-4A54-81F6-6ECFB1187D77}" dt="2026-02-07T22:17:44.501" v="7431" actId="478"/>
          <ac:spMkLst>
            <pc:docMk/>
            <pc:sldMk cId="3619406934" sldId="274"/>
            <ac:spMk id="157" creationId="{27C221D6-AB85-CEA9-2022-80091CADEF44}"/>
          </ac:spMkLst>
        </pc:spChg>
      </pc:sldChg>
      <pc:sldChg chg="addSp delSp modSp add mod">
        <pc:chgData name="William Santos" userId="3c44bde2a603709d" providerId="LiveId" clId="{EEA2192A-38D1-4A54-81F6-6ECFB1187D77}" dt="2026-02-07T22:13:52.340" v="7416" actId="1076"/>
        <pc:sldMkLst>
          <pc:docMk/>
          <pc:sldMk cId="1914797029" sldId="275"/>
        </pc:sldMkLst>
        <pc:spChg chg="add">
          <ac:chgData name="William Santos" userId="3c44bde2a603709d" providerId="LiveId" clId="{EEA2192A-38D1-4A54-81F6-6ECFB1187D77}" dt="2026-02-07T22:12:02.465" v="7404"/>
          <ac:spMkLst>
            <pc:docMk/>
            <pc:sldMk cId="1914797029" sldId="275"/>
            <ac:spMk id="2" creationId="{CD1FB6B2-CDA7-BE5A-CBBD-A0B41FA5C93A}"/>
          </ac:spMkLst>
        </pc:spChg>
        <pc:spChg chg="add mod">
          <ac:chgData name="William Santos" userId="3c44bde2a603709d" providerId="LiveId" clId="{EEA2192A-38D1-4A54-81F6-6ECFB1187D77}" dt="2026-02-07T22:12:24.759" v="7406"/>
          <ac:spMkLst>
            <pc:docMk/>
            <pc:sldMk cId="1914797029" sldId="275"/>
            <ac:spMk id="3" creationId="{98FD4FC6-40B1-55B3-E73B-3B280E1ECBBB}"/>
          </ac:spMkLst>
        </pc:spChg>
        <pc:spChg chg="add mod">
          <ac:chgData name="William Santos" userId="3c44bde2a603709d" providerId="LiveId" clId="{EEA2192A-38D1-4A54-81F6-6ECFB1187D77}" dt="2026-02-07T22:12:49.958" v="7407"/>
          <ac:spMkLst>
            <pc:docMk/>
            <pc:sldMk cId="1914797029" sldId="275"/>
            <ac:spMk id="4" creationId="{E52537B9-324D-2FBA-E324-B2C47D512607}"/>
          </ac:spMkLst>
        </pc:spChg>
        <pc:spChg chg="del">
          <ac:chgData name="William Santos" userId="3c44bde2a603709d" providerId="LiveId" clId="{EEA2192A-38D1-4A54-81F6-6ECFB1187D77}" dt="2026-02-07T22:13:37.214" v="7411" actId="478"/>
          <ac:spMkLst>
            <pc:docMk/>
            <pc:sldMk cId="1914797029" sldId="275"/>
            <ac:spMk id="154" creationId="{495F3DA0-7984-BFF4-DECD-88A3CC456D5B}"/>
          </ac:spMkLst>
        </pc:spChg>
        <pc:spChg chg="del">
          <ac:chgData name="William Santos" userId="3c44bde2a603709d" providerId="LiveId" clId="{EEA2192A-38D1-4A54-81F6-6ECFB1187D77}" dt="2026-02-07T22:13:45.174" v="7413" actId="478"/>
          <ac:spMkLst>
            <pc:docMk/>
            <pc:sldMk cId="1914797029" sldId="275"/>
            <ac:spMk id="155" creationId="{F13FF597-038C-ED20-6214-E57424C88264}"/>
          </ac:spMkLst>
        </pc:spChg>
        <pc:spChg chg="del">
          <ac:chgData name="William Santos" userId="3c44bde2a603709d" providerId="LiveId" clId="{EEA2192A-38D1-4A54-81F6-6ECFB1187D77}" dt="2026-02-07T22:13:40.721" v="7412" actId="478"/>
          <ac:spMkLst>
            <pc:docMk/>
            <pc:sldMk cId="1914797029" sldId="275"/>
            <ac:spMk id="157" creationId="{734CF322-FC29-8CF2-9DE8-544E04DE0E07}"/>
          </ac:spMkLst>
        </pc:spChg>
        <pc:picChg chg="add mod">
          <ac:chgData name="William Santos" userId="3c44bde2a603709d" providerId="LiveId" clId="{EEA2192A-38D1-4A54-81F6-6ECFB1187D77}" dt="2026-02-07T22:13:52.340" v="7416" actId="1076"/>
          <ac:picMkLst>
            <pc:docMk/>
            <pc:sldMk cId="1914797029" sldId="275"/>
            <ac:picMk id="6" creationId="{1AC1EACB-D7AB-5813-55F1-63E3948E4A4B}"/>
          </ac:picMkLst>
        </pc:picChg>
      </pc:sldChg>
      <pc:sldChg chg="addSp delSp modSp add mod">
        <pc:chgData name="William Santos" userId="3c44bde2a603709d" providerId="LiveId" clId="{EEA2192A-38D1-4A54-81F6-6ECFB1187D77}" dt="2026-02-07T22:04:41.874" v="7402" actId="478"/>
        <pc:sldMkLst>
          <pc:docMk/>
          <pc:sldMk cId="3890542913" sldId="276"/>
        </pc:sldMkLst>
        <pc:spChg chg="del">
          <ac:chgData name="William Santos" userId="3c44bde2a603709d" providerId="LiveId" clId="{EEA2192A-38D1-4A54-81F6-6ECFB1187D77}" dt="2026-02-07T22:04:29.893" v="7398" actId="478"/>
          <ac:spMkLst>
            <pc:docMk/>
            <pc:sldMk cId="3890542913" sldId="276"/>
            <ac:spMk id="154" creationId="{7EABFD26-8D45-5138-6455-01975D7B076A}"/>
          </ac:spMkLst>
        </pc:spChg>
        <pc:spChg chg="del">
          <ac:chgData name="William Santos" userId="3c44bde2a603709d" providerId="LiveId" clId="{EEA2192A-38D1-4A54-81F6-6ECFB1187D77}" dt="2026-02-07T22:04:39.321" v="7401" actId="478"/>
          <ac:spMkLst>
            <pc:docMk/>
            <pc:sldMk cId="3890542913" sldId="276"/>
            <ac:spMk id="155" creationId="{1D93A4A4-66DA-FA35-21CC-B09E5C6DF78B}"/>
          </ac:spMkLst>
        </pc:spChg>
        <pc:spChg chg="del">
          <ac:chgData name="William Santos" userId="3c44bde2a603709d" providerId="LiveId" clId="{EEA2192A-38D1-4A54-81F6-6ECFB1187D77}" dt="2026-02-07T22:04:41.874" v="7402" actId="478"/>
          <ac:spMkLst>
            <pc:docMk/>
            <pc:sldMk cId="3890542913" sldId="276"/>
            <ac:spMk id="157" creationId="{CFE559F8-B8EE-BCCC-6CBA-0E83DC5426BC}"/>
          </ac:spMkLst>
        </pc:spChg>
        <pc:picChg chg="add mod">
          <ac:chgData name="William Santos" userId="3c44bde2a603709d" providerId="LiveId" clId="{EEA2192A-38D1-4A54-81F6-6ECFB1187D77}" dt="2026-02-07T22:04:36.749" v="7400" actId="1076"/>
          <ac:picMkLst>
            <pc:docMk/>
            <pc:sldMk cId="3890542913" sldId="276"/>
            <ac:picMk id="2050" creationId="{F30FC40A-832B-1822-FE1B-BCFC26B58D4D}"/>
          </ac:picMkLst>
        </pc:picChg>
      </pc:sldChg>
      <pc:sldChg chg="delSp modSp add mod">
        <pc:chgData name="William Santos" userId="3c44bde2a603709d" providerId="LiveId" clId="{EEA2192A-38D1-4A54-81F6-6ECFB1187D77}" dt="2026-02-07T22:26:07.421" v="7519" actId="20577"/>
        <pc:sldMkLst>
          <pc:docMk/>
          <pc:sldMk cId="269619828" sldId="277"/>
        </pc:sldMkLst>
        <pc:spChg chg="mod ord">
          <ac:chgData name="William Santos" userId="3c44bde2a603709d" providerId="LiveId" clId="{EEA2192A-38D1-4A54-81F6-6ECFB1187D77}" dt="2026-02-07T21:56:52.842" v="7387" actId="166"/>
          <ac:spMkLst>
            <pc:docMk/>
            <pc:sldMk cId="269619828" sldId="277"/>
            <ac:spMk id="154" creationId="{8908138A-9A83-C6D8-C6B0-94E27A1EA316}"/>
          </ac:spMkLst>
        </pc:spChg>
        <pc:spChg chg="mod">
          <ac:chgData name="William Santos" userId="3c44bde2a603709d" providerId="LiveId" clId="{EEA2192A-38D1-4A54-81F6-6ECFB1187D77}" dt="2026-02-07T22:26:07.421" v="7519" actId="20577"/>
          <ac:spMkLst>
            <pc:docMk/>
            <pc:sldMk cId="269619828" sldId="277"/>
            <ac:spMk id="155" creationId="{02CC660E-ED31-1075-E954-9336C93FC015}"/>
          </ac:spMkLst>
        </pc:spChg>
        <pc:spChg chg="del">
          <ac:chgData name="William Santos" userId="3c44bde2a603709d" providerId="LiveId" clId="{EEA2192A-38D1-4A54-81F6-6ECFB1187D77}" dt="2026-02-07T21:56:49.359" v="7386" actId="478"/>
          <ac:spMkLst>
            <pc:docMk/>
            <pc:sldMk cId="269619828" sldId="277"/>
            <ac:spMk id="157" creationId="{99658F5C-8B2D-06DA-4E85-D5F74E952133}"/>
          </ac:spMkLst>
        </pc:spChg>
      </pc:sldChg>
      <pc:sldChg chg="delSp modSp add mod">
        <pc:chgData name="William Santos" userId="3c44bde2a603709d" providerId="LiveId" clId="{EEA2192A-38D1-4A54-81F6-6ECFB1187D77}" dt="2026-02-07T22:04:55.475" v="7403" actId="166"/>
        <pc:sldMkLst>
          <pc:docMk/>
          <pc:sldMk cId="277971068" sldId="278"/>
        </pc:sldMkLst>
        <pc:spChg chg="mod ord">
          <ac:chgData name="William Santos" userId="3c44bde2a603709d" providerId="LiveId" clId="{EEA2192A-38D1-4A54-81F6-6ECFB1187D77}" dt="2026-02-07T22:04:55.475" v="7403" actId="166"/>
          <ac:spMkLst>
            <pc:docMk/>
            <pc:sldMk cId="277971068" sldId="278"/>
            <ac:spMk id="154" creationId="{01F6C179-B740-F3F4-ADD3-626FA3EA8BCD}"/>
          </ac:spMkLst>
        </pc:spChg>
        <pc:spChg chg="mod">
          <ac:chgData name="William Santos" userId="3c44bde2a603709d" providerId="LiveId" clId="{EEA2192A-38D1-4A54-81F6-6ECFB1187D77}" dt="2026-02-07T21:54:58.241" v="7372"/>
          <ac:spMkLst>
            <pc:docMk/>
            <pc:sldMk cId="277971068" sldId="278"/>
            <ac:spMk id="155" creationId="{836F17D9-38D3-1F93-AD00-1B4A908788C2}"/>
          </ac:spMkLst>
        </pc:spChg>
        <pc:spChg chg="del">
          <ac:chgData name="William Santos" userId="3c44bde2a603709d" providerId="LiveId" clId="{EEA2192A-38D1-4A54-81F6-6ECFB1187D77}" dt="2026-02-07T21:55:09.815" v="7373" actId="478"/>
          <ac:spMkLst>
            <pc:docMk/>
            <pc:sldMk cId="277971068" sldId="278"/>
            <ac:spMk id="157" creationId="{E684DA74-E226-DD0D-3E0A-2D4720663171}"/>
          </ac:spMkLst>
        </pc:spChg>
      </pc:sldChg>
      <pc:sldChg chg="delSp modSp add mod">
        <pc:chgData name="William Santos" userId="3c44bde2a603709d" providerId="LiveId" clId="{EEA2192A-38D1-4A54-81F6-6ECFB1187D77}" dt="2026-02-07T21:46:17.248" v="7369" actId="166"/>
        <pc:sldMkLst>
          <pc:docMk/>
          <pc:sldMk cId="2053401189" sldId="279"/>
        </pc:sldMkLst>
        <pc:spChg chg="mod ord">
          <ac:chgData name="William Santos" userId="3c44bde2a603709d" providerId="LiveId" clId="{EEA2192A-38D1-4A54-81F6-6ECFB1187D77}" dt="2026-02-07T21:46:17.248" v="7369" actId="166"/>
          <ac:spMkLst>
            <pc:docMk/>
            <pc:sldMk cId="2053401189" sldId="279"/>
            <ac:spMk id="154" creationId="{9503619D-BD5D-C1EE-827A-F7E2D7429D69}"/>
          </ac:spMkLst>
        </pc:spChg>
        <pc:spChg chg="del">
          <ac:chgData name="William Santos" userId="3c44bde2a603709d" providerId="LiveId" clId="{EEA2192A-38D1-4A54-81F6-6ECFB1187D77}" dt="2026-02-07T21:46:01.079" v="7365" actId="478"/>
          <ac:spMkLst>
            <pc:docMk/>
            <pc:sldMk cId="2053401189" sldId="279"/>
            <ac:spMk id="155" creationId="{BA9101D6-2CC0-82A9-2938-36398EC79D1C}"/>
          </ac:spMkLst>
        </pc:spChg>
        <pc:spChg chg="del">
          <ac:chgData name="William Santos" userId="3c44bde2a603709d" providerId="LiveId" clId="{EEA2192A-38D1-4A54-81F6-6ECFB1187D77}" dt="2026-02-07T21:46:12.561" v="7368" actId="478"/>
          <ac:spMkLst>
            <pc:docMk/>
            <pc:sldMk cId="2053401189" sldId="279"/>
            <ac:spMk id="157" creationId="{B5AAEF33-1D69-80D5-52F0-ED70CE6CEEE4}"/>
          </ac:spMkLst>
        </pc:spChg>
      </pc:sldChg>
      <pc:sldChg chg="delSp modSp add mod">
        <pc:chgData name="William Santos" userId="3c44bde2a603709d" providerId="LiveId" clId="{EEA2192A-38D1-4A54-81F6-6ECFB1187D77}" dt="2026-02-07T21:45:51.387" v="7363" actId="1076"/>
        <pc:sldMkLst>
          <pc:docMk/>
          <pc:sldMk cId="456464885" sldId="280"/>
        </pc:sldMkLst>
        <pc:spChg chg="mod ord">
          <ac:chgData name="William Santos" userId="3c44bde2a603709d" providerId="LiveId" clId="{EEA2192A-38D1-4A54-81F6-6ECFB1187D77}" dt="2026-02-07T21:45:51.387" v="7363" actId="1076"/>
          <ac:spMkLst>
            <pc:docMk/>
            <pc:sldMk cId="456464885" sldId="280"/>
            <ac:spMk id="154" creationId="{BE68B33B-F416-B51C-7A38-379A66D5D2D4}"/>
          </ac:spMkLst>
        </pc:spChg>
        <pc:spChg chg="del">
          <ac:chgData name="William Santos" userId="3c44bde2a603709d" providerId="LiveId" clId="{EEA2192A-38D1-4A54-81F6-6ECFB1187D77}" dt="2026-02-07T21:45:43.620" v="7362" actId="478"/>
          <ac:spMkLst>
            <pc:docMk/>
            <pc:sldMk cId="456464885" sldId="280"/>
            <ac:spMk id="155" creationId="{5371A7E6-3CA6-5512-872D-5311BBCD61F8}"/>
          </ac:spMkLst>
        </pc:spChg>
        <pc:spChg chg="mod">
          <ac:chgData name="William Santos" userId="3c44bde2a603709d" providerId="LiveId" clId="{EEA2192A-38D1-4A54-81F6-6ECFB1187D77}" dt="2026-02-07T21:44:47.371" v="7361" actId="14100"/>
          <ac:spMkLst>
            <pc:docMk/>
            <pc:sldMk cId="456464885" sldId="280"/>
            <ac:spMk id="156" creationId="{5AA4FEE8-70C0-F061-3E16-65271A3354BE}"/>
          </ac:spMkLst>
        </pc:spChg>
        <pc:spChg chg="del">
          <ac:chgData name="William Santos" userId="3c44bde2a603709d" providerId="LiveId" clId="{EEA2192A-38D1-4A54-81F6-6ECFB1187D77}" dt="2026-02-07T21:44:33.448" v="7358" actId="478"/>
          <ac:spMkLst>
            <pc:docMk/>
            <pc:sldMk cId="456464885" sldId="280"/>
            <ac:spMk id="157" creationId="{DDAF6862-45F0-0A6E-99C5-D9E4B23681D7}"/>
          </ac:spMkLst>
        </pc:spChg>
      </pc:sldChg>
      <pc:sldChg chg="delSp modSp add mod">
        <pc:chgData name="William Santos" userId="3c44bde2a603709d" providerId="LiveId" clId="{EEA2192A-38D1-4A54-81F6-6ECFB1187D77}" dt="2026-02-07T21:43:39.064" v="7352" actId="113"/>
        <pc:sldMkLst>
          <pc:docMk/>
          <pc:sldMk cId="2362869461" sldId="281"/>
        </pc:sldMkLst>
        <pc:spChg chg="mod ord">
          <ac:chgData name="William Santos" userId="3c44bde2a603709d" providerId="LiveId" clId="{EEA2192A-38D1-4A54-81F6-6ECFB1187D77}" dt="2026-02-07T21:43:39.064" v="7352" actId="113"/>
          <ac:spMkLst>
            <pc:docMk/>
            <pc:sldMk cId="2362869461" sldId="281"/>
            <ac:spMk id="154" creationId="{A2775B5D-6131-44D4-5829-120DF7A0EF73}"/>
          </ac:spMkLst>
        </pc:spChg>
        <pc:spChg chg="mod">
          <ac:chgData name="William Santos" userId="3c44bde2a603709d" providerId="LiveId" clId="{EEA2192A-38D1-4A54-81F6-6ECFB1187D77}" dt="2026-02-07T21:42:40.283" v="7342"/>
          <ac:spMkLst>
            <pc:docMk/>
            <pc:sldMk cId="2362869461" sldId="281"/>
            <ac:spMk id="155" creationId="{69A5814C-3F99-82A2-F48F-6F5A01482DA3}"/>
          </ac:spMkLst>
        </pc:spChg>
        <pc:spChg chg="del">
          <ac:chgData name="William Santos" userId="3c44bde2a603709d" providerId="LiveId" clId="{EEA2192A-38D1-4A54-81F6-6ECFB1187D77}" dt="2026-02-07T21:43:11.301" v="7347" actId="478"/>
          <ac:spMkLst>
            <pc:docMk/>
            <pc:sldMk cId="2362869461" sldId="281"/>
            <ac:spMk id="157" creationId="{F33C24C8-2241-3BAF-D3E4-E7D1AD005F04}"/>
          </ac:spMkLst>
        </pc:spChg>
      </pc:sldChg>
      <pc:sldChg chg="delSp modSp add mod">
        <pc:chgData name="William Santos" userId="3c44bde2a603709d" providerId="LiveId" clId="{EEA2192A-38D1-4A54-81F6-6ECFB1187D77}" dt="2026-02-07T21:35:37.416" v="7336" actId="478"/>
        <pc:sldMkLst>
          <pc:docMk/>
          <pc:sldMk cId="1125524506" sldId="282"/>
        </pc:sldMkLst>
        <pc:spChg chg="mod">
          <ac:chgData name="William Santos" userId="3c44bde2a603709d" providerId="LiveId" clId="{EEA2192A-38D1-4A54-81F6-6ECFB1187D77}" dt="2026-02-07T21:35:20.528" v="7331" actId="20577"/>
          <ac:spMkLst>
            <pc:docMk/>
            <pc:sldMk cId="1125524506" sldId="282"/>
            <ac:spMk id="154" creationId="{55A5C6F0-88F2-3681-D56A-4E9618F6E3AC}"/>
          </ac:spMkLst>
        </pc:spChg>
        <pc:spChg chg="del">
          <ac:chgData name="William Santos" userId="3c44bde2a603709d" providerId="LiveId" clId="{EEA2192A-38D1-4A54-81F6-6ECFB1187D77}" dt="2026-02-07T21:35:37.416" v="7336" actId="478"/>
          <ac:spMkLst>
            <pc:docMk/>
            <pc:sldMk cId="1125524506" sldId="282"/>
            <ac:spMk id="155" creationId="{967E8312-9179-5C25-C920-4BB6D8491577}"/>
          </ac:spMkLst>
        </pc:spChg>
        <pc:spChg chg="mod">
          <ac:chgData name="William Santos" userId="3c44bde2a603709d" providerId="LiveId" clId="{EEA2192A-38D1-4A54-81F6-6ECFB1187D77}" dt="2026-02-07T21:35:34.227" v="7335" actId="1076"/>
          <ac:spMkLst>
            <pc:docMk/>
            <pc:sldMk cId="1125524506" sldId="282"/>
            <ac:spMk id="156" creationId="{F05DB050-AB29-ED66-6D65-A94A442104F6}"/>
          </ac:spMkLst>
        </pc:spChg>
        <pc:spChg chg="del">
          <ac:chgData name="William Santos" userId="3c44bde2a603709d" providerId="LiveId" clId="{EEA2192A-38D1-4A54-81F6-6ECFB1187D77}" dt="2026-02-07T21:35:28.382" v="7332" actId="478"/>
          <ac:spMkLst>
            <pc:docMk/>
            <pc:sldMk cId="1125524506" sldId="282"/>
            <ac:spMk id="157" creationId="{B5385A74-4898-4956-D958-4CEC939E888B}"/>
          </ac:spMkLst>
        </pc:spChg>
      </pc:sldChg>
      <pc:sldChg chg="delSp modSp add mod">
        <pc:chgData name="William Santos" userId="3c44bde2a603709d" providerId="LiveId" clId="{EEA2192A-38D1-4A54-81F6-6ECFB1187D77}" dt="2026-02-07T21:33:15.347" v="6874" actId="166"/>
        <pc:sldMkLst>
          <pc:docMk/>
          <pc:sldMk cId="1298300375" sldId="283"/>
        </pc:sldMkLst>
        <pc:spChg chg="mod ord">
          <ac:chgData name="William Santos" userId="3c44bde2a603709d" providerId="LiveId" clId="{EEA2192A-38D1-4A54-81F6-6ECFB1187D77}" dt="2026-02-07T21:33:15.347" v="6874" actId="166"/>
          <ac:spMkLst>
            <pc:docMk/>
            <pc:sldMk cId="1298300375" sldId="283"/>
            <ac:spMk id="154" creationId="{EAE35BF1-5C55-B36B-2B9F-3FFD0EB99760}"/>
          </ac:spMkLst>
        </pc:spChg>
        <pc:spChg chg="mod">
          <ac:chgData name="William Santos" userId="3c44bde2a603709d" providerId="LiveId" clId="{EEA2192A-38D1-4A54-81F6-6ECFB1187D77}" dt="2026-02-07T21:29:59.148" v="6189" actId="20577"/>
          <ac:spMkLst>
            <pc:docMk/>
            <pc:sldMk cId="1298300375" sldId="283"/>
            <ac:spMk id="155" creationId="{3FFF76A0-8F37-59E4-49F8-D90BD5D689BD}"/>
          </ac:spMkLst>
        </pc:spChg>
        <pc:spChg chg="mod">
          <ac:chgData name="William Santos" userId="3c44bde2a603709d" providerId="LiveId" clId="{EEA2192A-38D1-4A54-81F6-6ECFB1187D77}" dt="2026-02-07T21:30:53.410" v="6311" actId="14100"/>
          <ac:spMkLst>
            <pc:docMk/>
            <pc:sldMk cId="1298300375" sldId="283"/>
            <ac:spMk id="156" creationId="{B72F4126-6223-C947-4C76-5779F87060A9}"/>
          </ac:spMkLst>
        </pc:spChg>
        <pc:spChg chg="del">
          <ac:chgData name="William Santos" userId="3c44bde2a603709d" providerId="LiveId" clId="{EEA2192A-38D1-4A54-81F6-6ECFB1187D77}" dt="2026-02-07T21:30:50.196" v="6310" actId="478"/>
          <ac:spMkLst>
            <pc:docMk/>
            <pc:sldMk cId="1298300375" sldId="283"/>
            <ac:spMk id="157" creationId="{A4B79AAD-16BD-A91D-C399-D5DDF1E4AD04}"/>
          </ac:spMkLst>
        </pc:spChg>
      </pc:sldChg>
      <pc:sldChg chg="delSp modSp add mod">
        <pc:chgData name="William Santos" userId="3c44bde2a603709d" providerId="LiveId" clId="{EEA2192A-38D1-4A54-81F6-6ECFB1187D77}" dt="2026-02-07T21:14:24.699" v="4197" actId="478"/>
        <pc:sldMkLst>
          <pc:docMk/>
          <pc:sldMk cId="680043654" sldId="284"/>
        </pc:sldMkLst>
        <pc:spChg chg="mod">
          <ac:chgData name="William Santos" userId="3c44bde2a603709d" providerId="LiveId" clId="{EEA2192A-38D1-4A54-81F6-6ECFB1187D77}" dt="2026-02-07T21:14:11.347" v="4194" actId="20577"/>
          <ac:spMkLst>
            <pc:docMk/>
            <pc:sldMk cId="680043654" sldId="284"/>
            <ac:spMk id="154" creationId="{01701B1C-8D5F-2416-A5DF-BC118C2F32EB}"/>
          </ac:spMkLst>
        </pc:spChg>
        <pc:spChg chg="del">
          <ac:chgData name="William Santos" userId="3c44bde2a603709d" providerId="LiveId" clId="{EEA2192A-38D1-4A54-81F6-6ECFB1187D77}" dt="2026-02-07T21:14:24.699" v="4197" actId="478"/>
          <ac:spMkLst>
            <pc:docMk/>
            <pc:sldMk cId="680043654" sldId="284"/>
            <ac:spMk id="155" creationId="{6C2115ED-6034-264A-A4B1-DB0C083E320A}"/>
          </ac:spMkLst>
        </pc:spChg>
        <pc:spChg chg="mod">
          <ac:chgData name="William Santos" userId="3c44bde2a603709d" providerId="LiveId" clId="{EEA2192A-38D1-4A54-81F6-6ECFB1187D77}" dt="2026-02-07T21:14:20.700" v="4196" actId="14100"/>
          <ac:spMkLst>
            <pc:docMk/>
            <pc:sldMk cId="680043654" sldId="284"/>
            <ac:spMk id="156" creationId="{79A45A20-1556-9000-A28B-9723EA53BD2C}"/>
          </ac:spMkLst>
        </pc:spChg>
        <pc:spChg chg="del">
          <ac:chgData name="William Santos" userId="3c44bde2a603709d" providerId="LiveId" clId="{EEA2192A-38D1-4A54-81F6-6ECFB1187D77}" dt="2026-02-07T21:14:16.667" v="4195" actId="478"/>
          <ac:spMkLst>
            <pc:docMk/>
            <pc:sldMk cId="680043654" sldId="284"/>
            <ac:spMk id="157" creationId="{E505DD42-6394-937F-B088-29DE74FD3E60}"/>
          </ac:spMkLst>
        </pc:spChg>
      </pc:sldChg>
      <pc:sldChg chg="delSp modSp add mod">
        <pc:chgData name="William Santos" userId="3c44bde2a603709d" providerId="LiveId" clId="{EEA2192A-38D1-4A54-81F6-6ECFB1187D77}" dt="2026-02-07T21:12:46.834" v="3986" actId="166"/>
        <pc:sldMkLst>
          <pc:docMk/>
          <pc:sldMk cId="3046913306" sldId="285"/>
        </pc:sldMkLst>
        <pc:spChg chg="mod ord">
          <ac:chgData name="William Santos" userId="3c44bde2a603709d" providerId="LiveId" clId="{EEA2192A-38D1-4A54-81F6-6ECFB1187D77}" dt="2026-02-07T21:12:46.834" v="3986" actId="166"/>
          <ac:spMkLst>
            <pc:docMk/>
            <pc:sldMk cId="3046913306" sldId="285"/>
            <ac:spMk id="154" creationId="{3EB8E8A1-3A86-07D5-0371-09127CF3DBD4}"/>
          </ac:spMkLst>
        </pc:spChg>
        <pc:spChg chg="mod">
          <ac:chgData name="William Santos" userId="3c44bde2a603709d" providerId="LiveId" clId="{EEA2192A-38D1-4A54-81F6-6ECFB1187D77}" dt="2026-02-07T21:08:52.217" v="3370" actId="20577"/>
          <ac:spMkLst>
            <pc:docMk/>
            <pc:sldMk cId="3046913306" sldId="285"/>
            <ac:spMk id="155" creationId="{1CEDCC6C-61DC-5058-A9FB-A9A56643F222}"/>
          </ac:spMkLst>
        </pc:spChg>
        <pc:spChg chg="mod">
          <ac:chgData name="William Santos" userId="3c44bde2a603709d" providerId="LiveId" clId="{EEA2192A-38D1-4A54-81F6-6ECFB1187D77}" dt="2026-02-07T21:11:34.605" v="3735" actId="14100"/>
          <ac:spMkLst>
            <pc:docMk/>
            <pc:sldMk cId="3046913306" sldId="285"/>
            <ac:spMk id="156" creationId="{D6922DA8-6388-CF7A-D1F0-B3CA91C4178F}"/>
          </ac:spMkLst>
        </pc:spChg>
        <pc:spChg chg="del">
          <ac:chgData name="William Santos" userId="3c44bde2a603709d" providerId="LiveId" clId="{EEA2192A-38D1-4A54-81F6-6ECFB1187D77}" dt="2026-02-07T21:09:03.344" v="3373" actId="478"/>
          <ac:spMkLst>
            <pc:docMk/>
            <pc:sldMk cId="3046913306" sldId="285"/>
            <ac:spMk id="157" creationId="{7DB2CD06-E52C-54BD-B334-E3C949E95940}"/>
          </ac:spMkLst>
        </pc:spChg>
      </pc:sldChg>
      <pc:sldChg chg="delSp modSp add mod">
        <pc:chgData name="William Santos" userId="3c44bde2a603709d" providerId="LiveId" clId="{EEA2192A-38D1-4A54-81F6-6ECFB1187D77}" dt="2026-02-07T21:07:38.880" v="3348" actId="166"/>
        <pc:sldMkLst>
          <pc:docMk/>
          <pc:sldMk cId="1115249705" sldId="286"/>
        </pc:sldMkLst>
        <pc:spChg chg="mod ord">
          <ac:chgData name="William Santos" userId="3c44bde2a603709d" providerId="LiveId" clId="{EEA2192A-38D1-4A54-81F6-6ECFB1187D77}" dt="2026-02-07T21:07:38.880" v="3348" actId="166"/>
          <ac:spMkLst>
            <pc:docMk/>
            <pc:sldMk cId="1115249705" sldId="286"/>
            <ac:spMk id="154" creationId="{E4011B5A-E9E4-7996-A673-BF15DD6A7B75}"/>
          </ac:spMkLst>
        </pc:spChg>
        <pc:spChg chg="mod">
          <ac:chgData name="William Santos" userId="3c44bde2a603709d" providerId="LiveId" clId="{EEA2192A-38D1-4A54-81F6-6ECFB1187D77}" dt="2026-02-07T21:01:40.436" v="2446" actId="20577"/>
          <ac:spMkLst>
            <pc:docMk/>
            <pc:sldMk cId="1115249705" sldId="286"/>
            <ac:spMk id="155" creationId="{DD849CAD-8E77-2CA9-9166-E2AE89FB0804}"/>
          </ac:spMkLst>
        </pc:spChg>
        <pc:spChg chg="mod">
          <ac:chgData name="William Santos" userId="3c44bde2a603709d" providerId="LiveId" clId="{EEA2192A-38D1-4A54-81F6-6ECFB1187D77}" dt="2026-02-07T21:03:22.447" v="2687" actId="14100"/>
          <ac:spMkLst>
            <pc:docMk/>
            <pc:sldMk cId="1115249705" sldId="286"/>
            <ac:spMk id="156" creationId="{7F47EFC6-F3B8-C548-C3B4-9CEA7F043EB7}"/>
          </ac:spMkLst>
        </pc:spChg>
        <pc:spChg chg="del">
          <ac:chgData name="William Santos" userId="3c44bde2a603709d" providerId="LiveId" clId="{EEA2192A-38D1-4A54-81F6-6ECFB1187D77}" dt="2026-02-07T21:03:17.651" v="2686" actId="478"/>
          <ac:spMkLst>
            <pc:docMk/>
            <pc:sldMk cId="1115249705" sldId="286"/>
            <ac:spMk id="157" creationId="{BAA6A70B-F01A-F410-9E65-A0C63A0C3097}"/>
          </ac:spMkLst>
        </pc:spChg>
      </pc:sldChg>
      <pc:sldChg chg="addSp add">
        <pc:chgData name="William Santos" userId="3c44bde2a603709d" providerId="LiveId" clId="{EEA2192A-38D1-4A54-81F6-6ECFB1187D77}" dt="2026-02-07T21:01:06.430" v="2421"/>
        <pc:sldMkLst>
          <pc:docMk/>
          <pc:sldMk cId="1807912766" sldId="287"/>
        </pc:sldMkLst>
        <pc:picChg chg="add">
          <ac:chgData name="William Santos" userId="3c44bde2a603709d" providerId="LiveId" clId="{EEA2192A-38D1-4A54-81F6-6ECFB1187D77}" dt="2026-02-07T21:01:06.430" v="2421"/>
          <ac:picMkLst>
            <pc:docMk/>
            <pc:sldMk cId="1807912766" sldId="287"/>
            <ac:picMk id="1026" creationId="{60F8738A-9BDC-87A4-861E-754B8794F188}"/>
          </ac:picMkLst>
        </pc:picChg>
      </pc:sldChg>
      <pc:sldChg chg="delSp modSp add mod">
        <pc:chgData name="William Santos" userId="3c44bde2a603709d" providerId="LiveId" clId="{EEA2192A-38D1-4A54-81F6-6ECFB1187D77}" dt="2026-02-07T21:01:24.624" v="2423" actId="20577"/>
        <pc:sldMkLst>
          <pc:docMk/>
          <pc:sldMk cId="790295646" sldId="288"/>
        </pc:sldMkLst>
        <pc:spChg chg="mod ord">
          <ac:chgData name="William Santos" userId="3c44bde2a603709d" providerId="LiveId" clId="{EEA2192A-38D1-4A54-81F6-6ECFB1187D77}" dt="2026-02-07T21:01:24.624" v="2423" actId="20577"/>
          <ac:spMkLst>
            <pc:docMk/>
            <pc:sldMk cId="790295646" sldId="288"/>
            <ac:spMk id="154" creationId="{855382EE-A6ED-9DD9-7E0C-56A203C0A613}"/>
          </ac:spMkLst>
        </pc:spChg>
        <pc:spChg chg="mod">
          <ac:chgData name="William Santos" userId="3c44bde2a603709d" providerId="LiveId" clId="{EEA2192A-38D1-4A54-81F6-6ECFB1187D77}" dt="2026-02-07T20:39:35.191" v="1953" actId="20577"/>
          <ac:spMkLst>
            <pc:docMk/>
            <pc:sldMk cId="790295646" sldId="288"/>
            <ac:spMk id="155" creationId="{CF54D567-F05D-0F8B-96EF-B94D4E6B0990}"/>
          </ac:spMkLst>
        </pc:spChg>
        <pc:spChg chg="del">
          <ac:chgData name="William Santos" userId="3c44bde2a603709d" providerId="LiveId" clId="{EEA2192A-38D1-4A54-81F6-6ECFB1187D77}" dt="2026-02-07T20:42:45.751" v="2417" actId="478"/>
          <ac:spMkLst>
            <pc:docMk/>
            <pc:sldMk cId="790295646" sldId="288"/>
            <ac:spMk id="157" creationId="{CFDB3272-ADFB-CA93-1460-40BADF048070}"/>
          </ac:spMkLst>
        </pc:spChg>
      </pc:sldChg>
      <pc:sldChg chg="delSp modSp add mod">
        <pc:chgData name="William Santos" userId="3c44bde2a603709d" providerId="LiveId" clId="{EEA2192A-38D1-4A54-81F6-6ECFB1187D77}" dt="2026-02-07T18:34:02.214" v="1361" actId="20577"/>
        <pc:sldMkLst>
          <pc:docMk/>
          <pc:sldMk cId="2748618312" sldId="289"/>
        </pc:sldMkLst>
        <pc:spChg chg="mod">
          <ac:chgData name="William Santos" userId="3c44bde2a603709d" providerId="LiveId" clId="{EEA2192A-38D1-4A54-81F6-6ECFB1187D77}" dt="2026-02-07T18:34:02.214" v="1361" actId="20577"/>
          <ac:spMkLst>
            <pc:docMk/>
            <pc:sldMk cId="2748618312" sldId="289"/>
            <ac:spMk id="154" creationId="{98376B6D-1147-1C9E-2C80-512373F05E69}"/>
          </ac:spMkLst>
        </pc:spChg>
        <pc:spChg chg="del">
          <ac:chgData name="William Santos" userId="3c44bde2a603709d" providerId="LiveId" clId="{EEA2192A-38D1-4A54-81F6-6ECFB1187D77}" dt="2026-02-07T18:29:13.690" v="783" actId="478"/>
          <ac:spMkLst>
            <pc:docMk/>
            <pc:sldMk cId="2748618312" sldId="289"/>
            <ac:spMk id="155" creationId="{C08E6603-75D3-BCFC-B4DD-FBDB11C58799}"/>
          </ac:spMkLst>
        </pc:spChg>
      </pc:sldChg>
      <pc:sldChg chg="delSp modSp add mod">
        <pc:chgData name="William Santos" userId="3c44bde2a603709d" providerId="LiveId" clId="{EEA2192A-38D1-4A54-81F6-6ECFB1187D77}" dt="2026-02-07T21:29:11.247" v="6160" actId="20577"/>
        <pc:sldMkLst>
          <pc:docMk/>
          <pc:sldMk cId="3054694048" sldId="290"/>
        </pc:sldMkLst>
        <pc:spChg chg="mod ord">
          <ac:chgData name="William Santos" userId="3c44bde2a603709d" providerId="LiveId" clId="{EEA2192A-38D1-4A54-81F6-6ECFB1187D77}" dt="2026-02-07T21:29:11.247" v="6160" actId="20577"/>
          <ac:spMkLst>
            <pc:docMk/>
            <pc:sldMk cId="3054694048" sldId="290"/>
            <ac:spMk id="154" creationId="{65D34DAE-AB5C-4CED-6BD1-B93742B89D79}"/>
          </ac:spMkLst>
        </pc:spChg>
        <pc:spChg chg="del">
          <ac:chgData name="William Santos" userId="3c44bde2a603709d" providerId="LiveId" clId="{EEA2192A-38D1-4A54-81F6-6ECFB1187D77}" dt="2026-02-07T21:28:46.065" v="6149" actId="478"/>
          <ac:spMkLst>
            <pc:docMk/>
            <pc:sldMk cId="3054694048" sldId="290"/>
            <ac:spMk id="155" creationId="{4851C05C-2472-6A32-E604-AA6F966093D9}"/>
          </ac:spMkLst>
        </pc:spChg>
        <pc:spChg chg="mod">
          <ac:chgData name="William Santos" userId="3c44bde2a603709d" providerId="LiveId" clId="{EEA2192A-38D1-4A54-81F6-6ECFB1187D77}" dt="2026-02-07T21:28:38.620" v="6147" actId="14100"/>
          <ac:spMkLst>
            <pc:docMk/>
            <pc:sldMk cId="3054694048" sldId="290"/>
            <ac:spMk id="156" creationId="{37E1FBA9-175F-28B9-8683-9519585C5980}"/>
          </ac:spMkLst>
        </pc:spChg>
        <pc:spChg chg="del mod">
          <ac:chgData name="William Santos" userId="3c44bde2a603709d" providerId="LiveId" clId="{EEA2192A-38D1-4A54-81F6-6ECFB1187D77}" dt="2026-02-07T21:28:34.837" v="6146" actId="478"/>
          <ac:spMkLst>
            <pc:docMk/>
            <pc:sldMk cId="3054694048" sldId="290"/>
            <ac:spMk id="157" creationId="{037FF9A9-5EF0-2933-A665-7043570EBBF3}"/>
          </ac:spMkLst>
        </pc:spChg>
      </pc:sldChg>
      <pc:sldChg chg="delSp modSp add mod">
        <pc:chgData name="William Santos" userId="3c44bde2a603709d" providerId="LiveId" clId="{EEA2192A-38D1-4A54-81F6-6ECFB1187D77}" dt="2026-02-07T21:23:48.836" v="5318" actId="20577"/>
        <pc:sldMkLst>
          <pc:docMk/>
          <pc:sldMk cId="943875275" sldId="291"/>
        </pc:sldMkLst>
        <pc:spChg chg="mod ord">
          <ac:chgData name="William Santos" userId="3c44bde2a603709d" providerId="LiveId" clId="{EEA2192A-38D1-4A54-81F6-6ECFB1187D77}" dt="2026-02-07T21:23:48.836" v="5318" actId="20577"/>
          <ac:spMkLst>
            <pc:docMk/>
            <pc:sldMk cId="943875275" sldId="291"/>
            <ac:spMk id="154" creationId="{8E289907-B61A-EF1F-F03D-65235D657B10}"/>
          </ac:spMkLst>
        </pc:spChg>
        <pc:spChg chg="mod">
          <ac:chgData name="William Santos" userId="3c44bde2a603709d" providerId="LiveId" clId="{EEA2192A-38D1-4A54-81F6-6ECFB1187D77}" dt="2026-02-07T21:19:39.096" v="4436" actId="20577"/>
          <ac:spMkLst>
            <pc:docMk/>
            <pc:sldMk cId="943875275" sldId="291"/>
            <ac:spMk id="155" creationId="{38CB0F94-7B65-6D49-1F9A-B81DDCA4821F}"/>
          </ac:spMkLst>
        </pc:spChg>
        <pc:spChg chg="mod">
          <ac:chgData name="William Santos" userId="3c44bde2a603709d" providerId="LiveId" clId="{EEA2192A-38D1-4A54-81F6-6ECFB1187D77}" dt="2026-02-07T21:23:32.531" v="5297" actId="14100"/>
          <ac:spMkLst>
            <pc:docMk/>
            <pc:sldMk cId="943875275" sldId="291"/>
            <ac:spMk id="156" creationId="{EF753C54-2CEA-EA65-6272-BFCCC89A8070}"/>
          </ac:spMkLst>
        </pc:spChg>
        <pc:spChg chg="del">
          <ac:chgData name="William Santos" userId="3c44bde2a603709d" providerId="LiveId" clId="{EEA2192A-38D1-4A54-81F6-6ECFB1187D77}" dt="2026-02-07T21:23:29.205" v="5296" actId="478"/>
          <ac:spMkLst>
            <pc:docMk/>
            <pc:sldMk cId="943875275" sldId="291"/>
            <ac:spMk id="157" creationId="{86C34CEB-CDA8-9ED4-1341-70D2C110B60B}"/>
          </ac:spMkLst>
        </pc:spChg>
      </pc:sldChg>
      <pc:sldChg chg="delSp modSp add mod">
        <pc:chgData name="William Santos" userId="3c44bde2a603709d" providerId="LiveId" clId="{EEA2192A-38D1-4A54-81F6-6ECFB1187D77}" dt="2026-02-07T21:16:13.387" v="4419" actId="313"/>
        <pc:sldMkLst>
          <pc:docMk/>
          <pc:sldMk cId="751570486" sldId="292"/>
        </pc:sldMkLst>
        <pc:spChg chg="mod">
          <ac:chgData name="William Santos" userId="3c44bde2a603709d" providerId="LiveId" clId="{EEA2192A-38D1-4A54-81F6-6ECFB1187D77}" dt="2026-02-07T21:16:13.387" v="4419" actId="313"/>
          <ac:spMkLst>
            <pc:docMk/>
            <pc:sldMk cId="751570486" sldId="292"/>
            <ac:spMk id="154" creationId="{8C10AC12-5422-EABA-CA45-D059AB472B25}"/>
          </ac:spMkLst>
        </pc:spChg>
        <pc:spChg chg="mod">
          <ac:chgData name="William Santos" userId="3c44bde2a603709d" providerId="LiveId" clId="{EEA2192A-38D1-4A54-81F6-6ECFB1187D77}" dt="2026-02-07T21:14:41.118" v="4214" actId="20577"/>
          <ac:spMkLst>
            <pc:docMk/>
            <pc:sldMk cId="751570486" sldId="292"/>
            <ac:spMk id="155" creationId="{774C772B-D61E-E865-B84B-0D93BD5D1673}"/>
          </ac:spMkLst>
        </pc:spChg>
        <pc:spChg chg="mod">
          <ac:chgData name="William Santos" userId="3c44bde2a603709d" providerId="LiveId" clId="{EEA2192A-38D1-4A54-81F6-6ECFB1187D77}" dt="2026-02-07T21:16:04.694" v="4416" actId="14100"/>
          <ac:spMkLst>
            <pc:docMk/>
            <pc:sldMk cId="751570486" sldId="292"/>
            <ac:spMk id="156" creationId="{FA5ECBCA-9712-E34F-8949-E6D36BDF4A74}"/>
          </ac:spMkLst>
        </pc:spChg>
        <pc:spChg chg="del">
          <ac:chgData name="William Santos" userId="3c44bde2a603709d" providerId="LiveId" clId="{EEA2192A-38D1-4A54-81F6-6ECFB1187D77}" dt="2026-02-07T21:16:01.403" v="4415" actId="478"/>
          <ac:spMkLst>
            <pc:docMk/>
            <pc:sldMk cId="751570486" sldId="292"/>
            <ac:spMk id="157" creationId="{E3166EA3-6513-2E19-176B-1FAA160B7246}"/>
          </ac:spMkLst>
        </pc:spChg>
      </pc:sldChg>
      <pc:sldChg chg="delSp modSp add mod">
        <pc:chgData name="William Santos" userId="3c44bde2a603709d" providerId="LiveId" clId="{EEA2192A-38D1-4A54-81F6-6ECFB1187D77}" dt="2026-02-08T17:14:58.714" v="7610" actId="478"/>
        <pc:sldMkLst>
          <pc:docMk/>
          <pc:sldMk cId="4127052995" sldId="293"/>
        </pc:sldMkLst>
        <pc:spChg chg="mod ord">
          <ac:chgData name="William Santos" userId="3c44bde2a603709d" providerId="LiveId" clId="{EEA2192A-38D1-4A54-81F6-6ECFB1187D77}" dt="2026-02-08T17:14:54.808" v="7609" actId="166"/>
          <ac:spMkLst>
            <pc:docMk/>
            <pc:sldMk cId="4127052995" sldId="293"/>
            <ac:spMk id="154" creationId="{FAC2AD0D-1935-2C8C-4CCF-41F57A910CA0}"/>
          </ac:spMkLst>
        </pc:spChg>
        <pc:spChg chg="mod">
          <ac:chgData name="William Santos" userId="3c44bde2a603709d" providerId="LiveId" clId="{EEA2192A-38D1-4A54-81F6-6ECFB1187D77}" dt="2026-02-08T17:13:57.012" v="7603"/>
          <ac:spMkLst>
            <pc:docMk/>
            <pc:sldMk cId="4127052995" sldId="293"/>
            <ac:spMk id="155" creationId="{E9519AC8-2250-F5BE-357F-BCE394FF44EF}"/>
          </ac:spMkLst>
        </pc:spChg>
        <pc:spChg chg="del">
          <ac:chgData name="William Santos" userId="3c44bde2a603709d" providerId="LiveId" clId="{EEA2192A-38D1-4A54-81F6-6ECFB1187D77}" dt="2026-02-08T17:14:58.714" v="7610" actId="478"/>
          <ac:spMkLst>
            <pc:docMk/>
            <pc:sldMk cId="4127052995" sldId="293"/>
            <ac:spMk id="157" creationId="{B01D9E69-DB08-37D0-3E30-9E554C1CA8E7}"/>
          </ac:spMkLst>
        </pc:spChg>
      </pc:sldChg>
      <pc:sldChg chg="addSp delSp modSp add mod">
        <pc:chgData name="William Santos" userId="3c44bde2a603709d" providerId="LiveId" clId="{EEA2192A-38D1-4A54-81F6-6ECFB1187D77}" dt="2026-02-08T17:13:20.454" v="7594" actId="478"/>
        <pc:sldMkLst>
          <pc:docMk/>
          <pc:sldMk cId="1257489801" sldId="294"/>
        </pc:sldMkLst>
        <pc:spChg chg="del">
          <ac:chgData name="William Santos" userId="3c44bde2a603709d" providerId="LiveId" clId="{EEA2192A-38D1-4A54-81F6-6ECFB1187D77}" dt="2026-02-08T17:13:07.746" v="7589" actId="478"/>
          <ac:spMkLst>
            <pc:docMk/>
            <pc:sldMk cId="1257489801" sldId="294"/>
            <ac:spMk id="154" creationId="{58D372CC-D017-FEAF-AC77-F654C0F13CBF}"/>
          </ac:spMkLst>
        </pc:spChg>
        <pc:spChg chg="del">
          <ac:chgData name="William Santos" userId="3c44bde2a603709d" providerId="LiveId" clId="{EEA2192A-38D1-4A54-81F6-6ECFB1187D77}" dt="2026-02-08T17:13:20.454" v="7594" actId="478"/>
          <ac:spMkLst>
            <pc:docMk/>
            <pc:sldMk cId="1257489801" sldId="294"/>
            <ac:spMk id="155" creationId="{0B6209A2-7565-A616-796B-29C16F22A919}"/>
          </ac:spMkLst>
        </pc:spChg>
        <pc:spChg chg="del">
          <ac:chgData name="William Santos" userId="3c44bde2a603709d" providerId="LiveId" clId="{EEA2192A-38D1-4A54-81F6-6ECFB1187D77}" dt="2026-02-08T17:13:14.165" v="7592" actId="478"/>
          <ac:spMkLst>
            <pc:docMk/>
            <pc:sldMk cId="1257489801" sldId="294"/>
            <ac:spMk id="157" creationId="{9E94A130-E26D-8FAD-5544-FA869BBC4AE3}"/>
          </ac:spMkLst>
        </pc:spChg>
        <pc:picChg chg="add mod">
          <ac:chgData name="William Santos" userId="3c44bde2a603709d" providerId="LiveId" clId="{EEA2192A-38D1-4A54-81F6-6ECFB1187D77}" dt="2026-02-08T17:13:17.787" v="7593" actId="14100"/>
          <ac:picMkLst>
            <pc:docMk/>
            <pc:sldMk cId="1257489801" sldId="294"/>
            <ac:picMk id="2" creationId="{55112FF9-9A9B-A5CD-0FE8-47E9FD156198}"/>
          </ac:picMkLst>
        </pc:picChg>
      </pc:sldChg>
      <pc:sldChg chg="addSp delSp modSp add mod">
        <pc:chgData name="William Santos" userId="3c44bde2a603709d" providerId="LiveId" clId="{EEA2192A-38D1-4A54-81F6-6ECFB1187D77}" dt="2026-02-07T22:31:49.585" v="7551" actId="1076"/>
        <pc:sldMkLst>
          <pc:docMk/>
          <pc:sldMk cId="1200842117" sldId="295"/>
        </pc:sldMkLst>
        <pc:spChg chg="del">
          <ac:chgData name="William Santos" userId="3c44bde2a603709d" providerId="LiveId" clId="{EEA2192A-38D1-4A54-81F6-6ECFB1187D77}" dt="2026-02-07T22:31:34.265" v="7545" actId="478"/>
          <ac:spMkLst>
            <pc:docMk/>
            <pc:sldMk cId="1200842117" sldId="295"/>
            <ac:spMk id="154" creationId="{52D59BF9-D035-C670-30FF-13F1C09AD6B9}"/>
          </ac:spMkLst>
        </pc:spChg>
        <pc:spChg chg="del">
          <ac:chgData name="William Santos" userId="3c44bde2a603709d" providerId="LiveId" clId="{EEA2192A-38D1-4A54-81F6-6ECFB1187D77}" dt="2026-02-07T22:31:42.484" v="7548" actId="478"/>
          <ac:spMkLst>
            <pc:docMk/>
            <pc:sldMk cId="1200842117" sldId="295"/>
            <ac:spMk id="155" creationId="{D9522D40-AFCA-68ED-420A-31C3C2E7C2F7}"/>
          </ac:spMkLst>
        </pc:spChg>
        <pc:spChg chg="del">
          <ac:chgData name="William Santos" userId="3c44bde2a603709d" providerId="LiveId" clId="{EEA2192A-38D1-4A54-81F6-6ECFB1187D77}" dt="2026-02-07T22:31:37.238" v="7546" actId="478"/>
          <ac:spMkLst>
            <pc:docMk/>
            <pc:sldMk cId="1200842117" sldId="295"/>
            <ac:spMk id="157" creationId="{B9AEEC46-1FC3-EACC-57BF-8A270430317E}"/>
          </ac:spMkLst>
        </pc:spChg>
        <pc:picChg chg="add mod">
          <ac:chgData name="William Santos" userId="3c44bde2a603709d" providerId="LiveId" clId="{EEA2192A-38D1-4A54-81F6-6ECFB1187D77}" dt="2026-02-07T22:31:49.585" v="7551" actId="1076"/>
          <ac:picMkLst>
            <pc:docMk/>
            <pc:sldMk cId="1200842117" sldId="295"/>
            <ac:picMk id="2" creationId="{12F9D10B-B3C4-F818-B996-70C4A655BC52}"/>
          </ac:picMkLst>
        </pc:picChg>
      </pc:sldChg>
      <pc:sldChg chg="delSp modSp add mod">
        <pc:chgData name="William Santos" userId="3c44bde2a603709d" providerId="LiveId" clId="{EEA2192A-38D1-4A54-81F6-6ECFB1187D77}" dt="2026-02-07T22:27:37.121" v="7525" actId="1076"/>
        <pc:sldMkLst>
          <pc:docMk/>
          <pc:sldMk cId="4014276566" sldId="296"/>
        </pc:sldMkLst>
        <pc:spChg chg="mod ord">
          <ac:chgData name="William Santos" userId="3c44bde2a603709d" providerId="LiveId" clId="{EEA2192A-38D1-4A54-81F6-6ECFB1187D77}" dt="2026-02-07T22:27:37.121" v="7525" actId="1076"/>
          <ac:spMkLst>
            <pc:docMk/>
            <pc:sldMk cId="4014276566" sldId="296"/>
            <ac:spMk id="154" creationId="{5D1EABEA-323C-00EE-0141-B64DF5B9647A}"/>
          </ac:spMkLst>
        </pc:spChg>
        <pc:spChg chg="mod">
          <ac:chgData name="William Santos" userId="3c44bde2a603709d" providerId="LiveId" clId="{EEA2192A-38D1-4A54-81F6-6ECFB1187D77}" dt="2026-02-07T22:27:13.736" v="7520"/>
          <ac:spMkLst>
            <pc:docMk/>
            <pc:sldMk cId="4014276566" sldId="296"/>
            <ac:spMk id="155" creationId="{0135200B-0E4C-6584-3B8A-A9EB305444A9}"/>
          </ac:spMkLst>
        </pc:spChg>
        <pc:spChg chg="del">
          <ac:chgData name="William Santos" userId="3c44bde2a603709d" providerId="LiveId" clId="{EEA2192A-38D1-4A54-81F6-6ECFB1187D77}" dt="2026-02-07T22:27:29.502" v="7523" actId="478"/>
          <ac:spMkLst>
            <pc:docMk/>
            <pc:sldMk cId="4014276566" sldId="296"/>
            <ac:spMk id="157" creationId="{E7B1DD21-C372-B5A9-3C23-56C254DA5B7A}"/>
          </ac:spMkLst>
        </pc:spChg>
      </pc:sldChg>
      <pc:sldChg chg="addSp delSp modSp add mod">
        <pc:chgData name="William Santos" userId="3c44bde2a603709d" providerId="LiveId" clId="{EEA2192A-38D1-4A54-81F6-6ECFB1187D77}" dt="2026-02-07T22:25:25.364" v="7475" actId="14100"/>
        <pc:sldMkLst>
          <pc:docMk/>
          <pc:sldMk cId="1376033323" sldId="297"/>
        </pc:sldMkLst>
        <pc:spChg chg="del">
          <ac:chgData name="William Santos" userId="3c44bde2a603709d" providerId="LiveId" clId="{EEA2192A-38D1-4A54-81F6-6ECFB1187D77}" dt="2026-02-07T22:25:12.891" v="7471" actId="478"/>
          <ac:spMkLst>
            <pc:docMk/>
            <pc:sldMk cId="1376033323" sldId="297"/>
            <ac:spMk id="154" creationId="{69442F28-CB3D-D3AB-D2F2-F64CDCC0E1C9}"/>
          </ac:spMkLst>
        </pc:spChg>
        <pc:spChg chg="del">
          <ac:chgData name="William Santos" userId="3c44bde2a603709d" providerId="LiveId" clId="{EEA2192A-38D1-4A54-81F6-6ECFB1187D77}" dt="2026-02-07T22:25:14.849" v="7472" actId="478"/>
          <ac:spMkLst>
            <pc:docMk/>
            <pc:sldMk cId="1376033323" sldId="297"/>
            <ac:spMk id="155" creationId="{1EAB2123-94C2-B16D-AC15-5EA5D0534464}"/>
          </ac:spMkLst>
        </pc:spChg>
        <pc:spChg chg="del">
          <ac:chgData name="William Santos" userId="3c44bde2a603709d" providerId="LiveId" clId="{EEA2192A-38D1-4A54-81F6-6ECFB1187D77}" dt="2026-02-07T22:25:21.009" v="7474" actId="478"/>
          <ac:spMkLst>
            <pc:docMk/>
            <pc:sldMk cId="1376033323" sldId="297"/>
            <ac:spMk id="157" creationId="{84356213-DAA5-FAB2-AC5D-A32796AD96AB}"/>
          </ac:spMkLst>
        </pc:spChg>
        <pc:picChg chg="add mod">
          <ac:chgData name="William Santos" userId="3c44bde2a603709d" providerId="LiveId" clId="{EEA2192A-38D1-4A54-81F6-6ECFB1187D77}" dt="2026-02-07T22:25:25.364" v="7475" actId="14100"/>
          <ac:picMkLst>
            <pc:docMk/>
            <pc:sldMk cId="1376033323" sldId="297"/>
            <ac:picMk id="5122" creationId="{D3679E65-AA2E-9252-862D-695115F26647}"/>
          </ac:picMkLst>
        </pc:picChg>
      </pc:sldChg>
      <pc:sldChg chg="delSp modSp add mod">
        <pc:chgData name="William Santos" userId="3c44bde2a603709d" providerId="LiveId" clId="{EEA2192A-38D1-4A54-81F6-6ECFB1187D77}" dt="2026-02-07T22:21:56.934" v="7469" actId="166"/>
        <pc:sldMkLst>
          <pc:docMk/>
          <pc:sldMk cId="2861833904" sldId="298"/>
        </pc:sldMkLst>
        <pc:spChg chg="mod ord">
          <ac:chgData name="William Santos" userId="3c44bde2a603709d" providerId="LiveId" clId="{EEA2192A-38D1-4A54-81F6-6ECFB1187D77}" dt="2026-02-07T22:21:56.934" v="7469" actId="166"/>
          <ac:spMkLst>
            <pc:docMk/>
            <pc:sldMk cId="2861833904" sldId="298"/>
            <ac:spMk id="154" creationId="{12CF504B-1ED8-5B41-6A14-8BD3CB58CA4A}"/>
          </ac:spMkLst>
        </pc:spChg>
        <pc:spChg chg="mod">
          <ac:chgData name="William Santos" userId="3c44bde2a603709d" providerId="LiveId" clId="{EEA2192A-38D1-4A54-81F6-6ECFB1187D77}" dt="2026-02-07T22:21:29.983" v="7463"/>
          <ac:spMkLst>
            <pc:docMk/>
            <pc:sldMk cId="2861833904" sldId="298"/>
            <ac:spMk id="155" creationId="{4D1DC1D6-C159-7576-3307-825DC6B4F7F5}"/>
          </ac:spMkLst>
        </pc:spChg>
        <pc:spChg chg="del">
          <ac:chgData name="William Santos" userId="3c44bde2a603709d" providerId="LiveId" clId="{EEA2192A-38D1-4A54-81F6-6ECFB1187D77}" dt="2026-02-07T22:21:52.195" v="7467" actId="478"/>
          <ac:spMkLst>
            <pc:docMk/>
            <pc:sldMk cId="2861833904" sldId="298"/>
            <ac:spMk id="157" creationId="{82528971-592E-039A-D2D1-E945AE95D3ED}"/>
          </ac:spMkLst>
        </pc:spChg>
      </pc:sldChg>
      <pc:sldChg chg="delSp modSp add mod">
        <pc:chgData name="William Santos" userId="3c44bde2a603709d" providerId="LiveId" clId="{EEA2192A-38D1-4A54-81F6-6ECFB1187D77}" dt="2026-02-08T17:11:57.065" v="7588" actId="166"/>
        <pc:sldMkLst>
          <pc:docMk/>
          <pc:sldMk cId="3423820804" sldId="299"/>
        </pc:sldMkLst>
        <pc:spChg chg="mod ord">
          <ac:chgData name="William Santos" userId="3c44bde2a603709d" providerId="LiveId" clId="{EEA2192A-38D1-4A54-81F6-6ECFB1187D77}" dt="2026-02-08T17:11:57.065" v="7588" actId="166"/>
          <ac:spMkLst>
            <pc:docMk/>
            <pc:sldMk cId="3423820804" sldId="299"/>
            <ac:spMk id="154" creationId="{38E2AC4E-AE36-9706-38F5-1536E1DA353A}"/>
          </ac:spMkLst>
        </pc:spChg>
        <pc:spChg chg="mod">
          <ac:chgData name="William Santos" userId="3c44bde2a603709d" providerId="LiveId" clId="{EEA2192A-38D1-4A54-81F6-6ECFB1187D77}" dt="2026-02-08T17:11:35.786" v="7583"/>
          <ac:spMkLst>
            <pc:docMk/>
            <pc:sldMk cId="3423820804" sldId="299"/>
            <ac:spMk id="155" creationId="{A8EDE2B1-4EA5-99DC-C71F-9BC766C3B805}"/>
          </ac:spMkLst>
        </pc:spChg>
        <pc:spChg chg="del">
          <ac:chgData name="William Santos" userId="3c44bde2a603709d" providerId="LiveId" clId="{EEA2192A-38D1-4A54-81F6-6ECFB1187D77}" dt="2026-02-08T17:11:54.027" v="7587" actId="478"/>
          <ac:spMkLst>
            <pc:docMk/>
            <pc:sldMk cId="3423820804" sldId="299"/>
            <ac:spMk id="157" creationId="{566373BB-CED6-FDD7-124B-E69AF9B2A21D}"/>
          </ac:spMkLst>
        </pc:spChg>
      </pc:sldChg>
      <pc:sldChg chg="addSp delSp modSp add mod">
        <pc:chgData name="William Santos" userId="3c44bde2a603709d" providerId="LiveId" clId="{EEA2192A-38D1-4A54-81F6-6ECFB1187D77}" dt="2026-02-08T16:56:24.880" v="7582" actId="1076"/>
        <pc:sldMkLst>
          <pc:docMk/>
          <pc:sldMk cId="2953985669" sldId="300"/>
        </pc:sldMkLst>
        <pc:spChg chg="del">
          <ac:chgData name="William Santos" userId="3c44bde2a603709d" providerId="LiveId" clId="{EEA2192A-38D1-4A54-81F6-6ECFB1187D77}" dt="2026-02-08T16:55:52.825" v="7573" actId="478"/>
          <ac:spMkLst>
            <pc:docMk/>
            <pc:sldMk cId="2953985669" sldId="300"/>
            <ac:spMk id="154" creationId="{FAEF1014-F04B-D9A9-A5F4-6182EE7D29A4}"/>
          </ac:spMkLst>
        </pc:spChg>
        <pc:spChg chg="del">
          <ac:chgData name="William Santos" userId="3c44bde2a603709d" providerId="LiveId" clId="{EEA2192A-38D1-4A54-81F6-6ECFB1187D77}" dt="2026-02-08T16:56:21.744" v="7581" actId="478"/>
          <ac:spMkLst>
            <pc:docMk/>
            <pc:sldMk cId="2953985669" sldId="300"/>
            <ac:spMk id="155" creationId="{5B097A5D-2E5B-281E-1901-8520B9460AA5}"/>
          </ac:spMkLst>
        </pc:spChg>
        <pc:spChg chg="mod">
          <ac:chgData name="William Santos" userId="3c44bde2a603709d" providerId="LiveId" clId="{EEA2192A-38D1-4A54-81F6-6ECFB1187D77}" dt="2026-02-08T16:56:08.387" v="7579" actId="1076"/>
          <ac:spMkLst>
            <pc:docMk/>
            <pc:sldMk cId="2953985669" sldId="300"/>
            <ac:spMk id="156" creationId="{9630ADBD-CB4D-FADC-17AB-F653C08D863C}"/>
          </ac:spMkLst>
        </pc:spChg>
        <pc:spChg chg="del">
          <ac:chgData name="William Santos" userId="3c44bde2a603709d" providerId="LiveId" clId="{EEA2192A-38D1-4A54-81F6-6ECFB1187D77}" dt="2026-02-08T16:56:01.306" v="7577" actId="478"/>
          <ac:spMkLst>
            <pc:docMk/>
            <pc:sldMk cId="2953985669" sldId="300"/>
            <ac:spMk id="157" creationId="{EE7A4185-3CEF-E22F-9883-0C9FE8EA4187}"/>
          </ac:spMkLst>
        </pc:spChg>
        <pc:picChg chg="add mod">
          <ac:chgData name="William Santos" userId="3c44bde2a603709d" providerId="LiveId" clId="{EEA2192A-38D1-4A54-81F6-6ECFB1187D77}" dt="2026-02-08T16:56:24.880" v="7582" actId="1076"/>
          <ac:picMkLst>
            <pc:docMk/>
            <pc:sldMk cId="2953985669" sldId="300"/>
            <ac:picMk id="2" creationId="{37FD4585-8556-F7BD-D806-45D9AD1DD9A7}"/>
          </ac:picMkLst>
        </pc:picChg>
      </pc:sldChg>
      <pc:sldChg chg="delSp modSp add mod">
        <pc:chgData name="William Santos" userId="3c44bde2a603709d" providerId="LiveId" clId="{EEA2192A-38D1-4A54-81F6-6ECFB1187D77}" dt="2026-02-08T16:55:14.868" v="7572" actId="166"/>
        <pc:sldMkLst>
          <pc:docMk/>
          <pc:sldMk cId="3885785102" sldId="301"/>
        </pc:sldMkLst>
        <pc:spChg chg="mod ord">
          <ac:chgData name="William Santos" userId="3c44bde2a603709d" providerId="LiveId" clId="{EEA2192A-38D1-4A54-81F6-6ECFB1187D77}" dt="2026-02-08T16:55:14.868" v="7572" actId="166"/>
          <ac:spMkLst>
            <pc:docMk/>
            <pc:sldMk cId="3885785102" sldId="301"/>
            <ac:spMk id="154" creationId="{26435CCC-9614-0D1C-E1F9-760C5AD40EC8}"/>
          </ac:spMkLst>
        </pc:spChg>
        <pc:spChg chg="mod">
          <ac:chgData name="William Santos" userId="3c44bde2a603709d" providerId="LiveId" clId="{EEA2192A-38D1-4A54-81F6-6ECFB1187D77}" dt="2026-02-08T16:54:53.720" v="7567"/>
          <ac:spMkLst>
            <pc:docMk/>
            <pc:sldMk cId="3885785102" sldId="301"/>
            <ac:spMk id="155" creationId="{76D03AA6-6857-3A17-8BA7-F776C1C82F88}"/>
          </ac:spMkLst>
        </pc:spChg>
        <pc:spChg chg="del">
          <ac:chgData name="William Santos" userId="3c44bde2a603709d" providerId="LiveId" clId="{EEA2192A-38D1-4A54-81F6-6ECFB1187D77}" dt="2026-02-08T16:55:12.145" v="7571" actId="478"/>
          <ac:spMkLst>
            <pc:docMk/>
            <pc:sldMk cId="3885785102" sldId="301"/>
            <ac:spMk id="157" creationId="{9424713E-A06C-EF53-96BD-8BB1219F1C18}"/>
          </ac:spMkLst>
        </pc:spChg>
      </pc:sldChg>
      <pc:sldChg chg="addSp delSp modSp add mod">
        <pc:chgData name="William Santos" userId="3c44bde2a603709d" providerId="LiveId" clId="{EEA2192A-38D1-4A54-81F6-6ECFB1187D77}" dt="2026-02-08T16:53:55.397" v="7566" actId="1076"/>
        <pc:sldMkLst>
          <pc:docMk/>
          <pc:sldMk cId="714728904" sldId="302"/>
        </pc:sldMkLst>
        <pc:spChg chg="del">
          <ac:chgData name="William Santos" userId="3c44bde2a603709d" providerId="LiveId" clId="{EEA2192A-38D1-4A54-81F6-6ECFB1187D77}" dt="2026-02-08T16:53:38.755" v="7560" actId="478"/>
          <ac:spMkLst>
            <pc:docMk/>
            <pc:sldMk cId="714728904" sldId="302"/>
            <ac:spMk id="154" creationId="{5AA8CD06-A03F-20C5-373D-0A453AC623D6}"/>
          </ac:spMkLst>
        </pc:spChg>
        <pc:spChg chg="del">
          <ac:chgData name="William Santos" userId="3c44bde2a603709d" providerId="LiveId" clId="{EEA2192A-38D1-4A54-81F6-6ECFB1187D77}" dt="2026-02-08T16:53:42.180" v="7561" actId="478"/>
          <ac:spMkLst>
            <pc:docMk/>
            <pc:sldMk cId="714728904" sldId="302"/>
            <ac:spMk id="155" creationId="{C316D37C-BE11-0C3E-4FB1-C839209032EB}"/>
          </ac:spMkLst>
        </pc:spChg>
        <pc:spChg chg="del">
          <ac:chgData name="William Santos" userId="3c44bde2a603709d" providerId="LiveId" clId="{EEA2192A-38D1-4A54-81F6-6ECFB1187D77}" dt="2026-02-08T16:53:46.936" v="7564" actId="478"/>
          <ac:spMkLst>
            <pc:docMk/>
            <pc:sldMk cId="714728904" sldId="302"/>
            <ac:spMk id="157" creationId="{FDD1B4BF-72DE-C73E-1BD5-AB434D36D7E0}"/>
          </ac:spMkLst>
        </pc:spChg>
        <pc:picChg chg="add mod">
          <ac:chgData name="William Santos" userId="3c44bde2a603709d" providerId="LiveId" clId="{EEA2192A-38D1-4A54-81F6-6ECFB1187D77}" dt="2026-02-08T16:53:55.397" v="7566" actId="1076"/>
          <ac:picMkLst>
            <pc:docMk/>
            <pc:sldMk cId="714728904" sldId="302"/>
            <ac:picMk id="2" creationId="{D7AC79D5-AEAB-9E5B-8496-813B6B0F6B81}"/>
          </ac:picMkLst>
        </pc:picChg>
      </pc:sldChg>
      <pc:sldChg chg="delSp modSp add mod">
        <pc:chgData name="William Santos" userId="3c44bde2a603709d" providerId="LiveId" clId="{EEA2192A-38D1-4A54-81F6-6ECFB1187D77}" dt="2026-02-08T16:53:24.924" v="7559" actId="14100"/>
        <pc:sldMkLst>
          <pc:docMk/>
          <pc:sldMk cId="807950011" sldId="303"/>
        </pc:sldMkLst>
        <pc:spChg chg="mod ord">
          <ac:chgData name="William Santos" userId="3c44bde2a603709d" providerId="LiveId" clId="{EEA2192A-38D1-4A54-81F6-6ECFB1187D77}" dt="2026-02-08T16:53:17.840" v="7557" actId="166"/>
          <ac:spMkLst>
            <pc:docMk/>
            <pc:sldMk cId="807950011" sldId="303"/>
            <ac:spMk id="154" creationId="{4330D93D-1657-4CEE-4795-BC60DC8378A0}"/>
          </ac:spMkLst>
        </pc:spChg>
        <pc:spChg chg="del">
          <ac:chgData name="William Santos" userId="3c44bde2a603709d" providerId="LiveId" clId="{EEA2192A-38D1-4A54-81F6-6ECFB1187D77}" dt="2026-02-08T16:53:12.616" v="7555" actId="478"/>
          <ac:spMkLst>
            <pc:docMk/>
            <pc:sldMk cId="807950011" sldId="303"/>
            <ac:spMk id="155" creationId="{9FB609FC-FF4C-889C-89B3-9C8A1E417733}"/>
          </ac:spMkLst>
        </pc:spChg>
        <pc:spChg chg="mod">
          <ac:chgData name="William Santos" userId="3c44bde2a603709d" providerId="LiveId" clId="{EEA2192A-38D1-4A54-81F6-6ECFB1187D77}" dt="2026-02-08T16:53:24.924" v="7559" actId="14100"/>
          <ac:spMkLst>
            <pc:docMk/>
            <pc:sldMk cId="807950011" sldId="303"/>
            <ac:spMk id="156" creationId="{92820AFC-2247-6BDC-B84C-CFEFDD6DAD2F}"/>
          </ac:spMkLst>
        </pc:spChg>
        <pc:spChg chg="del">
          <ac:chgData name="William Santos" userId="3c44bde2a603709d" providerId="LiveId" clId="{EEA2192A-38D1-4A54-81F6-6ECFB1187D77}" dt="2026-02-08T16:53:21.180" v="7558" actId="478"/>
          <ac:spMkLst>
            <pc:docMk/>
            <pc:sldMk cId="807950011" sldId="303"/>
            <ac:spMk id="157" creationId="{A848E290-04AD-8854-62A9-44E0A1AE1FA5}"/>
          </ac:spMkLst>
        </pc:spChg>
      </pc:sldChg>
      <pc:sldChg chg="delSp modSp add mod ord">
        <pc:chgData name="William Santos" userId="3c44bde2a603709d" providerId="LiveId" clId="{EEA2192A-38D1-4A54-81F6-6ECFB1187D77}" dt="2026-02-07T22:30:28.774" v="7543"/>
        <pc:sldMkLst>
          <pc:docMk/>
          <pc:sldMk cId="3473450300" sldId="304"/>
        </pc:sldMkLst>
        <pc:spChg chg="mod ord">
          <ac:chgData name="William Santos" userId="3c44bde2a603709d" providerId="LiveId" clId="{EEA2192A-38D1-4A54-81F6-6ECFB1187D77}" dt="2026-02-07T22:30:12.629" v="7539" actId="166"/>
          <ac:spMkLst>
            <pc:docMk/>
            <pc:sldMk cId="3473450300" sldId="304"/>
            <ac:spMk id="154" creationId="{36937721-4CDE-2845-7ADC-6960DD053F35}"/>
          </ac:spMkLst>
        </pc:spChg>
        <pc:spChg chg="mod">
          <ac:chgData name="William Santos" userId="3c44bde2a603709d" providerId="LiveId" clId="{EEA2192A-38D1-4A54-81F6-6ECFB1187D77}" dt="2026-02-07T22:29:41.686" v="7532"/>
          <ac:spMkLst>
            <pc:docMk/>
            <pc:sldMk cId="3473450300" sldId="304"/>
            <ac:spMk id="155" creationId="{A7F5B6E5-07EA-D2BE-6BED-961105887120}"/>
          </ac:spMkLst>
        </pc:spChg>
        <pc:spChg chg="mod">
          <ac:chgData name="William Santos" userId="3c44bde2a603709d" providerId="LiveId" clId="{EEA2192A-38D1-4A54-81F6-6ECFB1187D77}" dt="2026-02-07T22:30:21.202" v="7541" actId="1076"/>
          <ac:spMkLst>
            <pc:docMk/>
            <pc:sldMk cId="3473450300" sldId="304"/>
            <ac:spMk id="156" creationId="{FCDD9E12-1D53-61FC-83D6-A44CB58B6331}"/>
          </ac:spMkLst>
        </pc:spChg>
        <pc:spChg chg="del">
          <ac:chgData name="William Santos" userId="3c44bde2a603709d" providerId="LiveId" clId="{EEA2192A-38D1-4A54-81F6-6ECFB1187D77}" dt="2026-02-07T22:30:01.118" v="7536" actId="478"/>
          <ac:spMkLst>
            <pc:docMk/>
            <pc:sldMk cId="3473450300" sldId="304"/>
            <ac:spMk id="157" creationId="{AD515AE7-AC9C-4CCE-7F59-ADEF0A985A03}"/>
          </ac:spMkLst>
        </pc:spChg>
      </pc:sldChg>
      <pc:sldChg chg="delSp modSp add mod">
        <pc:chgData name="William Santos" userId="3c44bde2a603709d" providerId="LiveId" clId="{EEA2192A-38D1-4A54-81F6-6ECFB1187D77}" dt="2026-02-08T17:55:55.901" v="7686" actId="14100"/>
        <pc:sldMkLst>
          <pc:docMk/>
          <pc:sldMk cId="3252325981" sldId="305"/>
        </pc:sldMkLst>
        <pc:spChg chg="mod">
          <ac:chgData name="William Santos" userId="3c44bde2a603709d" providerId="LiveId" clId="{EEA2192A-38D1-4A54-81F6-6ECFB1187D77}" dt="2026-02-08T17:55:55.901" v="7686" actId="14100"/>
          <ac:spMkLst>
            <pc:docMk/>
            <pc:sldMk cId="3252325981" sldId="305"/>
            <ac:spMk id="154" creationId="{FBBADE83-46D9-9C5E-B622-10719C6AA151}"/>
          </ac:spMkLst>
        </pc:spChg>
        <pc:spChg chg="mod">
          <ac:chgData name="William Santos" userId="3c44bde2a603709d" providerId="LiveId" clId="{EEA2192A-38D1-4A54-81F6-6ECFB1187D77}" dt="2026-02-08T17:55:30.539" v="7682"/>
          <ac:spMkLst>
            <pc:docMk/>
            <pc:sldMk cId="3252325981" sldId="305"/>
            <ac:spMk id="155" creationId="{276089E6-C525-E889-7EB7-1CF9518CCDAA}"/>
          </ac:spMkLst>
        </pc:spChg>
        <pc:spChg chg="del">
          <ac:chgData name="William Santos" userId="3c44bde2a603709d" providerId="LiveId" clId="{EEA2192A-38D1-4A54-81F6-6ECFB1187D77}" dt="2026-02-08T17:55:51.008" v="7684" actId="478"/>
          <ac:spMkLst>
            <pc:docMk/>
            <pc:sldMk cId="3252325981" sldId="305"/>
            <ac:spMk id="157" creationId="{82E6385D-6173-C929-CB0A-F50E5AB01493}"/>
          </ac:spMkLst>
        </pc:spChg>
      </pc:sldChg>
      <pc:sldChg chg="delSp modSp add mod">
        <pc:chgData name="William Santos" userId="3c44bde2a603709d" providerId="LiveId" clId="{EEA2192A-38D1-4A54-81F6-6ECFB1187D77}" dt="2026-02-08T17:55:09.824" v="7678" actId="166"/>
        <pc:sldMkLst>
          <pc:docMk/>
          <pc:sldMk cId="3015435964" sldId="306"/>
        </pc:sldMkLst>
        <pc:spChg chg="mod ord">
          <ac:chgData name="William Santos" userId="3c44bde2a603709d" providerId="LiveId" clId="{EEA2192A-38D1-4A54-81F6-6ECFB1187D77}" dt="2026-02-08T17:55:09.824" v="7678" actId="166"/>
          <ac:spMkLst>
            <pc:docMk/>
            <pc:sldMk cId="3015435964" sldId="306"/>
            <ac:spMk id="154" creationId="{5E49C4F7-F0CC-EDBC-D619-F9CD6A788F08}"/>
          </ac:spMkLst>
        </pc:spChg>
        <pc:spChg chg="mod">
          <ac:chgData name="William Santos" userId="3c44bde2a603709d" providerId="LiveId" clId="{EEA2192A-38D1-4A54-81F6-6ECFB1187D77}" dt="2026-02-08T17:54:45.948" v="7673"/>
          <ac:spMkLst>
            <pc:docMk/>
            <pc:sldMk cId="3015435964" sldId="306"/>
            <ac:spMk id="155" creationId="{EEBC460B-9E07-4C08-791D-24EF526CE42F}"/>
          </ac:spMkLst>
        </pc:spChg>
        <pc:spChg chg="del">
          <ac:chgData name="William Santos" userId="3c44bde2a603709d" providerId="LiveId" clId="{EEA2192A-38D1-4A54-81F6-6ECFB1187D77}" dt="2026-02-08T17:55:06.514" v="7677" actId="478"/>
          <ac:spMkLst>
            <pc:docMk/>
            <pc:sldMk cId="3015435964" sldId="306"/>
            <ac:spMk id="157" creationId="{93152DFB-94C3-9B19-9FDE-B9DDAE16666A}"/>
          </ac:spMkLst>
        </pc:spChg>
      </pc:sldChg>
      <pc:sldChg chg="delSp modSp add mod">
        <pc:chgData name="William Santos" userId="3c44bde2a603709d" providerId="LiveId" clId="{EEA2192A-38D1-4A54-81F6-6ECFB1187D77}" dt="2026-02-08T17:54:26.738" v="7672" actId="166"/>
        <pc:sldMkLst>
          <pc:docMk/>
          <pc:sldMk cId="2612741811" sldId="307"/>
        </pc:sldMkLst>
        <pc:spChg chg="mod ord">
          <ac:chgData name="William Santos" userId="3c44bde2a603709d" providerId="LiveId" clId="{EEA2192A-38D1-4A54-81F6-6ECFB1187D77}" dt="2026-02-08T17:54:26.738" v="7672" actId="166"/>
          <ac:spMkLst>
            <pc:docMk/>
            <pc:sldMk cId="2612741811" sldId="307"/>
            <ac:spMk id="154" creationId="{15D47188-B32D-2F19-1C2F-0C51D9C52AB7}"/>
          </ac:spMkLst>
        </pc:spChg>
        <pc:spChg chg="mod">
          <ac:chgData name="William Santos" userId="3c44bde2a603709d" providerId="LiveId" clId="{EEA2192A-38D1-4A54-81F6-6ECFB1187D77}" dt="2026-02-08T17:52:48.694" v="7652"/>
          <ac:spMkLst>
            <pc:docMk/>
            <pc:sldMk cId="2612741811" sldId="307"/>
            <ac:spMk id="155" creationId="{EE511EED-41B6-FBA4-EDDC-4B1930B0C74C}"/>
          </ac:spMkLst>
        </pc:spChg>
        <pc:spChg chg="mod">
          <ac:chgData name="William Santos" userId="3c44bde2a603709d" providerId="LiveId" clId="{EEA2192A-38D1-4A54-81F6-6ECFB1187D77}" dt="2026-02-08T17:53:28.633" v="7658" actId="14100"/>
          <ac:spMkLst>
            <pc:docMk/>
            <pc:sldMk cId="2612741811" sldId="307"/>
            <ac:spMk id="156" creationId="{7EDB1C22-0651-1BF0-0A04-A47EDC6FFB6F}"/>
          </ac:spMkLst>
        </pc:spChg>
        <pc:spChg chg="del">
          <ac:chgData name="William Santos" userId="3c44bde2a603709d" providerId="LiveId" clId="{EEA2192A-38D1-4A54-81F6-6ECFB1187D77}" dt="2026-02-08T17:53:26.061" v="7657" actId="478"/>
          <ac:spMkLst>
            <pc:docMk/>
            <pc:sldMk cId="2612741811" sldId="307"/>
            <ac:spMk id="157" creationId="{FEA0294B-B352-0E45-C6B4-5D846D0C86E3}"/>
          </ac:spMkLst>
        </pc:spChg>
      </pc:sldChg>
      <pc:sldChg chg="delSp modSp add mod">
        <pc:chgData name="William Santos" userId="3c44bde2a603709d" providerId="LiveId" clId="{EEA2192A-38D1-4A54-81F6-6ECFB1187D77}" dt="2026-02-08T17:52:35.080" v="7651" actId="166"/>
        <pc:sldMkLst>
          <pc:docMk/>
          <pc:sldMk cId="4276281183" sldId="308"/>
        </pc:sldMkLst>
        <pc:spChg chg="mod ord">
          <ac:chgData name="William Santos" userId="3c44bde2a603709d" providerId="LiveId" clId="{EEA2192A-38D1-4A54-81F6-6ECFB1187D77}" dt="2026-02-08T17:52:35.080" v="7651" actId="166"/>
          <ac:spMkLst>
            <pc:docMk/>
            <pc:sldMk cId="4276281183" sldId="308"/>
            <ac:spMk id="154" creationId="{11E81AA0-BB41-CA36-B034-E6F0C82E7F0C}"/>
          </ac:spMkLst>
        </pc:spChg>
        <pc:spChg chg="mod">
          <ac:chgData name="William Santos" userId="3c44bde2a603709d" providerId="LiveId" clId="{EEA2192A-38D1-4A54-81F6-6ECFB1187D77}" dt="2026-02-08T17:52:08.493" v="7646"/>
          <ac:spMkLst>
            <pc:docMk/>
            <pc:sldMk cId="4276281183" sldId="308"/>
            <ac:spMk id="155" creationId="{1D3B3463-7951-4EC5-BF03-913B0F2B365B}"/>
          </ac:spMkLst>
        </pc:spChg>
        <pc:spChg chg="del">
          <ac:chgData name="William Santos" userId="3c44bde2a603709d" providerId="LiveId" clId="{EEA2192A-38D1-4A54-81F6-6ECFB1187D77}" dt="2026-02-08T17:52:32.317" v="7650" actId="478"/>
          <ac:spMkLst>
            <pc:docMk/>
            <pc:sldMk cId="4276281183" sldId="308"/>
            <ac:spMk id="157" creationId="{1BF62D03-A140-095E-82B8-20CB3D121446}"/>
          </ac:spMkLst>
        </pc:spChg>
      </pc:sldChg>
      <pc:sldChg chg="delSp modSp add mod">
        <pc:chgData name="William Santos" userId="3c44bde2a603709d" providerId="LiveId" clId="{EEA2192A-38D1-4A54-81F6-6ECFB1187D77}" dt="2026-02-08T17:51:44.499" v="7645" actId="478"/>
        <pc:sldMkLst>
          <pc:docMk/>
          <pc:sldMk cId="3554219801" sldId="309"/>
        </pc:sldMkLst>
        <pc:spChg chg="mod">
          <ac:chgData name="William Santos" userId="3c44bde2a603709d" providerId="LiveId" clId="{EEA2192A-38D1-4A54-81F6-6ECFB1187D77}" dt="2026-02-08T17:51:41.708" v="7644" actId="14100"/>
          <ac:spMkLst>
            <pc:docMk/>
            <pc:sldMk cId="3554219801" sldId="309"/>
            <ac:spMk id="154" creationId="{0B643790-5A94-010A-094A-BBB36DA55FFB}"/>
          </ac:spMkLst>
        </pc:spChg>
        <pc:spChg chg="mod">
          <ac:chgData name="William Santos" userId="3c44bde2a603709d" providerId="LiveId" clId="{EEA2192A-38D1-4A54-81F6-6ECFB1187D77}" dt="2026-02-08T17:51:28.810" v="7641"/>
          <ac:spMkLst>
            <pc:docMk/>
            <pc:sldMk cId="3554219801" sldId="309"/>
            <ac:spMk id="155" creationId="{F07C41B1-9A82-3E5A-D328-C55874F74736}"/>
          </ac:spMkLst>
        </pc:spChg>
        <pc:spChg chg="del">
          <ac:chgData name="William Santos" userId="3c44bde2a603709d" providerId="LiveId" clId="{EEA2192A-38D1-4A54-81F6-6ECFB1187D77}" dt="2026-02-08T17:51:44.499" v="7645" actId="478"/>
          <ac:spMkLst>
            <pc:docMk/>
            <pc:sldMk cId="3554219801" sldId="309"/>
            <ac:spMk id="157" creationId="{93E1ADD4-99FC-CE08-89A2-FD186C210E21}"/>
          </ac:spMkLst>
        </pc:spChg>
      </pc:sldChg>
      <pc:sldChg chg="addSp delSp modSp add mod">
        <pc:chgData name="William Santos" userId="3c44bde2a603709d" providerId="LiveId" clId="{EEA2192A-38D1-4A54-81F6-6ECFB1187D77}" dt="2026-02-08T17:21:17.067" v="7640" actId="1076"/>
        <pc:sldMkLst>
          <pc:docMk/>
          <pc:sldMk cId="2868830482" sldId="310"/>
        </pc:sldMkLst>
        <pc:spChg chg="del">
          <ac:chgData name="William Santos" userId="3c44bde2a603709d" providerId="LiveId" clId="{EEA2192A-38D1-4A54-81F6-6ECFB1187D77}" dt="2026-02-08T17:20:56.477" v="7634" actId="478"/>
          <ac:spMkLst>
            <pc:docMk/>
            <pc:sldMk cId="2868830482" sldId="310"/>
            <ac:spMk id="154" creationId="{458A7760-AE59-6F0B-50E7-C4DD7B746955}"/>
          </ac:spMkLst>
        </pc:spChg>
        <pc:spChg chg="del">
          <ac:chgData name="William Santos" userId="3c44bde2a603709d" providerId="LiveId" clId="{EEA2192A-38D1-4A54-81F6-6ECFB1187D77}" dt="2026-02-08T17:20:59.739" v="7635" actId="478"/>
          <ac:spMkLst>
            <pc:docMk/>
            <pc:sldMk cId="2868830482" sldId="310"/>
            <ac:spMk id="155" creationId="{90369F2C-648E-DB3C-6B36-E5BCD034059A}"/>
          </ac:spMkLst>
        </pc:spChg>
        <pc:spChg chg="del">
          <ac:chgData name="William Santos" userId="3c44bde2a603709d" providerId="LiveId" clId="{EEA2192A-38D1-4A54-81F6-6ECFB1187D77}" dt="2026-02-08T17:21:07.040" v="7636" actId="478"/>
          <ac:spMkLst>
            <pc:docMk/>
            <pc:sldMk cId="2868830482" sldId="310"/>
            <ac:spMk id="157" creationId="{1309AAD9-B2C8-DB55-B311-D3F987FE488B}"/>
          </ac:spMkLst>
        </pc:spChg>
        <pc:picChg chg="add mod">
          <ac:chgData name="William Santos" userId="3c44bde2a603709d" providerId="LiveId" clId="{EEA2192A-38D1-4A54-81F6-6ECFB1187D77}" dt="2026-02-08T17:21:17.067" v="7640" actId="1076"/>
          <ac:picMkLst>
            <pc:docMk/>
            <pc:sldMk cId="2868830482" sldId="310"/>
            <ac:picMk id="2050" creationId="{540887A5-53D9-5FEA-18A3-2E4712E7E551}"/>
          </ac:picMkLst>
        </pc:picChg>
      </pc:sldChg>
      <pc:sldChg chg="addSp delSp modSp add mod">
        <pc:chgData name="William Santos" userId="3c44bde2a603709d" providerId="LiveId" clId="{EEA2192A-38D1-4A54-81F6-6ECFB1187D77}" dt="2026-02-08T17:19:04.367" v="7633" actId="1076"/>
        <pc:sldMkLst>
          <pc:docMk/>
          <pc:sldMk cId="191341665" sldId="311"/>
        </pc:sldMkLst>
        <pc:spChg chg="del">
          <ac:chgData name="William Santos" userId="3c44bde2a603709d" providerId="LiveId" clId="{EEA2192A-38D1-4A54-81F6-6ECFB1187D77}" dt="2026-02-08T17:18:46.901" v="7625" actId="478"/>
          <ac:spMkLst>
            <pc:docMk/>
            <pc:sldMk cId="191341665" sldId="311"/>
            <ac:spMk id="154" creationId="{D03DEA94-51B2-A68C-C817-5A768815185C}"/>
          </ac:spMkLst>
        </pc:spChg>
        <pc:spChg chg="del">
          <ac:chgData name="William Santos" userId="3c44bde2a603709d" providerId="LiveId" clId="{EEA2192A-38D1-4A54-81F6-6ECFB1187D77}" dt="2026-02-08T17:18:49.714" v="7626" actId="478"/>
          <ac:spMkLst>
            <pc:docMk/>
            <pc:sldMk cId="191341665" sldId="311"/>
            <ac:spMk id="155" creationId="{560299A3-E9C9-27A5-9672-7E11729EBE4E}"/>
          </ac:spMkLst>
        </pc:spChg>
        <pc:spChg chg="del">
          <ac:chgData name="William Santos" userId="3c44bde2a603709d" providerId="LiveId" clId="{EEA2192A-38D1-4A54-81F6-6ECFB1187D77}" dt="2026-02-08T17:18:55.329" v="7629" actId="478"/>
          <ac:spMkLst>
            <pc:docMk/>
            <pc:sldMk cId="191341665" sldId="311"/>
            <ac:spMk id="157" creationId="{9FCDE0A9-0FE6-A5F9-F2B4-4360AED3E35D}"/>
          </ac:spMkLst>
        </pc:spChg>
        <pc:picChg chg="add mod">
          <ac:chgData name="William Santos" userId="3c44bde2a603709d" providerId="LiveId" clId="{EEA2192A-38D1-4A54-81F6-6ECFB1187D77}" dt="2026-02-08T17:19:04.367" v="7633" actId="1076"/>
          <ac:picMkLst>
            <pc:docMk/>
            <pc:sldMk cId="191341665" sldId="311"/>
            <ac:picMk id="1026" creationId="{894F68AF-FEEE-9D77-3DF0-3CA19B9E0318}"/>
          </ac:picMkLst>
        </pc:picChg>
      </pc:sldChg>
      <pc:sldChg chg="addSp delSp modSp add mod">
        <pc:chgData name="William Santos" userId="3c44bde2a603709d" providerId="LiveId" clId="{EEA2192A-38D1-4A54-81F6-6ECFB1187D77}" dt="2026-02-08T17:16:39.830" v="7619" actId="1076"/>
        <pc:sldMkLst>
          <pc:docMk/>
          <pc:sldMk cId="124288906" sldId="312"/>
        </pc:sldMkLst>
        <pc:spChg chg="del">
          <ac:chgData name="William Santos" userId="3c44bde2a603709d" providerId="LiveId" clId="{EEA2192A-38D1-4A54-81F6-6ECFB1187D77}" dt="2026-02-08T17:15:10.797" v="7611" actId="478"/>
          <ac:spMkLst>
            <pc:docMk/>
            <pc:sldMk cId="124288906" sldId="312"/>
            <ac:spMk id="154" creationId="{4C232CE5-DBE8-415B-87BC-478C4C41E525}"/>
          </ac:spMkLst>
        </pc:spChg>
        <pc:spChg chg="del">
          <ac:chgData name="William Santos" userId="3c44bde2a603709d" providerId="LiveId" clId="{EEA2192A-38D1-4A54-81F6-6ECFB1187D77}" dt="2026-02-08T17:15:14.767" v="7614" actId="478"/>
          <ac:spMkLst>
            <pc:docMk/>
            <pc:sldMk cId="124288906" sldId="312"/>
            <ac:spMk id="155" creationId="{7027FF76-D629-2722-8F07-5E606698384D}"/>
          </ac:spMkLst>
        </pc:spChg>
        <pc:spChg chg="del">
          <ac:chgData name="William Santos" userId="3c44bde2a603709d" providerId="LiveId" clId="{EEA2192A-38D1-4A54-81F6-6ECFB1187D77}" dt="2026-02-08T17:15:18.769" v="7616" actId="478"/>
          <ac:spMkLst>
            <pc:docMk/>
            <pc:sldMk cId="124288906" sldId="312"/>
            <ac:spMk id="157" creationId="{5BDA3838-F9E5-0AFA-9450-EA2D2C825259}"/>
          </ac:spMkLst>
        </pc:spChg>
        <pc:picChg chg="add mod">
          <ac:chgData name="William Santos" userId="3c44bde2a603709d" providerId="LiveId" clId="{EEA2192A-38D1-4A54-81F6-6ECFB1187D77}" dt="2026-02-08T17:16:39.830" v="7619" actId="1076"/>
          <ac:picMkLst>
            <pc:docMk/>
            <pc:sldMk cId="124288906" sldId="312"/>
            <ac:picMk id="2" creationId="{C59D7CD1-3902-00E5-60E5-464F6B19D740}"/>
          </ac:picMkLst>
        </pc:picChg>
      </pc:sldChg>
      <pc:sldChg chg="delSp modSp add mod">
        <pc:chgData name="William Santos" userId="3c44bde2a603709d" providerId="LiveId" clId="{EEA2192A-38D1-4A54-81F6-6ECFB1187D77}" dt="2026-02-08T18:09:56.924" v="8822" actId="1076"/>
        <pc:sldMkLst>
          <pc:docMk/>
          <pc:sldMk cId="762615765" sldId="313"/>
        </pc:sldMkLst>
        <pc:spChg chg="mod ord">
          <ac:chgData name="William Santos" userId="3c44bde2a603709d" providerId="LiveId" clId="{EEA2192A-38D1-4A54-81F6-6ECFB1187D77}" dt="2026-02-08T18:09:56.924" v="8822" actId="1076"/>
          <ac:spMkLst>
            <pc:docMk/>
            <pc:sldMk cId="762615765" sldId="313"/>
            <ac:spMk id="154" creationId="{DBC5E63D-5C53-ABE1-94DD-61F75B8293A2}"/>
          </ac:spMkLst>
        </pc:spChg>
        <pc:spChg chg="mod">
          <ac:chgData name="William Santos" userId="3c44bde2a603709d" providerId="LiveId" clId="{EEA2192A-38D1-4A54-81F6-6ECFB1187D77}" dt="2026-02-08T18:05:04.991" v="8141" actId="14100"/>
          <ac:spMkLst>
            <pc:docMk/>
            <pc:sldMk cId="762615765" sldId="313"/>
            <ac:spMk id="155" creationId="{303B74B7-4CBA-0D7C-2DA2-1AD20C17EC19}"/>
          </ac:spMkLst>
        </pc:spChg>
        <pc:spChg chg="mod">
          <ac:chgData name="William Santos" userId="3c44bde2a603709d" providerId="LiveId" clId="{EEA2192A-38D1-4A54-81F6-6ECFB1187D77}" dt="2026-02-08T18:07:20.412" v="8478" actId="1076"/>
          <ac:spMkLst>
            <pc:docMk/>
            <pc:sldMk cId="762615765" sldId="313"/>
            <ac:spMk id="156" creationId="{914E45AC-E2FA-5FE2-3276-55592340D193}"/>
          </ac:spMkLst>
        </pc:spChg>
        <pc:spChg chg="del">
          <ac:chgData name="William Santos" userId="3c44bde2a603709d" providerId="LiveId" clId="{EEA2192A-38D1-4A54-81F6-6ECFB1187D77}" dt="2026-02-08T18:07:14.247" v="8476" actId="478"/>
          <ac:spMkLst>
            <pc:docMk/>
            <pc:sldMk cId="762615765" sldId="313"/>
            <ac:spMk id="157" creationId="{994ADA14-A3A9-1FDD-0AB6-25EB5D874126}"/>
          </ac:spMkLst>
        </pc:spChg>
      </pc:sldChg>
      <pc:sldChg chg="delSp modSp add mod">
        <pc:chgData name="William Santos" userId="3c44bde2a603709d" providerId="LiveId" clId="{EEA2192A-38D1-4A54-81F6-6ECFB1187D77}" dt="2026-02-08T18:00:35.827" v="8076" actId="20577"/>
        <pc:sldMkLst>
          <pc:docMk/>
          <pc:sldMk cId="467162297" sldId="314"/>
        </pc:sldMkLst>
        <pc:spChg chg="mod ord">
          <ac:chgData name="William Santos" userId="3c44bde2a603709d" providerId="LiveId" clId="{EEA2192A-38D1-4A54-81F6-6ECFB1187D77}" dt="2026-02-08T18:00:35.827" v="8076" actId="20577"/>
          <ac:spMkLst>
            <pc:docMk/>
            <pc:sldMk cId="467162297" sldId="314"/>
            <ac:spMk id="154" creationId="{385AD679-EB33-C763-8112-8BE2E6B4E262}"/>
          </ac:spMkLst>
        </pc:spChg>
        <pc:spChg chg="mod">
          <ac:chgData name="William Santos" userId="3c44bde2a603709d" providerId="LiveId" clId="{EEA2192A-38D1-4A54-81F6-6ECFB1187D77}" dt="2026-02-08T17:58:55.055" v="7721" actId="20577"/>
          <ac:spMkLst>
            <pc:docMk/>
            <pc:sldMk cId="467162297" sldId="314"/>
            <ac:spMk id="155" creationId="{AD37D7D2-8359-1445-49F0-3CAAF1524813}"/>
          </ac:spMkLst>
        </pc:spChg>
        <pc:spChg chg="del">
          <ac:chgData name="William Santos" userId="3c44bde2a603709d" providerId="LiveId" clId="{EEA2192A-38D1-4A54-81F6-6ECFB1187D77}" dt="2026-02-08T18:00:22.898" v="8071" actId="478"/>
          <ac:spMkLst>
            <pc:docMk/>
            <pc:sldMk cId="467162297" sldId="314"/>
            <ac:spMk id="157" creationId="{B9AE3A8A-6CF7-863F-A99E-FDACFC660CFF}"/>
          </ac:spMkLst>
        </pc:spChg>
      </pc:sldChg>
      <pc:sldChg chg="delSp modSp add mod">
        <pc:chgData name="William Santos" userId="3c44bde2a603709d" providerId="LiveId" clId="{EEA2192A-38D1-4A54-81F6-6ECFB1187D77}" dt="2026-02-08T17:56:29.402" v="7693" actId="478"/>
        <pc:sldMkLst>
          <pc:docMk/>
          <pc:sldMk cId="2456934331" sldId="315"/>
        </pc:sldMkLst>
        <pc:spChg chg="mod">
          <ac:chgData name="William Santos" userId="3c44bde2a603709d" providerId="LiveId" clId="{EEA2192A-38D1-4A54-81F6-6ECFB1187D77}" dt="2026-02-08T17:56:27.124" v="7692" actId="1076"/>
          <ac:spMkLst>
            <pc:docMk/>
            <pc:sldMk cId="2456934331" sldId="315"/>
            <ac:spMk id="154" creationId="{53AA6364-92E1-7E53-A44B-424BA4928A45}"/>
          </ac:spMkLst>
        </pc:spChg>
        <pc:spChg chg="mod">
          <ac:chgData name="William Santos" userId="3c44bde2a603709d" providerId="LiveId" clId="{EEA2192A-38D1-4A54-81F6-6ECFB1187D77}" dt="2026-02-08T17:56:10.816" v="7687"/>
          <ac:spMkLst>
            <pc:docMk/>
            <pc:sldMk cId="2456934331" sldId="315"/>
            <ac:spMk id="155" creationId="{1329555A-B687-185B-5FB1-5F8B7A9C3EF1}"/>
          </ac:spMkLst>
        </pc:spChg>
        <pc:spChg chg="del">
          <ac:chgData name="William Santos" userId="3c44bde2a603709d" providerId="LiveId" clId="{EEA2192A-38D1-4A54-81F6-6ECFB1187D77}" dt="2026-02-08T17:56:29.402" v="7693" actId="478"/>
          <ac:spMkLst>
            <pc:docMk/>
            <pc:sldMk cId="2456934331" sldId="315"/>
            <ac:spMk id="157" creationId="{1F7FF5FF-878C-0C00-01D0-52595FCFF12F}"/>
          </ac:spMkLst>
        </pc:spChg>
      </pc:sldChg>
      <pc:sldChg chg="modSp add mod">
        <pc:chgData name="William Santos" userId="3c44bde2a603709d" providerId="LiveId" clId="{EEA2192A-38D1-4A54-81F6-6ECFB1187D77}" dt="2026-02-08T18:12:51.967" v="9423" actId="113"/>
        <pc:sldMkLst>
          <pc:docMk/>
          <pc:sldMk cId="3844038919" sldId="316"/>
        </pc:sldMkLst>
        <pc:spChg chg="mod">
          <ac:chgData name="William Santos" userId="3c44bde2a603709d" providerId="LiveId" clId="{EEA2192A-38D1-4A54-81F6-6ECFB1187D77}" dt="2026-02-08T18:12:51.967" v="9423" actId="113"/>
          <ac:spMkLst>
            <pc:docMk/>
            <pc:sldMk cId="3844038919" sldId="316"/>
            <ac:spMk id="154" creationId="{6DD84885-8F95-4A56-099F-0E4F1BD3EDDB}"/>
          </ac:spMkLst>
        </pc:spChg>
        <pc:spChg chg="mod">
          <ac:chgData name="William Santos" userId="3c44bde2a603709d" providerId="LiveId" clId="{EEA2192A-38D1-4A54-81F6-6ECFB1187D77}" dt="2026-02-08T18:10:25.078" v="8874" actId="20577"/>
          <ac:spMkLst>
            <pc:docMk/>
            <pc:sldMk cId="3844038919" sldId="316"/>
            <ac:spMk id="155" creationId="{101519AC-EF6E-1D16-05D1-0441E992871A}"/>
          </ac:spMkLst>
        </pc:spChg>
      </pc:sldChg>
      <pc:sldChg chg="add del">
        <pc:chgData name="William Santos" userId="3c44bde2a603709d" providerId="LiveId" clId="{EEA2192A-38D1-4A54-81F6-6ECFB1187D77}" dt="2026-02-08T21:08:20.292" v="12204" actId="47"/>
        <pc:sldMkLst>
          <pc:docMk/>
          <pc:sldMk cId="2854041444" sldId="317"/>
        </pc:sldMkLst>
      </pc:sldChg>
      <pc:sldChg chg="addSp delSp modSp add mod">
        <pc:chgData name="William Santos" userId="3c44bde2a603709d" providerId="LiveId" clId="{EEA2192A-38D1-4A54-81F6-6ECFB1187D77}" dt="2026-02-08T19:01:48.851" v="11893" actId="12385"/>
        <pc:sldMkLst>
          <pc:docMk/>
          <pc:sldMk cId="343584602" sldId="318"/>
        </pc:sldMkLst>
        <pc:spChg chg="del mod">
          <ac:chgData name="William Santos" userId="3c44bde2a603709d" providerId="LiveId" clId="{EEA2192A-38D1-4A54-81F6-6ECFB1187D77}" dt="2026-02-08T18:52:16.018" v="10606"/>
          <ac:spMkLst>
            <pc:docMk/>
            <pc:sldMk cId="343584602" sldId="318"/>
            <ac:spMk id="154" creationId="{73D2576A-F5AF-CFBE-B541-2886F9668B1D}"/>
          </ac:spMkLst>
        </pc:spChg>
        <pc:spChg chg="del">
          <ac:chgData name="William Santos" userId="3c44bde2a603709d" providerId="LiveId" clId="{EEA2192A-38D1-4A54-81F6-6ECFB1187D77}" dt="2026-02-08T18:52:16.018" v="10604" actId="478"/>
          <ac:spMkLst>
            <pc:docMk/>
            <pc:sldMk cId="343584602" sldId="318"/>
            <ac:spMk id="155" creationId="{5F7455ED-B01F-E4A2-9689-5A9B960F343D}"/>
          </ac:spMkLst>
        </pc:spChg>
        <pc:graphicFrameChg chg="add mod modGraphic">
          <ac:chgData name="William Santos" userId="3c44bde2a603709d" providerId="LiveId" clId="{EEA2192A-38D1-4A54-81F6-6ECFB1187D77}" dt="2026-02-08T19:01:48.851" v="11893" actId="12385"/>
          <ac:graphicFrameMkLst>
            <pc:docMk/>
            <pc:sldMk cId="343584602" sldId="318"/>
            <ac:graphicFrameMk id="2" creationId="{FD8B13BA-A707-9AE5-6109-440A6F9FC3A2}"/>
          </ac:graphicFrameMkLst>
        </pc:graphicFrameChg>
      </pc:sldChg>
      <pc:sldChg chg="modSp add mod">
        <pc:chgData name="William Santos" userId="3c44bde2a603709d" providerId="LiveId" clId="{EEA2192A-38D1-4A54-81F6-6ECFB1187D77}" dt="2026-02-08T18:22:07.002" v="10600" actId="20577"/>
        <pc:sldMkLst>
          <pc:docMk/>
          <pc:sldMk cId="891908840" sldId="319"/>
        </pc:sldMkLst>
        <pc:spChg chg="mod">
          <ac:chgData name="William Santos" userId="3c44bde2a603709d" providerId="LiveId" clId="{EEA2192A-38D1-4A54-81F6-6ECFB1187D77}" dt="2026-02-08T18:22:07.002" v="10600" actId="20577"/>
          <ac:spMkLst>
            <pc:docMk/>
            <pc:sldMk cId="891908840" sldId="319"/>
            <ac:spMk id="154" creationId="{2CB60F12-0A80-E2D1-11AB-04E531AB2941}"/>
          </ac:spMkLst>
        </pc:spChg>
        <pc:spChg chg="mod">
          <ac:chgData name="William Santos" userId="3c44bde2a603709d" providerId="LiveId" clId="{EEA2192A-38D1-4A54-81F6-6ECFB1187D77}" dt="2026-02-08T18:18:52.884" v="9854" actId="20577"/>
          <ac:spMkLst>
            <pc:docMk/>
            <pc:sldMk cId="891908840" sldId="319"/>
            <ac:spMk id="155" creationId="{23988267-11D4-6E18-75E7-674D65A1CE59}"/>
          </ac:spMkLst>
        </pc:spChg>
      </pc:sldChg>
      <pc:sldChg chg="delSp modSp add mod">
        <pc:chgData name="William Santos" userId="3c44bde2a603709d" providerId="LiveId" clId="{EEA2192A-38D1-4A54-81F6-6ECFB1187D77}" dt="2026-02-08T18:14:50.026" v="9827" actId="478"/>
        <pc:sldMkLst>
          <pc:docMk/>
          <pc:sldMk cId="2508109734" sldId="320"/>
        </pc:sldMkLst>
        <pc:spChg chg="mod">
          <ac:chgData name="William Santos" userId="3c44bde2a603709d" providerId="LiveId" clId="{EEA2192A-38D1-4A54-81F6-6ECFB1187D77}" dt="2026-02-08T18:14:46.018" v="9826" actId="12"/>
          <ac:spMkLst>
            <pc:docMk/>
            <pc:sldMk cId="2508109734" sldId="320"/>
            <ac:spMk id="154" creationId="{55DFD9CD-A068-7495-4DBD-E71FE92170B6}"/>
          </ac:spMkLst>
        </pc:spChg>
        <pc:spChg chg="del">
          <ac:chgData name="William Santos" userId="3c44bde2a603709d" providerId="LiveId" clId="{EEA2192A-38D1-4A54-81F6-6ECFB1187D77}" dt="2026-02-08T18:14:50.026" v="9827" actId="478"/>
          <ac:spMkLst>
            <pc:docMk/>
            <pc:sldMk cId="2508109734" sldId="320"/>
            <ac:spMk id="155" creationId="{E936FA08-61DF-2065-1265-276673BF3D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AB36DF5-BDC7-7AF0-E8CE-71CBBD552B9F}"/>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DCEAAEA4-E2C4-082C-1362-FFE4FA642D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a:extLst>
              <a:ext uri="{FF2B5EF4-FFF2-40B4-BE49-F238E27FC236}">
                <a16:creationId xmlns:a16="http://schemas.microsoft.com/office/drawing/2014/main" id="{42073A71-1DF0-30E5-D2E5-72020DDA88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4479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2B3B6C66-2FED-0C12-8A57-F6427D3E5D9E}"/>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28DB3512-F09B-3E4D-0399-8C5709D450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a:extLst>
              <a:ext uri="{FF2B5EF4-FFF2-40B4-BE49-F238E27FC236}">
                <a16:creationId xmlns:a16="http://schemas.microsoft.com/office/drawing/2014/main" id="{1E4FC180-70DE-41B6-4417-02E1A75377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5132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3389B92-180E-EADC-2B48-404680CE128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FCF3FBB-74DD-8770-93F7-51575D6AB6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02D79D0-541E-B99F-A780-A072FEC514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8312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2C95738-EF05-5A03-325A-D75386FD7CD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0695034-74CA-522C-2E18-81D13161AB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DD8BEA0-1EF9-65A8-2CC9-B1AFF3D46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3681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40D9F2B-37E9-37A6-7096-09A72BD9BB2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2465DC5-5991-87FF-CDB7-2DA26AB28E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5EB4A7A-C131-E399-CFD1-7CC9D6B700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4229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639375A-4366-D83A-57A3-E8349760A94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B4B10C6-649F-CA2C-D365-E3D0296B7D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EAA1AEE-4C25-7F0F-7476-8D843E81FA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8608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4A7DF99-6C49-A0AB-2BC2-99609691B0A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46D6454-953A-11E4-D79E-44550484D3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17B24BE-F6A1-8410-E31F-563A45EC5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2687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A8EA57B-2A43-C75A-0BD1-A8187E0E6BA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F2DF972-31C8-82A4-AA84-9AB0FE76EE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E41044B-CD95-14FB-8A2D-45ED62E0F6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1698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E148726-4B22-C9F1-6099-7DAB82B0F047}"/>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C8A96391-DB04-E2AD-F8D8-C4C67EFD9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E72FECC-623A-B3C3-9A66-48FDD2994B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03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E6A417E-5D6F-FE87-6BE2-866E5CAFE87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C197384-51B7-D213-7362-A400213E20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D308F22-99F5-6836-C62D-D06903467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521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872D27F-4FC9-DE52-4B61-12F1AD76DB1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A227187-F487-CDBA-B16D-3D25A9D24A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488EABF-4127-79E7-E3E9-16B923236D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1187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2208D31-1BE0-C5BF-8F97-BD3F705F817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1893E71-0728-10B5-10FD-6232FD8236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6B0D3DE-17C0-1C71-3699-B5DA502B3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190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1D4F70B-679A-23DA-B08F-5D46AAA1CF0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1E2C808-09BF-3BEF-42E8-332B2C40E3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03A4263-F46E-1E4D-E7CB-E4935892DA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4888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E23ABC7-C893-7E47-E6CE-3E7384B99267}"/>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633E93B-1C36-DB92-4FA2-ECE8117768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2C6D7BE-106F-2499-72EE-78783DB01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7688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DB54253-78ED-DCE2-8AEC-0985EDAC4BE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44DC7DF-1D8E-2C40-8534-134E9F0490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9EDB946-0B01-2243-772C-1FBAC7F789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2680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4E7ABA9-7984-E8E6-2EA5-5F3EE95D5E1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85892A9-D28D-B8ED-C895-9DB48F72C7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58AC9A9-9C94-3131-85E3-407F214C7F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4722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6F91042-8AEB-1436-159C-D5A7F75FE9F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3125979-C6EC-CA72-BA02-80E89E207F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BDCA19A-58E2-4546-1038-F0C5CCEC4C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22276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AAAC3B8-3614-0683-9AB1-D6E27447E318}"/>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4721A37-0508-DEF7-0208-9A0DBD5BC1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F14FE0D-B0F3-90B7-010C-0009DF480C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2974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7D41D2A-601A-1F97-E6AD-E2F0C8126468}"/>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E1A57EC-A003-4AA7-ADCE-D06942D61E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3364910-EC32-1753-9A71-7B8D3C17D4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3585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AEF0AC5-A1EB-41DF-4F40-0FB54EB2A57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9E4A59D-1372-3F6C-9B2D-22B3FE5188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D9373F7-4DEC-4CC7-5091-DA66AAF26A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6530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F5A2253-E5E3-F99E-0D73-AD040EBE085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B53FD97-E967-F8F7-CAD8-D9791CBB87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2D23638-DD8E-98B8-421F-833E6F0F9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2849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3CA9E84-82A1-A16F-4AB0-D6FA44AFAE8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1B6AE32-CBAB-F126-D46D-9482931355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741CC514-DA31-718E-A3D7-206FB922A8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2006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4970EDD-759B-4277-1D8B-D22A36EB7EB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132195D-45D2-3337-4B42-976CB4E91A0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E84F062-3C47-8EFD-C51C-8DCCE6B9FF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1875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A335143-EAA1-D438-7EA2-20EFDC39327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E76E379-253E-606C-C975-E9F3D08C22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5A7168C-45E3-30AC-3A8E-8D3C04B03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32222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AC4EAF2-7576-7C59-1F4B-BEE76E9014A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A2C3575-F94C-F474-42B5-B255641CFB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8E6B820-5DCC-5C19-ACF8-415F566AA9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1020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28FD6DD-852F-15E9-4D6D-3213606A2BE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B36DDCA-0869-EACC-4270-949A15865B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DDB80FD-9588-5E66-33FA-B9B777C305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45618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D902550-0790-0566-131B-DBF4AD5672C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99F333A-D49D-E3E5-9875-F141B2FCCF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373BD85-C2AB-9BCB-BA3C-EE3F2E963B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21987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7390678-5255-7F0D-DBD2-2DE2C4B050C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8F16F89-EDFB-C022-B10C-D2728FBD0F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35C4111-5BBD-8360-576C-AC5577898D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75465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A8BFB95-C24D-1195-B761-3EFE3621528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C7AA5E8-5052-674E-FF42-7D1E43FEB7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78625562-D5DD-8214-C13D-127D3F87EB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3154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F16B61D-718B-1DCD-AF80-93A8531CE9D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F7A8883-E923-5B6F-35EE-851542A033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9B9203D-507A-521F-A636-19A91636EB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79042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E98310C-40DA-F1AA-C113-F74BFAF6905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9AE4982-CF1B-C6B9-201E-65D9B64500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CC2AD87-044B-34C2-9B55-483CC24DD0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386047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8E346AF-A6EA-E2E1-41F3-3B9EDE3693E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34B0481-F23F-6B74-C410-BA95179F69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6EC723A-D42E-4098-77CA-A76D9FCCEF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23125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BD118FC-98C1-D921-728E-E6BE2504649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F7DDDAC-0BC6-6746-F4BC-3DDD4EC205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795F34A-B13D-431B-2164-94ECBA8B6F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8807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CF32E16-3910-C9DD-48C4-E1EFC091D3F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56A60E3-5DA6-FBC1-CD14-0BA8B66335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7C06AB6-98FD-4D20-0C2E-C2BC296B7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40328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F811570-7713-A968-2887-57D4E88FCA5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FAE5ED6-8853-2B8C-16BB-83C3FEFC23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2335B70-0BF1-DA68-4CBD-9F6C3F4B9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0704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28CBDB8-6E1A-295A-1808-AFCD5C4B061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1620449-81CE-F004-92EF-8FA164EEF1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C5C295B-5F6C-42DB-FA7F-DC9A5B2AEF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16436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293DF14-FB93-7CE6-03E1-8683BD2AF78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FC9EA03-50DF-F4E4-4297-C37CD31BC9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F8FC3E1-044B-C5EF-FF0C-8527977E8A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79675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92052F6-C6CF-784C-DEBD-329232A99D5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9F043EE-57C4-E257-4D9D-3E949826CB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E0F2B4D-6766-5A93-E244-059397D28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18144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59C9DF1-55EE-88F9-FD88-A4E803712F8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823EF5D-81B4-38EE-9995-537F254BBD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6B1BA3D-EAA6-E9B9-3DF8-D618B5E01B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30580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238FEC4-59D7-DE68-8C3B-5B1AB4F088D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706269F-36F7-2AFE-68F1-AAC318441F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40A18B5-2D13-3DDE-4DEB-AEF547DB3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15466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E70DDAE-2E74-7FBD-92CA-6612B75CD4E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7836CA7-F3FA-1045-1C08-76F8298E9C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DAD09ED-A384-6B0D-517D-AF0064007E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44125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376A5F9-A36A-7EFC-6170-E87E0DC702A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AE49E12-F746-7AC8-D731-D41AB66B7D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6B006DF-180C-DF43-9AC7-7E084E471D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24439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60CF86D-3FAD-F345-7954-3FFF9E80F76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FA93548-6C55-61AC-B115-2413A8AB05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6E213997-5D25-3391-2EE4-13A19DDDB0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38316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F9BD39C-E2B5-919B-072F-D443F556B1A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967CDBE-BFAC-C926-CC1A-32AD1A102E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6EFAE07-154E-DCEA-C6C4-518D9B712E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49242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4A4D163-8D48-7317-AA7B-E9A3E34A96F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EA61060-4822-D0BA-D2F2-97FD259D21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40D224D-A6E1-0994-F96E-238F9CEDBF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33114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B576A96-5E53-98F5-5542-705F7634315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10F1BA5-EC17-B77B-00CC-2D89F59272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D30EA6A7-FB65-BFBE-4361-26D5B3FC62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50753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941C7C-A705-A4B6-7759-636484806D8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3084D46-76C8-A15A-5DF6-C6AB97CC84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100DAE5-B088-D963-1B6E-0D16F7B313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11229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564D6B5-CA55-8DBF-C773-FAB6321A310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79190A5-2F4F-57BA-5909-5EF8F98D16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F8300DF-106F-9279-CF21-DEAFE36F24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07187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C9BA1FE-7D15-74B3-B63D-06E1E985611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58A2B5F-2EBD-1DEC-D973-BB231F24FC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CBB5EEF-339B-0575-4DAD-20280435DA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19723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105E3E3-FAF9-BAD6-81B2-21A7363108E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4E42C54-9751-303F-87FE-1C9DB1639B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60F7C61-2000-FFAA-27FD-24C76712DB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5328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4afea4f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4f262177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4f262177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g385e2d797db_0_67"/>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85e2d797db_0_67"/>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85e2d797db_0_6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inetsoft.com/evaluate/bi_visualization_gallery/index.jsp" TargetMode="External"/><Relationship Id="rId5" Type="http://schemas.openxmlformats.org/officeDocument/2006/relationships/hyperlink" Target="https://www.gapminder.org/resources/"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hyperlink" Target="https://www.youtube.com/watch?v=4mx0hoHRopI&amp;t=4s" TargetMode="External"/><Relationship Id="rId3" Type="http://schemas.openxmlformats.org/officeDocument/2006/relationships/image" Target="../media/image4.png"/><Relationship Id="rId7" Type="http://schemas.openxmlformats.org/officeDocument/2006/relationships/hyperlink" Target="https://www.youtube.com/watch?v=8wcFCAPLQZg"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youtube.com/watch?v=HvzO18fUjqY" TargetMode="External"/><Relationship Id="rId5" Type="http://schemas.openxmlformats.org/officeDocument/2006/relationships/hyperlink" Target="https://voyant-tools.org/" TargetMode="External"/><Relationship Id="rId4" Type="http://schemas.openxmlformats.org/officeDocument/2006/relationships/image" Target="../media/image5.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hyperlink" Target="https://www.ionos.es/digitalguide/online-marketing/analisis-web/los-data-warehouses-en-la-business-intelligence/" TargetMode="External"/><Relationship Id="rId3" Type="http://schemas.openxmlformats.org/officeDocument/2006/relationships/image" Target="../media/image2.png"/><Relationship Id="rId7" Type="http://schemas.openxmlformats.org/officeDocument/2006/relationships/hyperlink" Target="https://medium.com/data-world-portafolio/empezando-con-el-data-warehouse-modelamiento-8d13d3c9bd60" TargetMode="External"/><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hyperlink" Target="https://balancedscorecard-org.translate.goog/bsc-basics-overview/?_x_tr_sl=en&amp;_x_tr_tl=es&amp;_x_tr_hl=es&amp;_x_tr_pto=tc" TargetMode="External"/><Relationship Id="rId5" Type="http://schemas.openxmlformats.org/officeDocument/2006/relationships/hyperlink" Target="https://aws.amazon.com/es/what-is/data-analytics/" TargetMode="External"/><Relationship Id="rId4" Type="http://schemas.openxmlformats.org/officeDocument/2006/relationships/image" Target="../media/image19.png"/><Relationship Id="rId9" Type="http://schemas.openxmlformats.org/officeDocument/2006/relationships/hyperlink" Target="https://trainings.internshala.com/blog/data-mining-vs-data-warehousing/"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16903" y="1"/>
            <a:ext cx="18254198" cy="10287002"/>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33704372"/>
              </p:ext>
            </p:extLst>
          </p:nvPr>
        </p:nvGraphicFramePr>
        <p:xfrm>
          <a:off x="10656401" y="1940050"/>
          <a:ext cx="7381150" cy="1597032"/>
        </p:xfrm>
        <a:graphic>
          <a:graphicData uri="http://schemas.openxmlformats.org/drawingml/2006/table">
            <a:tbl>
              <a:tblPr>
                <a:noFill/>
              </a:tblPr>
              <a:tblGrid>
                <a:gridCol w="3036400">
                  <a:extLst>
                    <a:ext uri="{9D8B030D-6E8A-4147-A177-3AD203B41FA5}">
                      <a16:colId xmlns:a16="http://schemas.microsoft.com/office/drawing/2014/main" val="20000"/>
                    </a:ext>
                  </a:extLst>
                </a:gridCol>
                <a:gridCol w="4344750">
                  <a:extLst>
                    <a:ext uri="{9D8B030D-6E8A-4147-A177-3AD203B41FA5}">
                      <a16:colId xmlns:a16="http://schemas.microsoft.com/office/drawing/2014/main" val="20001"/>
                    </a:ext>
                  </a:extLst>
                </a:gridCol>
              </a:tblGrid>
              <a:tr h="798516">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Día, Fecha:</a:t>
                      </a:r>
                    </a:p>
                  </a:txBody>
                  <a:tcPr marL="182850" marR="182850" marT="182850" marB="182850"/>
                </a:tc>
                <a:tc>
                  <a:txBody>
                    <a:bodyPr/>
                    <a:lstStyle/>
                    <a:p>
                      <a:pPr marL="0" marR="0" lvl="0" indent="0" algn="l" rtl="0">
                        <a:lnSpc>
                          <a:spcPct val="100000"/>
                        </a:lnSpc>
                        <a:spcBef>
                          <a:spcPts val="0"/>
                        </a:spcBef>
                        <a:spcAft>
                          <a:spcPts val="0"/>
                        </a:spcAft>
                        <a:buClr>
                          <a:srgbClr val="000000"/>
                        </a:buClr>
                        <a:buSzPts val="1400"/>
                        <a:buFont typeface="Arial"/>
                        <a:buNone/>
                      </a:pPr>
                      <a:r>
                        <a:rPr lang="es-GT" sz="2800" u="none" strike="noStrike" cap="none" noProof="0" dirty="0"/>
                        <a:t>Martes, 10/02/2026</a:t>
                      </a:r>
                    </a:p>
                  </a:txBody>
                  <a:tcPr marL="182850" marR="182850" marT="182850" marB="182850"/>
                </a:tc>
                <a:extLst>
                  <a:ext uri="{0D108BD9-81ED-4DB2-BD59-A6C34878D82A}">
                    <a16:rowId xmlns:a16="http://schemas.microsoft.com/office/drawing/2014/main" val="10000"/>
                  </a:ext>
                </a:extLst>
              </a:tr>
              <a:tr h="798516">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Hora de inicio:</a:t>
                      </a:r>
                    </a:p>
                  </a:txBody>
                  <a:tcPr marL="182850" marR="182850" marT="182850" marB="182850"/>
                </a:tc>
                <a:tc>
                  <a:txBody>
                    <a:bodyPr/>
                    <a:lstStyle/>
                    <a:p>
                      <a:pPr marL="0" marR="0" lvl="0" indent="0" algn="l" rtl="0">
                        <a:lnSpc>
                          <a:spcPct val="100000"/>
                        </a:lnSpc>
                        <a:spcBef>
                          <a:spcPts val="0"/>
                        </a:spcBef>
                        <a:spcAft>
                          <a:spcPts val="0"/>
                        </a:spcAft>
                        <a:buClr>
                          <a:srgbClr val="000000"/>
                        </a:buClr>
                        <a:buSzPts val="1400"/>
                        <a:buFont typeface="Arial"/>
                        <a:buNone/>
                      </a:pPr>
                      <a:r>
                        <a:rPr lang="es-GT" sz="2800" u="none" strike="noStrike" cap="none" noProof="0" dirty="0"/>
                        <a:t>17:20</a:t>
                      </a:r>
                    </a:p>
                  </a:txBody>
                  <a:tcPr marL="182850" marR="182850" marT="182850" marB="182850"/>
                </a:tc>
                <a:extLst>
                  <a:ext uri="{0D108BD9-81ED-4DB2-BD59-A6C34878D82A}">
                    <a16:rowId xmlns:a16="http://schemas.microsoft.com/office/drawing/2014/main" val="10001"/>
                  </a:ext>
                </a:extLst>
              </a:tr>
            </a:tbl>
          </a:graphicData>
        </a:graphic>
      </p:graphicFrame>
      <p:sp>
        <p:nvSpPr>
          <p:cNvPr id="56" name="Google Shape;56;p1"/>
          <p:cNvSpPr txBox="1"/>
          <p:nvPr/>
        </p:nvSpPr>
        <p:spPr>
          <a:xfrm>
            <a:off x="4273108" y="4189423"/>
            <a:ext cx="10285800" cy="1908154"/>
          </a:xfrm>
          <a:prstGeom prst="rect">
            <a:avLst/>
          </a:prstGeom>
          <a:noFill/>
          <a:ln>
            <a:noFill/>
          </a:ln>
        </p:spPr>
        <p:txBody>
          <a:bodyPr spcFirstLastPara="1" wrap="square" lIns="182850" tIns="182850" rIns="182850" bIns="182850" anchor="t" anchorCtr="0">
            <a:spAutoFit/>
          </a:bodyPr>
          <a:lstStyle/>
          <a:p>
            <a:pPr algn="ctr">
              <a:buSzPts val="2500"/>
            </a:pPr>
            <a:r>
              <a:rPr lang="es-GT" sz="5000" noProof="0" dirty="0"/>
              <a:t>SISTEMAS ORGANIZACIONALES Y GERENCIALES 2 [N]</a:t>
            </a:r>
          </a:p>
        </p:txBody>
      </p:sp>
      <p:sp>
        <p:nvSpPr>
          <p:cNvPr id="57" name="Google Shape;57;p1"/>
          <p:cNvSpPr txBox="1"/>
          <p:nvPr/>
        </p:nvSpPr>
        <p:spPr>
          <a:xfrm>
            <a:off x="5125408" y="5927218"/>
            <a:ext cx="8581200" cy="984824"/>
          </a:xfrm>
          <a:prstGeom prst="rect">
            <a:avLst/>
          </a:prstGeom>
          <a:noFill/>
          <a:ln>
            <a:noFill/>
          </a:ln>
        </p:spPr>
        <p:txBody>
          <a:bodyPr spcFirstLastPara="1" wrap="square" lIns="182850" tIns="182850" rIns="182850" bIns="182850" anchor="t" anchorCtr="0">
            <a:spAutoFit/>
          </a:bodyPr>
          <a:lstStyle/>
          <a:p>
            <a:pPr lvl="0">
              <a:buSzPts val="2000"/>
            </a:pPr>
            <a:r>
              <a:rPr lang="es-GT" sz="4000" noProof="0" dirty="0"/>
              <a:t>William Alexander Santos Colindres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12541309" y="6021878"/>
            <a:ext cx="4160184" cy="4114800"/>
          </a:xfrm>
          <a:custGeom>
            <a:avLst/>
            <a:gdLst/>
            <a:ahLst/>
            <a:cxnLst/>
            <a:rect l="l" t="t" r="r" b="b"/>
            <a:pathLst>
              <a:path w="4160184" h="4114800" extrusionOk="0">
                <a:moveTo>
                  <a:pt x="0" y="0"/>
                </a:moveTo>
                <a:lnTo>
                  <a:pt x="4160184" y="0"/>
                </a:lnTo>
                <a:lnTo>
                  <a:pt x="4160184" y="4114800"/>
                </a:lnTo>
                <a:lnTo>
                  <a:pt x="0" y="411480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96" name="Google Shape;96;p1"/>
          <p:cNvSpPr txBox="1"/>
          <p:nvPr/>
        </p:nvSpPr>
        <p:spPr>
          <a:xfrm>
            <a:off x="890249" y="7555025"/>
            <a:ext cx="85266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s-GT" sz="5000" b="1" i="0" u="none" strike="noStrike" cap="none" noProof="0" dirty="0">
                <a:solidFill>
                  <a:srgbClr val="131416"/>
                </a:solidFill>
                <a:latin typeface="Open Sans"/>
                <a:ea typeface="Open Sans"/>
                <a:cs typeface="Open Sans"/>
                <a:sym typeface="Open Sans"/>
              </a:rPr>
              <a:t>SOYG2</a:t>
            </a:r>
          </a:p>
        </p:txBody>
      </p:sp>
      <p:sp>
        <p:nvSpPr>
          <p:cNvPr id="97" name="Google Shape;97;p1"/>
          <p:cNvSpPr txBox="1"/>
          <p:nvPr/>
        </p:nvSpPr>
        <p:spPr>
          <a:xfrm>
            <a:off x="2591255" y="1398418"/>
            <a:ext cx="12375000" cy="594624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s-GT" sz="9200" b="1" i="0" u="none" strike="noStrike" cap="none" noProof="0" dirty="0">
                <a:solidFill>
                  <a:srgbClr val="131416"/>
                </a:solidFill>
                <a:latin typeface="Open Sans"/>
                <a:ea typeface="Open Sans"/>
                <a:cs typeface="Open Sans"/>
                <a:sym typeface="Open Sans"/>
              </a:rPr>
              <a:t>Unidad No. 3 – IA, </a:t>
            </a:r>
            <a:r>
              <a:rPr lang="es-GT" sz="9200" b="1" i="0" u="none" strike="noStrike" cap="none" noProof="0" dirty="0" err="1">
                <a:solidFill>
                  <a:srgbClr val="131416"/>
                </a:solidFill>
                <a:latin typeface="Open Sans"/>
                <a:ea typeface="Open Sans"/>
                <a:cs typeface="Open Sans"/>
                <a:sym typeface="Open Sans"/>
              </a:rPr>
              <a:t>Datawarehouse</a:t>
            </a:r>
            <a:r>
              <a:rPr lang="es-GT" sz="9200" b="1" i="0" u="none" strike="noStrike" cap="none" noProof="0" dirty="0">
                <a:solidFill>
                  <a:srgbClr val="131416"/>
                </a:solidFill>
                <a:latin typeface="Open Sans"/>
                <a:ea typeface="Open Sans"/>
                <a:cs typeface="Open Sans"/>
                <a:sym typeface="Open Sans"/>
              </a:rPr>
              <a:t> y </a:t>
            </a:r>
            <a:r>
              <a:rPr lang="es-GT" sz="9200" b="1" i="0" u="none" strike="noStrike" cap="none" noProof="0" dirty="0" err="1">
                <a:solidFill>
                  <a:srgbClr val="131416"/>
                </a:solidFill>
                <a:latin typeface="Open Sans"/>
                <a:ea typeface="Open Sans"/>
                <a:cs typeface="Open Sans"/>
                <a:sym typeface="Open Sans"/>
              </a:rPr>
              <a:t>Datamining</a:t>
            </a:r>
            <a:endParaRPr lang="es-GT" sz="1400" b="0" i="0" u="none" strike="noStrike" cap="none" noProof="0" dirty="0">
              <a:solidFill>
                <a:srgbClr val="000000"/>
              </a:solidFill>
              <a:latin typeface="Arial"/>
              <a:ea typeface="Arial"/>
              <a:cs typeface="Arial"/>
              <a:sym typeface="Arial"/>
            </a:endParaRPr>
          </a:p>
        </p:txBody>
      </p:sp>
      <p:sp>
        <p:nvSpPr>
          <p:cNvPr id="98" name="Google Shape;98;p1"/>
          <p:cNvSpPr txBox="1"/>
          <p:nvPr/>
        </p:nvSpPr>
        <p:spPr>
          <a:xfrm>
            <a:off x="1063303" y="8745251"/>
            <a:ext cx="6981379" cy="4222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Escuela de </a:t>
            </a:r>
            <a:r>
              <a:rPr lang="es-GT" sz="2499" b="1" i="0" u="none" strike="noStrike" cap="none" noProof="0" dirty="0" err="1">
                <a:solidFill>
                  <a:srgbClr val="131416"/>
                </a:solidFill>
                <a:latin typeface="Open Sans"/>
                <a:ea typeface="Open Sans"/>
                <a:cs typeface="Open Sans"/>
                <a:sym typeface="Open Sans"/>
              </a:rPr>
              <a:t>Ingenieria</a:t>
            </a:r>
            <a:r>
              <a:rPr lang="es-GT" sz="2499" b="1" i="0" u="none" strike="noStrike" cap="none" noProof="0" dirty="0">
                <a:solidFill>
                  <a:srgbClr val="131416"/>
                </a:solidFill>
                <a:latin typeface="Open Sans"/>
                <a:ea typeface="Open Sans"/>
                <a:cs typeface="Open Sans"/>
                <a:sym typeface="Open Sans"/>
              </a:rPr>
              <a:t> de Ciencias Y Sistemas</a:t>
            </a:r>
          </a:p>
        </p:txBody>
      </p:sp>
      <p:sp>
        <p:nvSpPr>
          <p:cNvPr id="99" name="Google Shape;99;p1"/>
          <p:cNvSpPr txBox="1"/>
          <p:nvPr/>
        </p:nvSpPr>
        <p:spPr>
          <a:xfrm>
            <a:off x="1028700" y="9210675"/>
            <a:ext cx="6667500" cy="422275"/>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Facultad de </a:t>
            </a:r>
            <a:r>
              <a:rPr lang="es-GT" sz="2499" b="1" i="0" u="none" strike="noStrike" cap="none" noProof="0" dirty="0" err="1">
                <a:solidFill>
                  <a:srgbClr val="131416"/>
                </a:solidFill>
                <a:latin typeface="Open Sans"/>
                <a:ea typeface="Open Sans"/>
                <a:cs typeface="Open Sans"/>
                <a:sym typeface="Open Sans"/>
              </a:rPr>
              <a:t>Ingenieria</a:t>
            </a:r>
            <a:endParaRPr lang="es-GT" sz="2499" b="1" i="0" u="none" strike="noStrike" cap="none" noProof="0" dirty="0">
              <a:solidFill>
                <a:srgbClr val="131416"/>
              </a:solidFill>
              <a:latin typeface="Open Sans"/>
              <a:ea typeface="Open Sans"/>
              <a:cs typeface="Open Sans"/>
              <a:sym typeface="Open Sans"/>
            </a:endParaRPr>
          </a:p>
        </p:txBody>
      </p:sp>
      <p:sp>
        <p:nvSpPr>
          <p:cNvPr id="100" name="Google Shape;100;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Universidad de San Carlos de Guatemala</a:t>
            </a:r>
            <a:endParaRPr lang="es-GT" sz="1400" b="0" i="0" u="none" strike="noStrike" cap="none" noProof="0" dirty="0">
              <a:solidFill>
                <a:srgbClr val="000000"/>
              </a:solidFill>
              <a:latin typeface="Arial"/>
              <a:ea typeface="Arial"/>
              <a:cs typeface="Arial"/>
              <a:sym typeface="Arial"/>
            </a:endParaRPr>
          </a:p>
        </p:txBody>
      </p:sp>
      <p:pic>
        <p:nvPicPr>
          <p:cNvPr id="102" name="Google Shape;102;p1"/>
          <p:cNvPicPr preferRelativeResize="0"/>
          <p:nvPr/>
        </p:nvPicPr>
        <p:blipFill>
          <a:blip r:embed="rId4">
            <a:alphaModFix/>
          </a:blip>
          <a:stretch>
            <a:fillRect/>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176619" y="4520484"/>
            <a:ext cx="8025684" cy="845385"/>
            <a:chOff x="0" y="-76200"/>
            <a:chExt cx="3416938"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p:cNvSpPr txBox="1"/>
            <p:nvPr/>
          </p:nvSpPr>
          <p:spPr>
            <a:xfrm>
              <a:off x="0" y="-76200"/>
              <a:ext cx="3416938"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Conceptos de analíticas y tipos.</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p:cNvGrpSpPr/>
          <p:nvPr/>
        </p:nvGrpSpPr>
        <p:grpSpPr>
          <a:xfrm>
            <a:off x="1866989" y="3013983"/>
            <a:ext cx="4115190" cy="1556484"/>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Validar sus notas</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sp>
        <p:nvSpPr>
          <p:cNvPr id="116" name="Google Shape;116;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Lobster"/>
                <a:ea typeface="Lobster"/>
                <a:cs typeface="Lobster"/>
                <a:sym typeface="Lobster"/>
              </a:rPr>
              <a:t>Recursos</a:t>
            </a:r>
            <a:endParaRPr lang="es-GT" sz="1400" b="0" i="0" u="none" strike="noStrike" cap="none" noProof="0" dirty="0">
              <a:solidFill>
                <a:srgbClr val="000000"/>
              </a:solidFill>
              <a:latin typeface="Lobster"/>
              <a:ea typeface="Lobster"/>
              <a:cs typeface="Lobster"/>
              <a:sym typeface="Lobster"/>
            </a:endParaRPr>
          </a:p>
        </p:txBody>
      </p:sp>
      <p:grpSp>
        <p:nvGrpSpPr>
          <p:cNvPr id="117" name="Google Shape;117;p2"/>
          <p:cNvGrpSpPr/>
          <p:nvPr/>
        </p:nvGrpSpPr>
        <p:grpSpPr>
          <a:xfrm>
            <a:off x="11739805" y="2798634"/>
            <a:ext cx="5353646" cy="1701145"/>
            <a:chOff x="0" y="-114300"/>
            <a:chExt cx="1410014" cy="448038"/>
          </a:xfrm>
        </p:grpSpPr>
        <p:sp>
          <p:nvSpPr>
            <p:cNvPr id="118" name="Google Shape;118;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9" name="Google Shape;119;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4499" b="0" i="0" u="none" strike="noStrike" cap="none" noProof="0" dirty="0" err="1">
                  <a:solidFill>
                    <a:srgbClr val="000000"/>
                  </a:solidFill>
                  <a:latin typeface="Arial"/>
                  <a:ea typeface="Arial"/>
                  <a:cs typeface="Arial"/>
                  <a:sym typeface="Arial"/>
                  <a:hlinkClick r:id="rId5"/>
                </a:rPr>
                <a:t>Gapminder</a:t>
              </a:r>
              <a:endParaRPr lang="es-GT" sz="1400" b="0" i="0" u="none" strike="noStrike" cap="none" noProof="0" dirty="0">
                <a:solidFill>
                  <a:srgbClr val="000000"/>
                </a:solidFill>
                <a:latin typeface="Arial"/>
                <a:ea typeface="Arial"/>
                <a:cs typeface="Arial"/>
                <a:sym typeface="Arial"/>
              </a:endParaRPr>
            </a:p>
          </p:txBody>
        </p:sp>
      </p:grpSp>
      <p:grpSp>
        <p:nvGrpSpPr>
          <p:cNvPr id="120" name="Google Shape;120;p2"/>
          <p:cNvGrpSpPr/>
          <p:nvPr/>
        </p:nvGrpSpPr>
        <p:grpSpPr>
          <a:xfrm>
            <a:off x="11739805" y="4598683"/>
            <a:ext cx="5353646" cy="1701145"/>
            <a:chOff x="0" y="-114300"/>
            <a:chExt cx="1410014" cy="448038"/>
          </a:xfrm>
        </p:grpSpPr>
        <p:sp>
          <p:nvSpPr>
            <p:cNvPr id="121" name="Google Shape;121;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22" name="Google Shape;122;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4499" b="0" i="0" u="none" strike="noStrike" cap="none" noProof="0" dirty="0" err="1">
                  <a:solidFill>
                    <a:srgbClr val="000000"/>
                  </a:solidFill>
                  <a:latin typeface="Arial"/>
                  <a:ea typeface="Arial"/>
                  <a:cs typeface="Arial"/>
                  <a:sym typeface="Arial"/>
                  <a:hlinkClick r:id="rId6"/>
                </a:rPr>
                <a:t>InetSoft</a:t>
              </a:r>
              <a:endParaRPr lang="es-GT" sz="1400" b="0" i="0" u="none" strike="noStrike" cap="none" noProof="0" dirty="0">
                <a:solidFill>
                  <a:srgbClr val="000000"/>
                </a:solidFill>
                <a:latin typeface="Arial"/>
                <a:ea typeface="Arial"/>
                <a:cs typeface="Arial"/>
                <a:sym typeface="Arial"/>
              </a:endParaRPr>
            </a:p>
          </p:txBody>
        </p:sp>
      </p:grpSp>
      <p:grpSp>
        <p:nvGrpSpPr>
          <p:cNvPr id="123" name="Google Shape;123;p2"/>
          <p:cNvGrpSpPr/>
          <p:nvPr/>
        </p:nvGrpSpPr>
        <p:grpSpPr>
          <a:xfrm>
            <a:off x="176619" y="5444302"/>
            <a:ext cx="7793675" cy="845385"/>
            <a:chOff x="0" y="-76200"/>
            <a:chExt cx="3318160"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p:cNvSpPr txBox="1"/>
            <p:nvPr/>
          </p:nvSpPr>
          <p:spPr>
            <a:xfrm>
              <a:off x="0" y="-76200"/>
              <a:ext cx="3318160"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Conceptos de </a:t>
              </a:r>
              <a:r>
                <a:rPr lang="es-GT" sz="2799" b="0" i="0" u="none" strike="noStrike" cap="none" noProof="0" dirty="0" err="1">
                  <a:solidFill>
                    <a:srgbClr val="000000"/>
                  </a:solidFill>
                  <a:latin typeface="Arial"/>
                  <a:ea typeface="Arial"/>
                  <a:cs typeface="Arial"/>
                  <a:sym typeface="Arial"/>
                </a:rPr>
                <a:t>datawarehouse</a:t>
              </a:r>
              <a:r>
                <a:rPr lang="es-GT" sz="2799" b="0" i="0" u="none" strike="noStrike" cap="none" noProof="0" dirty="0">
                  <a:solidFill>
                    <a:srgbClr val="000000"/>
                  </a:solidFill>
                  <a:latin typeface="Arial"/>
                  <a:ea typeface="Arial"/>
                  <a:cs typeface="Arial"/>
                  <a:sym typeface="Arial"/>
                </a:rPr>
                <a:t>.</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p:cNvGrpSpPr/>
          <p:nvPr/>
        </p:nvGrpSpPr>
        <p:grpSpPr>
          <a:xfrm>
            <a:off x="176619" y="6425875"/>
            <a:ext cx="11563187" cy="845385"/>
            <a:chOff x="0" y="-76200"/>
            <a:chExt cx="492303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p:cNvSpPr txBox="1"/>
            <p:nvPr/>
          </p:nvSpPr>
          <p:spPr>
            <a:xfrm>
              <a:off x="0" y="-76200"/>
              <a:ext cx="492303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Arquitectura del </a:t>
              </a:r>
              <a:r>
                <a:rPr lang="es-GT" sz="2799" b="0" i="0" u="none" strike="noStrike" cap="none" noProof="0" dirty="0" err="1">
                  <a:solidFill>
                    <a:srgbClr val="000000"/>
                  </a:solidFill>
                  <a:latin typeface="Arial"/>
                  <a:ea typeface="Arial"/>
                  <a:cs typeface="Arial"/>
                  <a:sym typeface="Arial"/>
                </a:rPr>
                <a:t>datawarehouse</a:t>
              </a:r>
              <a:r>
                <a:rPr lang="es-GT" sz="2799" b="0" i="0" u="none" strike="noStrike" cap="none" noProof="0" dirty="0">
                  <a:solidFill>
                    <a:srgbClr val="000000"/>
                  </a:solidFill>
                  <a:latin typeface="Arial"/>
                  <a:ea typeface="Arial"/>
                  <a:cs typeface="Arial"/>
                  <a:sym typeface="Arial"/>
                </a:rPr>
                <a:t> y su modelo de datos.</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p:cNvGrpSpPr/>
          <p:nvPr/>
        </p:nvGrpSpPr>
        <p:grpSpPr>
          <a:xfrm>
            <a:off x="176619" y="7349457"/>
            <a:ext cx="5805559" cy="845385"/>
            <a:chOff x="0" y="-76200"/>
            <a:chExt cx="2471719"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p:cNvSpPr txBox="1"/>
            <p:nvPr/>
          </p:nvSpPr>
          <p:spPr>
            <a:xfrm>
              <a:off x="0" y="-76200"/>
              <a:ext cx="2471719"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Modelos de datos.</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p:cNvGrpSpPr/>
          <p:nvPr/>
        </p:nvGrpSpPr>
        <p:grpSpPr>
          <a:xfrm>
            <a:off x="176619" y="8412915"/>
            <a:ext cx="8803607" cy="845385"/>
            <a:chOff x="0" y="-76200"/>
            <a:chExt cx="3748139"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p:cNvSpPr txBox="1"/>
            <p:nvPr/>
          </p:nvSpPr>
          <p:spPr>
            <a:xfrm>
              <a:off x="0" y="-76200"/>
              <a:ext cx="3748139"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Desafíos, recursos e implementación.</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p:cNvSpPr/>
          <p:nvPr/>
        </p:nvSpPr>
        <p:spPr>
          <a:xfrm>
            <a:off x="13650721" y="6254638"/>
            <a:ext cx="3758625" cy="3768494"/>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7">
              <a:alphaModFix/>
            </a:blip>
            <a:stretch>
              <a:fillRect/>
            </a:stretch>
          </a:blipFill>
          <a:ln>
            <a:noFill/>
          </a:ln>
        </p:spPr>
        <p:txBody>
          <a:bodyPr/>
          <a:lstStyle/>
          <a:p>
            <a:endParaRPr lang="es-GT"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0AF2ED7C-7223-28F5-11F6-18F70FBC67FA}"/>
            </a:ext>
          </a:extLst>
        </p:cNvPr>
        <p:cNvGrpSpPr/>
        <p:nvPr/>
      </p:nvGrpSpPr>
      <p:grpSpPr>
        <a:xfrm>
          <a:off x="0" y="0"/>
          <a:ext cx="0" cy="0"/>
          <a:chOff x="0" y="0"/>
          <a:chExt cx="0" cy="0"/>
        </a:xfrm>
      </p:grpSpPr>
      <p:grpSp>
        <p:nvGrpSpPr>
          <p:cNvPr id="107" name="Google Shape;107;p2">
            <a:extLst>
              <a:ext uri="{FF2B5EF4-FFF2-40B4-BE49-F238E27FC236}">
                <a16:creationId xmlns:a16="http://schemas.microsoft.com/office/drawing/2014/main" id="{68E6F230-86E5-5E12-6A03-72C150D8F082}"/>
              </a:ext>
            </a:extLst>
          </p:cNvPr>
          <p:cNvGrpSpPr/>
          <p:nvPr/>
        </p:nvGrpSpPr>
        <p:grpSpPr>
          <a:xfrm>
            <a:off x="176619" y="4520484"/>
            <a:ext cx="6892922" cy="845385"/>
            <a:chOff x="0" y="-76200"/>
            <a:chExt cx="2934664" cy="359923"/>
          </a:xfrm>
        </p:grpSpPr>
        <p:sp>
          <p:nvSpPr>
            <p:cNvPr id="108" name="Google Shape;108;p2">
              <a:extLst>
                <a:ext uri="{FF2B5EF4-FFF2-40B4-BE49-F238E27FC236}">
                  <a16:creationId xmlns:a16="http://schemas.microsoft.com/office/drawing/2014/main" id="{2223A822-4D22-BD52-DD5E-B7882507514B}"/>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a:extLst>
                <a:ext uri="{FF2B5EF4-FFF2-40B4-BE49-F238E27FC236}">
                  <a16:creationId xmlns:a16="http://schemas.microsoft.com/office/drawing/2014/main" id="{1336E7F0-906F-CC38-D128-9E3FE955925A}"/>
                </a:ext>
              </a:extLst>
            </p:cNvPr>
            <p:cNvSpPr txBox="1"/>
            <p:nvPr/>
          </p:nvSpPr>
          <p:spPr>
            <a:xfrm>
              <a:off x="0" y="-76200"/>
              <a:ext cx="293466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Definición del </a:t>
              </a:r>
              <a:r>
                <a:rPr lang="es-GT" sz="2799" b="0" i="0" u="none" strike="noStrike" cap="none" noProof="0" dirty="0" err="1">
                  <a:solidFill>
                    <a:srgbClr val="000000"/>
                  </a:solidFill>
                  <a:latin typeface="Arial"/>
                  <a:ea typeface="Arial"/>
                  <a:cs typeface="Arial"/>
                  <a:sym typeface="Arial"/>
                </a:rPr>
                <a:t>datamining</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a:extLst>
              <a:ext uri="{FF2B5EF4-FFF2-40B4-BE49-F238E27FC236}">
                <a16:creationId xmlns:a16="http://schemas.microsoft.com/office/drawing/2014/main" id="{B72F5FFC-8253-071B-B26B-4A2310045F3E}"/>
              </a:ext>
            </a:extLst>
          </p:cNvPr>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a:extLst>
              <a:ext uri="{FF2B5EF4-FFF2-40B4-BE49-F238E27FC236}">
                <a16:creationId xmlns:a16="http://schemas.microsoft.com/office/drawing/2014/main" id="{0AA17A15-3CE4-3F2C-92FD-76BAB396E691}"/>
              </a:ext>
            </a:extLst>
          </p:cNvPr>
          <p:cNvGrpSpPr/>
          <p:nvPr/>
        </p:nvGrpSpPr>
        <p:grpSpPr>
          <a:xfrm>
            <a:off x="1866989" y="3013983"/>
            <a:ext cx="4115190" cy="1556484"/>
            <a:chOff x="0" y="-76200"/>
            <a:chExt cx="1083836" cy="409938"/>
          </a:xfrm>
        </p:grpSpPr>
        <p:sp>
          <p:nvSpPr>
            <p:cNvPr id="112" name="Google Shape;112;p2">
              <a:extLst>
                <a:ext uri="{FF2B5EF4-FFF2-40B4-BE49-F238E27FC236}">
                  <a16:creationId xmlns:a16="http://schemas.microsoft.com/office/drawing/2014/main" id="{13DC8903-E2D5-5BE8-746E-D3B2BE03FA7D}"/>
                </a:ext>
              </a:extLst>
            </p:cNvPr>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a:extLst>
                <a:ext uri="{FF2B5EF4-FFF2-40B4-BE49-F238E27FC236}">
                  <a16:creationId xmlns:a16="http://schemas.microsoft.com/office/drawing/2014/main" id="{E9094FC2-F028-3054-DAB0-D3A575E815CA}"/>
                </a:ext>
              </a:extLst>
            </p:cNvPr>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Validar sus notas</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a:extLst>
              <a:ext uri="{FF2B5EF4-FFF2-40B4-BE49-F238E27FC236}">
                <a16:creationId xmlns:a16="http://schemas.microsoft.com/office/drawing/2014/main" id="{44B0F9C1-8CBD-1C59-EB7D-0CC23F5390C0}"/>
              </a:ext>
            </a:extLst>
          </p:cNvPr>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a:extLst>
              <a:ext uri="{FF2B5EF4-FFF2-40B4-BE49-F238E27FC236}">
                <a16:creationId xmlns:a16="http://schemas.microsoft.com/office/drawing/2014/main" id="{E67C5B12-7BAD-A461-9B55-CCB9C7339517}"/>
              </a:ext>
            </a:extLst>
          </p:cNvPr>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sp>
        <p:nvSpPr>
          <p:cNvPr id="116" name="Google Shape;116;p2">
            <a:extLst>
              <a:ext uri="{FF2B5EF4-FFF2-40B4-BE49-F238E27FC236}">
                <a16:creationId xmlns:a16="http://schemas.microsoft.com/office/drawing/2014/main" id="{99DFD34A-68F0-FA8E-535E-B99B099B1B7E}"/>
              </a:ext>
            </a:extLst>
          </p:cNvPr>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Lobster"/>
                <a:ea typeface="Lobster"/>
                <a:cs typeface="Lobster"/>
                <a:sym typeface="Lobster"/>
              </a:rPr>
              <a:t>Recursos</a:t>
            </a:r>
            <a:endParaRPr lang="es-GT" sz="1400" b="0" i="0" u="none" strike="noStrike" cap="none" noProof="0" dirty="0">
              <a:solidFill>
                <a:srgbClr val="000000"/>
              </a:solidFill>
              <a:latin typeface="Lobster"/>
              <a:ea typeface="Lobster"/>
              <a:cs typeface="Lobster"/>
              <a:sym typeface="Lobster"/>
            </a:endParaRPr>
          </a:p>
        </p:txBody>
      </p:sp>
      <p:grpSp>
        <p:nvGrpSpPr>
          <p:cNvPr id="117" name="Google Shape;117;p2">
            <a:extLst>
              <a:ext uri="{FF2B5EF4-FFF2-40B4-BE49-F238E27FC236}">
                <a16:creationId xmlns:a16="http://schemas.microsoft.com/office/drawing/2014/main" id="{34FF5660-C2FA-CCF1-34B3-EC69F63A668F}"/>
              </a:ext>
            </a:extLst>
          </p:cNvPr>
          <p:cNvGrpSpPr/>
          <p:nvPr/>
        </p:nvGrpSpPr>
        <p:grpSpPr>
          <a:xfrm>
            <a:off x="11739805" y="2798634"/>
            <a:ext cx="5353646" cy="1701145"/>
            <a:chOff x="0" y="-114300"/>
            <a:chExt cx="1410014" cy="448038"/>
          </a:xfrm>
        </p:grpSpPr>
        <p:sp>
          <p:nvSpPr>
            <p:cNvPr id="118" name="Google Shape;118;p2">
              <a:extLst>
                <a:ext uri="{FF2B5EF4-FFF2-40B4-BE49-F238E27FC236}">
                  <a16:creationId xmlns:a16="http://schemas.microsoft.com/office/drawing/2014/main" id="{86A06F3F-CCB1-4BC0-2AAF-39F8B322F560}"/>
                </a:ext>
              </a:extLst>
            </p:cNvPr>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9" name="Google Shape;119;p2">
              <a:extLst>
                <a:ext uri="{FF2B5EF4-FFF2-40B4-BE49-F238E27FC236}">
                  <a16:creationId xmlns:a16="http://schemas.microsoft.com/office/drawing/2014/main" id="{71BDD5BF-16A3-0975-9046-762D5112873F}"/>
                </a:ext>
              </a:extLst>
            </p:cNvPr>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4499" b="0" i="0" u="none" strike="noStrike" cap="none" noProof="0" dirty="0" err="1">
                  <a:solidFill>
                    <a:srgbClr val="000000"/>
                  </a:solidFill>
                  <a:latin typeface="Arial"/>
                  <a:ea typeface="Arial"/>
                  <a:cs typeface="Arial"/>
                  <a:sym typeface="Arial"/>
                  <a:hlinkClick r:id="rId5"/>
                </a:rPr>
                <a:t>Voyant</a:t>
              </a:r>
              <a:endParaRPr lang="es-GT" sz="1400" b="0" i="0" u="none" strike="noStrike" cap="none" noProof="0" dirty="0">
                <a:solidFill>
                  <a:srgbClr val="000000"/>
                </a:solidFill>
                <a:latin typeface="Arial"/>
                <a:ea typeface="Arial"/>
                <a:cs typeface="Arial"/>
                <a:sym typeface="Arial"/>
              </a:endParaRPr>
            </a:p>
          </p:txBody>
        </p:sp>
      </p:grpSp>
      <p:sp>
        <p:nvSpPr>
          <p:cNvPr id="121" name="Google Shape;121;p2">
            <a:extLst>
              <a:ext uri="{FF2B5EF4-FFF2-40B4-BE49-F238E27FC236}">
                <a16:creationId xmlns:a16="http://schemas.microsoft.com/office/drawing/2014/main" id="{6984F3ED-174D-154D-6EE0-FABDCD32DF12}"/>
              </a:ext>
            </a:extLst>
          </p:cNvPr>
          <p:cNvSpPr/>
          <p:nvPr/>
        </p:nvSpPr>
        <p:spPr>
          <a:xfrm>
            <a:off x="11161218" y="4498023"/>
            <a:ext cx="6147988" cy="2308800"/>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pPr algn="ctr"/>
            <a:r>
              <a:rPr lang="es-ES" sz="2000" b="1" dirty="0">
                <a:hlinkClick r:id="rId6"/>
              </a:rPr>
              <a:t>Tabla de hechos y dimensiones | Modelo Estrella</a:t>
            </a:r>
            <a:br>
              <a:rPr lang="es-ES" sz="2000" b="1" dirty="0"/>
            </a:br>
            <a:endParaRPr lang="es-ES" sz="2000" b="1" dirty="0"/>
          </a:p>
          <a:p>
            <a:pPr algn="ctr"/>
            <a:r>
              <a:rPr lang="es-ES" sz="2000" b="1" dirty="0">
                <a:hlinkClick r:id="rId7"/>
              </a:rPr>
              <a:t>Cómo implementar un modelo </a:t>
            </a:r>
            <a:r>
              <a:rPr lang="es-ES" sz="2000" b="1" dirty="0" err="1">
                <a:hlinkClick r:id="rId7"/>
              </a:rPr>
              <a:t>Snowflake</a:t>
            </a:r>
            <a:r>
              <a:rPr lang="es-ES" sz="2000" b="1" dirty="0">
                <a:hlinkClick r:id="rId7"/>
              </a:rPr>
              <a:t>? | </a:t>
            </a:r>
            <a:r>
              <a:rPr lang="es-ES" sz="2000" b="1" dirty="0" err="1">
                <a:hlinkClick r:id="rId7"/>
              </a:rPr>
              <a:t>Datawarehouse</a:t>
            </a:r>
            <a:endParaRPr lang="es-ES" sz="2000" b="1" dirty="0"/>
          </a:p>
          <a:p>
            <a:pPr algn="ctr"/>
            <a:endParaRPr lang="es-ES" sz="2000" b="1" dirty="0"/>
          </a:p>
          <a:p>
            <a:pPr algn="ctr"/>
            <a:r>
              <a:rPr lang="en-US" sz="2000" b="1" dirty="0">
                <a:hlinkClick r:id="rId8"/>
              </a:rPr>
              <a:t>What is a Balanced Scorecard?</a:t>
            </a:r>
            <a:endParaRPr lang="es-ES" sz="2000" b="1" dirty="0"/>
          </a:p>
          <a:p>
            <a:pPr algn="ctr"/>
            <a:endParaRPr lang="es-ES" sz="2000" b="1" dirty="0"/>
          </a:p>
        </p:txBody>
      </p:sp>
      <p:grpSp>
        <p:nvGrpSpPr>
          <p:cNvPr id="123" name="Google Shape;123;p2">
            <a:extLst>
              <a:ext uri="{FF2B5EF4-FFF2-40B4-BE49-F238E27FC236}">
                <a16:creationId xmlns:a16="http://schemas.microsoft.com/office/drawing/2014/main" id="{946C06FE-F6BE-FC79-2B5F-15E5C50EE1A6}"/>
              </a:ext>
            </a:extLst>
          </p:cNvPr>
          <p:cNvGrpSpPr/>
          <p:nvPr/>
        </p:nvGrpSpPr>
        <p:grpSpPr>
          <a:xfrm>
            <a:off x="176619" y="5444302"/>
            <a:ext cx="6797387" cy="845385"/>
            <a:chOff x="0" y="-76200"/>
            <a:chExt cx="2893990" cy="359923"/>
          </a:xfrm>
        </p:grpSpPr>
        <p:sp>
          <p:nvSpPr>
            <p:cNvPr id="124" name="Google Shape;124;p2">
              <a:extLst>
                <a:ext uri="{FF2B5EF4-FFF2-40B4-BE49-F238E27FC236}">
                  <a16:creationId xmlns:a16="http://schemas.microsoft.com/office/drawing/2014/main" id="{FACE7B5E-4241-7D58-59EA-A0D38A113AA8}"/>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a:extLst>
                <a:ext uri="{FF2B5EF4-FFF2-40B4-BE49-F238E27FC236}">
                  <a16:creationId xmlns:a16="http://schemas.microsoft.com/office/drawing/2014/main" id="{D39AD147-E6AB-EF27-2388-678AFBC49FFC}"/>
                </a:ext>
              </a:extLst>
            </p:cNvPr>
            <p:cNvSpPr txBox="1"/>
            <p:nvPr/>
          </p:nvSpPr>
          <p:spPr>
            <a:xfrm>
              <a:off x="0" y="-76200"/>
              <a:ext cx="2893990"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Técnicas de </a:t>
              </a:r>
              <a:r>
                <a:rPr lang="es-GT" sz="2799" b="0" i="0" u="none" strike="noStrike" cap="none" noProof="0" dirty="0" err="1">
                  <a:solidFill>
                    <a:srgbClr val="000000"/>
                  </a:solidFill>
                  <a:latin typeface="Arial"/>
                  <a:ea typeface="Arial"/>
                  <a:cs typeface="Arial"/>
                  <a:sym typeface="Arial"/>
                </a:rPr>
                <a:t>datamining</a:t>
              </a:r>
              <a:r>
                <a:rPr lang="es-GT" sz="2799" b="0" i="0" u="none" strike="noStrike" cap="none" noProof="0" dirty="0">
                  <a:solidFill>
                    <a:srgbClr val="000000"/>
                  </a:solidFill>
                  <a:latin typeface="Arial"/>
                  <a:ea typeface="Arial"/>
                  <a:cs typeface="Arial"/>
                  <a:sym typeface="Arial"/>
                </a:rPr>
                <a:t>.</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a:extLst>
              <a:ext uri="{FF2B5EF4-FFF2-40B4-BE49-F238E27FC236}">
                <a16:creationId xmlns:a16="http://schemas.microsoft.com/office/drawing/2014/main" id="{EE86089A-A11D-305A-1FF3-0614E350C777}"/>
              </a:ext>
            </a:extLst>
          </p:cNvPr>
          <p:cNvGrpSpPr/>
          <p:nvPr/>
        </p:nvGrpSpPr>
        <p:grpSpPr>
          <a:xfrm>
            <a:off x="176619" y="6425875"/>
            <a:ext cx="8803607" cy="845385"/>
            <a:chOff x="0" y="-76200"/>
            <a:chExt cx="3748139" cy="359923"/>
          </a:xfrm>
        </p:grpSpPr>
        <p:sp>
          <p:nvSpPr>
            <p:cNvPr id="127" name="Google Shape;127;p2">
              <a:extLst>
                <a:ext uri="{FF2B5EF4-FFF2-40B4-BE49-F238E27FC236}">
                  <a16:creationId xmlns:a16="http://schemas.microsoft.com/office/drawing/2014/main" id="{4AE4BF63-9A93-D4A1-F074-7AAB214C160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a:extLst>
                <a:ext uri="{FF2B5EF4-FFF2-40B4-BE49-F238E27FC236}">
                  <a16:creationId xmlns:a16="http://schemas.microsoft.com/office/drawing/2014/main" id="{7D2624F3-B3E9-E7A5-D01A-737D09F05329}"/>
                </a:ext>
              </a:extLst>
            </p:cNvPr>
            <p:cNvSpPr txBox="1"/>
            <p:nvPr/>
          </p:nvSpPr>
          <p:spPr>
            <a:xfrm>
              <a:off x="0" y="-76200"/>
              <a:ext cx="3748139"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Ejemplos de herramientas populares.</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a:extLst>
              <a:ext uri="{FF2B5EF4-FFF2-40B4-BE49-F238E27FC236}">
                <a16:creationId xmlns:a16="http://schemas.microsoft.com/office/drawing/2014/main" id="{1915675D-2134-EFF7-CB7D-6497B492BEA0}"/>
              </a:ext>
            </a:extLst>
          </p:cNvPr>
          <p:cNvGrpSpPr/>
          <p:nvPr/>
        </p:nvGrpSpPr>
        <p:grpSpPr>
          <a:xfrm>
            <a:off x="176619" y="7349457"/>
            <a:ext cx="7411535" cy="845385"/>
            <a:chOff x="0" y="-76200"/>
            <a:chExt cx="3155464" cy="359923"/>
          </a:xfrm>
        </p:grpSpPr>
        <p:sp>
          <p:nvSpPr>
            <p:cNvPr id="130" name="Google Shape;130;p2">
              <a:extLst>
                <a:ext uri="{FF2B5EF4-FFF2-40B4-BE49-F238E27FC236}">
                  <a16:creationId xmlns:a16="http://schemas.microsoft.com/office/drawing/2014/main" id="{F7719901-22CD-0FFC-B689-532F5886D16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a:extLst>
                <a:ext uri="{FF2B5EF4-FFF2-40B4-BE49-F238E27FC236}">
                  <a16:creationId xmlns:a16="http://schemas.microsoft.com/office/drawing/2014/main" id="{A1C60E7F-094A-3A18-C900-91819C6D6D97}"/>
                </a:ext>
              </a:extLst>
            </p:cNvPr>
            <p:cNvSpPr txBox="1"/>
            <p:nvPr/>
          </p:nvSpPr>
          <p:spPr>
            <a:xfrm>
              <a:off x="0" y="-76200"/>
              <a:ext cx="315546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Casos de uso en la industria.</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a:extLst>
              <a:ext uri="{FF2B5EF4-FFF2-40B4-BE49-F238E27FC236}">
                <a16:creationId xmlns:a16="http://schemas.microsoft.com/office/drawing/2014/main" id="{5BB5041D-E8A2-3A8A-FC7B-8DC194F540FA}"/>
              </a:ext>
            </a:extLst>
          </p:cNvPr>
          <p:cNvGrpSpPr/>
          <p:nvPr/>
        </p:nvGrpSpPr>
        <p:grpSpPr>
          <a:xfrm>
            <a:off x="176619" y="8412915"/>
            <a:ext cx="7834617" cy="845385"/>
            <a:chOff x="0" y="-76200"/>
            <a:chExt cx="3335591" cy="359923"/>
          </a:xfrm>
        </p:grpSpPr>
        <p:sp>
          <p:nvSpPr>
            <p:cNvPr id="133" name="Google Shape;133;p2">
              <a:extLst>
                <a:ext uri="{FF2B5EF4-FFF2-40B4-BE49-F238E27FC236}">
                  <a16:creationId xmlns:a16="http://schemas.microsoft.com/office/drawing/2014/main" id="{65562C42-F99E-EB41-278C-5E52CE7F56A3}"/>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a:extLst>
                <a:ext uri="{FF2B5EF4-FFF2-40B4-BE49-F238E27FC236}">
                  <a16:creationId xmlns:a16="http://schemas.microsoft.com/office/drawing/2014/main" id="{1293B00C-3670-DB08-6C2F-5CA7ADCA84F0}"/>
                </a:ext>
              </a:extLst>
            </p:cNvPr>
            <p:cNvSpPr txBox="1"/>
            <p:nvPr/>
          </p:nvSpPr>
          <p:spPr>
            <a:xfrm>
              <a:off x="0" y="-76200"/>
              <a:ext cx="333559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Desafíos éticos y de privacidad.</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a:extLst>
              <a:ext uri="{FF2B5EF4-FFF2-40B4-BE49-F238E27FC236}">
                <a16:creationId xmlns:a16="http://schemas.microsoft.com/office/drawing/2014/main" id="{5D919689-209B-1A2E-818A-5A4D3401FC4E}"/>
              </a:ext>
            </a:extLst>
          </p:cNvPr>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a:extLst>
              <a:ext uri="{FF2B5EF4-FFF2-40B4-BE49-F238E27FC236}">
                <a16:creationId xmlns:a16="http://schemas.microsoft.com/office/drawing/2014/main" id="{BAF900DF-7D00-EF5F-8FCD-D4214FF240A2}"/>
              </a:ext>
            </a:extLst>
          </p:cNvPr>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a:extLst>
              <a:ext uri="{FF2B5EF4-FFF2-40B4-BE49-F238E27FC236}">
                <a16:creationId xmlns:a16="http://schemas.microsoft.com/office/drawing/2014/main" id="{31B3DBC1-598C-445A-D81A-E5705263C0B8}"/>
              </a:ext>
            </a:extLst>
          </p:cNvPr>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a:extLst>
              <a:ext uri="{FF2B5EF4-FFF2-40B4-BE49-F238E27FC236}">
                <a16:creationId xmlns:a16="http://schemas.microsoft.com/office/drawing/2014/main" id="{84701887-96A5-8D6C-17A1-6F8B24156FA1}"/>
              </a:ext>
            </a:extLst>
          </p:cNvPr>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a:extLst>
              <a:ext uri="{FF2B5EF4-FFF2-40B4-BE49-F238E27FC236}">
                <a16:creationId xmlns:a16="http://schemas.microsoft.com/office/drawing/2014/main" id="{07AD3DE9-F1EB-B493-F62D-F4460D208452}"/>
              </a:ext>
            </a:extLst>
          </p:cNvPr>
          <p:cNvSpPr/>
          <p:nvPr/>
        </p:nvSpPr>
        <p:spPr>
          <a:xfrm>
            <a:off x="14159265" y="6806823"/>
            <a:ext cx="3250081" cy="3272266"/>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9">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133944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4EF98243-817C-EE11-596B-29ECDC9BD21D}"/>
            </a:ext>
          </a:extLst>
        </p:cNvPr>
        <p:cNvGrpSpPr/>
        <p:nvPr/>
      </p:nvGrpSpPr>
      <p:grpSpPr>
        <a:xfrm>
          <a:off x="0" y="0"/>
          <a:ext cx="0" cy="0"/>
          <a:chOff x="0" y="0"/>
          <a:chExt cx="0" cy="0"/>
        </a:xfrm>
      </p:grpSpPr>
      <p:grpSp>
        <p:nvGrpSpPr>
          <p:cNvPr id="107" name="Google Shape;107;p2">
            <a:extLst>
              <a:ext uri="{FF2B5EF4-FFF2-40B4-BE49-F238E27FC236}">
                <a16:creationId xmlns:a16="http://schemas.microsoft.com/office/drawing/2014/main" id="{5CB285AA-32FA-BA69-DCF7-E9431CB37F04}"/>
              </a:ext>
            </a:extLst>
          </p:cNvPr>
          <p:cNvGrpSpPr/>
          <p:nvPr/>
        </p:nvGrpSpPr>
        <p:grpSpPr>
          <a:xfrm>
            <a:off x="176619" y="4520484"/>
            <a:ext cx="6497136" cy="845385"/>
            <a:chOff x="0" y="-76200"/>
            <a:chExt cx="2934664" cy="359923"/>
          </a:xfrm>
        </p:grpSpPr>
        <p:sp>
          <p:nvSpPr>
            <p:cNvPr id="108" name="Google Shape;108;p2">
              <a:extLst>
                <a:ext uri="{FF2B5EF4-FFF2-40B4-BE49-F238E27FC236}">
                  <a16:creationId xmlns:a16="http://schemas.microsoft.com/office/drawing/2014/main" id="{E314682A-7DAE-9544-E67A-71CCC60D350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a:extLst>
                <a:ext uri="{FF2B5EF4-FFF2-40B4-BE49-F238E27FC236}">
                  <a16:creationId xmlns:a16="http://schemas.microsoft.com/office/drawing/2014/main" id="{ACC78BC7-D453-F329-7C8B-3EF4FE8A232E}"/>
                </a:ext>
              </a:extLst>
            </p:cNvPr>
            <p:cNvSpPr txBox="1"/>
            <p:nvPr/>
          </p:nvSpPr>
          <p:spPr>
            <a:xfrm>
              <a:off x="0" y="-76200"/>
              <a:ext cx="293466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Definición y propósito.</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a:extLst>
              <a:ext uri="{FF2B5EF4-FFF2-40B4-BE49-F238E27FC236}">
                <a16:creationId xmlns:a16="http://schemas.microsoft.com/office/drawing/2014/main" id="{EB4297C6-B9B9-39BF-666E-ED68D90B2BF9}"/>
              </a:ext>
            </a:extLst>
          </p:cNvPr>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a:extLst>
              <a:ext uri="{FF2B5EF4-FFF2-40B4-BE49-F238E27FC236}">
                <a16:creationId xmlns:a16="http://schemas.microsoft.com/office/drawing/2014/main" id="{4491B148-731D-4041-9CC0-5D9B83D1268F}"/>
              </a:ext>
            </a:extLst>
          </p:cNvPr>
          <p:cNvGrpSpPr/>
          <p:nvPr/>
        </p:nvGrpSpPr>
        <p:grpSpPr>
          <a:xfrm>
            <a:off x="1866989" y="3013983"/>
            <a:ext cx="4115190" cy="1556484"/>
            <a:chOff x="0" y="-76200"/>
            <a:chExt cx="1083836" cy="409938"/>
          </a:xfrm>
        </p:grpSpPr>
        <p:sp>
          <p:nvSpPr>
            <p:cNvPr id="112" name="Google Shape;112;p2">
              <a:extLst>
                <a:ext uri="{FF2B5EF4-FFF2-40B4-BE49-F238E27FC236}">
                  <a16:creationId xmlns:a16="http://schemas.microsoft.com/office/drawing/2014/main" id="{B7093F55-68D3-3A64-9488-0F0946F0B6F4}"/>
                </a:ext>
              </a:extLst>
            </p:cNvPr>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a:extLst>
                <a:ext uri="{FF2B5EF4-FFF2-40B4-BE49-F238E27FC236}">
                  <a16:creationId xmlns:a16="http://schemas.microsoft.com/office/drawing/2014/main" id="{428B0A8B-DD30-B4CE-19D6-7158B4A27468}"/>
                </a:ext>
              </a:extLst>
            </p:cNvPr>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Validar sus notas</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a:extLst>
              <a:ext uri="{FF2B5EF4-FFF2-40B4-BE49-F238E27FC236}">
                <a16:creationId xmlns:a16="http://schemas.microsoft.com/office/drawing/2014/main" id="{9839B138-34A6-ED13-7565-2BF94CE4F03E}"/>
              </a:ext>
            </a:extLst>
          </p:cNvPr>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a:extLst>
              <a:ext uri="{FF2B5EF4-FFF2-40B4-BE49-F238E27FC236}">
                <a16:creationId xmlns:a16="http://schemas.microsoft.com/office/drawing/2014/main" id="{002CE0F0-8442-9669-F389-202F9B3C97A7}"/>
              </a:ext>
            </a:extLst>
          </p:cNvPr>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grpSp>
        <p:nvGrpSpPr>
          <p:cNvPr id="123" name="Google Shape;123;p2">
            <a:extLst>
              <a:ext uri="{FF2B5EF4-FFF2-40B4-BE49-F238E27FC236}">
                <a16:creationId xmlns:a16="http://schemas.microsoft.com/office/drawing/2014/main" id="{124D34EB-8B2F-79E2-A6C8-AE8DE7E16F31}"/>
              </a:ext>
            </a:extLst>
          </p:cNvPr>
          <p:cNvGrpSpPr/>
          <p:nvPr/>
        </p:nvGrpSpPr>
        <p:grpSpPr>
          <a:xfrm>
            <a:off x="176619" y="5444302"/>
            <a:ext cx="8803607" cy="845385"/>
            <a:chOff x="0" y="-76200"/>
            <a:chExt cx="3748139" cy="359923"/>
          </a:xfrm>
        </p:grpSpPr>
        <p:sp>
          <p:nvSpPr>
            <p:cNvPr id="124" name="Google Shape;124;p2">
              <a:extLst>
                <a:ext uri="{FF2B5EF4-FFF2-40B4-BE49-F238E27FC236}">
                  <a16:creationId xmlns:a16="http://schemas.microsoft.com/office/drawing/2014/main" id="{9A4E046B-9031-5D2E-56EF-470B94806C2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a:extLst>
                <a:ext uri="{FF2B5EF4-FFF2-40B4-BE49-F238E27FC236}">
                  <a16:creationId xmlns:a16="http://schemas.microsoft.com/office/drawing/2014/main" id="{C93D19BC-E916-E108-8133-8095FDD99F9D}"/>
                </a:ext>
              </a:extLst>
            </p:cNvPr>
            <p:cNvSpPr txBox="1"/>
            <p:nvPr/>
          </p:nvSpPr>
          <p:spPr>
            <a:xfrm>
              <a:off x="0" y="-76200"/>
              <a:ext cx="3748139"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Perspectivas del </a:t>
              </a:r>
              <a:r>
                <a:rPr lang="es-GT" sz="2799" b="0" i="0" u="none" strike="noStrike" cap="none" noProof="0" dirty="0" err="1">
                  <a:solidFill>
                    <a:srgbClr val="000000"/>
                  </a:solidFill>
                  <a:latin typeface="Arial"/>
                  <a:ea typeface="Arial"/>
                  <a:cs typeface="Arial"/>
                  <a:sym typeface="Arial"/>
                </a:rPr>
                <a:t>balanced</a:t>
              </a:r>
              <a:r>
                <a:rPr lang="es-GT" sz="2799" b="0" i="0" u="none" strike="noStrike" cap="none" noProof="0" dirty="0">
                  <a:solidFill>
                    <a:srgbClr val="000000"/>
                  </a:solidFill>
                  <a:latin typeface="Arial"/>
                  <a:ea typeface="Arial"/>
                  <a:cs typeface="Arial"/>
                  <a:sym typeface="Arial"/>
                </a:rPr>
                <a:t> </a:t>
              </a:r>
              <a:r>
                <a:rPr lang="es-GT" sz="2799" b="0" i="0" u="none" strike="noStrike" cap="none" noProof="0" dirty="0" err="1">
                  <a:solidFill>
                    <a:srgbClr val="000000"/>
                  </a:solidFill>
                  <a:latin typeface="Arial"/>
                  <a:ea typeface="Arial"/>
                  <a:cs typeface="Arial"/>
                  <a:sym typeface="Arial"/>
                </a:rPr>
                <a:t>scordcard</a:t>
              </a:r>
              <a:r>
                <a:rPr lang="es-GT" sz="2799" b="0" i="0" u="none" strike="noStrike" cap="none" noProof="0" dirty="0">
                  <a:solidFill>
                    <a:srgbClr val="000000"/>
                  </a:solidFill>
                  <a:latin typeface="Arial"/>
                  <a:ea typeface="Arial"/>
                  <a:cs typeface="Arial"/>
                  <a:sym typeface="Arial"/>
                </a:rPr>
                <a:t>.</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a:extLst>
              <a:ext uri="{FF2B5EF4-FFF2-40B4-BE49-F238E27FC236}">
                <a16:creationId xmlns:a16="http://schemas.microsoft.com/office/drawing/2014/main" id="{6E1C0D9A-ED14-47CD-7726-547B7BB02F3E}"/>
              </a:ext>
            </a:extLst>
          </p:cNvPr>
          <p:cNvGrpSpPr/>
          <p:nvPr/>
        </p:nvGrpSpPr>
        <p:grpSpPr>
          <a:xfrm>
            <a:off x="176619" y="6425875"/>
            <a:ext cx="7356945" cy="845385"/>
            <a:chOff x="0" y="-76200"/>
            <a:chExt cx="3132222" cy="359923"/>
          </a:xfrm>
        </p:grpSpPr>
        <p:sp>
          <p:nvSpPr>
            <p:cNvPr id="127" name="Google Shape;127;p2">
              <a:extLst>
                <a:ext uri="{FF2B5EF4-FFF2-40B4-BE49-F238E27FC236}">
                  <a16:creationId xmlns:a16="http://schemas.microsoft.com/office/drawing/2014/main" id="{45202F98-4C36-E2A7-6682-755DFA43385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a:extLst>
                <a:ext uri="{FF2B5EF4-FFF2-40B4-BE49-F238E27FC236}">
                  <a16:creationId xmlns:a16="http://schemas.microsoft.com/office/drawing/2014/main" id="{235F54D8-3C48-6C00-515D-6963819B3079}"/>
                </a:ext>
              </a:extLst>
            </p:cNvPr>
            <p:cNvSpPr txBox="1"/>
            <p:nvPr/>
          </p:nvSpPr>
          <p:spPr>
            <a:xfrm>
              <a:off x="0" y="-76200"/>
              <a:ext cx="3132222"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Desarrollo e implementación.</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a:extLst>
              <a:ext uri="{FF2B5EF4-FFF2-40B4-BE49-F238E27FC236}">
                <a16:creationId xmlns:a16="http://schemas.microsoft.com/office/drawing/2014/main" id="{5FD3BA53-7631-DBE0-9E45-70A7D5A206BE}"/>
              </a:ext>
            </a:extLst>
          </p:cNvPr>
          <p:cNvGrpSpPr/>
          <p:nvPr/>
        </p:nvGrpSpPr>
        <p:grpSpPr>
          <a:xfrm>
            <a:off x="176619" y="7349457"/>
            <a:ext cx="8803607" cy="845385"/>
            <a:chOff x="0" y="-76200"/>
            <a:chExt cx="3748139" cy="359923"/>
          </a:xfrm>
        </p:grpSpPr>
        <p:sp>
          <p:nvSpPr>
            <p:cNvPr id="130" name="Google Shape;130;p2">
              <a:extLst>
                <a:ext uri="{FF2B5EF4-FFF2-40B4-BE49-F238E27FC236}">
                  <a16:creationId xmlns:a16="http://schemas.microsoft.com/office/drawing/2014/main" id="{BE9ABD78-73E5-153F-E2FA-3B018211D7C2}"/>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a:extLst>
                <a:ext uri="{FF2B5EF4-FFF2-40B4-BE49-F238E27FC236}">
                  <a16:creationId xmlns:a16="http://schemas.microsoft.com/office/drawing/2014/main" id="{C24261AD-2068-C3A1-AA4D-49E06D651C31}"/>
                </a:ext>
              </a:extLst>
            </p:cNvPr>
            <p:cNvSpPr txBox="1"/>
            <p:nvPr/>
          </p:nvSpPr>
          <p:spPr>
            <a:xfrm>
              <a:off x="0" y="-76200"/>
              <a:ext cx="3748139"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Integración con </a:t>
              </a:r>
              <a:r>
                <a:rPr lang="es-GT" sz="2799" b="0" i="0" u="none" strike="noStrike" cap="none" noProof="0" dirty="0" err="1">
                  <a:solidFill>
                    <a:srgbClr val="000000"/>
                  </a:solidFill>
                  <a:latin typeface="Arial"/>
                  <a:ea typeface="Arial"/>
                  <a:cs typeface="Arial"/>
                  <a:sym typeface="Arial"/>
                </a:rPr>
                <a:t>business</a:t>
              </a:r>
              <a:r>
                <a:rPr lang="es-GT" sz="2799" b="0" i="0" u="none" strike="noStrike" cap="none" noProof="0" dirty="0">
                  <a:solidFill>
                    <a:srgbClr val="000000"/>
                  </a:solidFill>
                  <a:latin typeface="Arial"/>
                  <a:ea typeface="Arial"/>
                  <a:cs typeface="Arial"/>
                  <a:sym typeface="Arial"/>
                </a:rPr>
                <a:t> </a:t>
              </a:r>
              <a:r>
                <a:rPr lang="es-GT" sz="2799" b="0" i="0" u="none" strike="noStrike" cap="none" noProof="0" dirty="0" err="1">
                  <a:solidFill>
                    <a:srgbClr val="000000"/>
                  </a:solidFill>
                  <a:latin typeface="Arial"/>
                  <a:ea typeface="Arial"/>
                  <a:cs typeface="Arial"/>
                  <a:sym typeface="Arial"/>
                </a:rPr>
                <a:t>intelligence</a:t>
              </a:r>
              <a:r>
                <a:rPr lang="es-GT" sz="2799" b="0" i="0" u="none" strike="noStrike" cap="none" noProof="0" dirty="0">
                  <a:solidFill>
                    <a:srgbClr val="000000"/>
                  </a:solidFill>
                  <a:latin typeface="Arial"/>
                  <a:ea typeface="Arial"/>
                  <a:cs typeface="Arial"/>
                  <a:sym typeface="Arial"/>
                </a:rPr>
                <a:t>.</a:t>
              </a:r>
              <a:endParaRPr lang="es-GT" sz="1400" b="0" i="0" u="none" strike="noStrike" cap="none" noProof="0" dirty="0">
                <a:solidFill>
                  <a:srgbClr val="000000"/>
                </a:solidFill>
                <a:latin typeface="Arial"/>
                <a:ea typeface="Arial"/>
                <a:cs typeface="Arial"/>
                <a:sym typeface="Arial"/>
              </a:endParaRPr>
            </a:p>
          </p:txBody>
        </p:sp>
      </p:grpSp>
      <p:sp>
        <p:nvSpPr>
          <p:cNvPr id="133" name="Google Shape;133;p2">
            <a:extLst>
              <a:ext uri="{FF2B5EF4-FFF2-40B4-BE49-F238E27FC236}">
                <a16:creationId xmlns:a16="http://schemas.microsoft.com/office/drawing/2014/main" id="{0F52E59A-0EE4-E48A-86FE-0102E4ADBB59}"/>
              </a:ext>
            </a:extLst>
          </p:cNvPr>
          <p:cNvSpPr/>
          <p:nvPr/>
        </p:nvSpPr>
        <p:spPr>
          <a:xfrm>
            <a:off x="176619" y="8591893"/>
            <a:ext cx="4613551" cy="666407"/>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5" name="Google Shape;135;p2">
            <a:extLst>
              <a:ext uri="{FF2B5EF4-FFF2-40B4-BE49-F238E27FC236}">
                <a16:creationId xmlns:a16="http://schemas.microsoft.com/office/drawing/2014/main" id="{412453DA-A7C1-F887-C124-596C3E1DC65F}"/>
              </a:ext>
            </a:extLst>
          </p:cNvPr>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a:extLst>
              <a:ext uri="{FF2B5EF4-FFF2-40B4-BE49-F238E27FC236}">
                <a16:creationId xmlns:a16="http://schemas.microsoft.com/office/drawing/2014/main" id="{134A6334-C28F-48D7-1B64-D9D657C67130}"/>
              </a:ext>
            </a:extLst>
          </p:cNvPr>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a:extLst>
              <a:ext uri="{FF2B5EF4-FFF2-40B4-BE49-F238E27FC236}">
                <a16:creationId xmlns:a16="http://schemas.microsoft.com/office/drawing/2014/main" id="{7465F708-F100-409E-C4D5-F3CE466933B0}"/>
              </a:ext>
            </a:extLst>
          </p:cNvPr>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a:extLst>
              <a:ext uri="{FF2B5EF4-FFF2-40B4-BE49-F238E27FC236}">
                <a16:creationId xmlns:a16="http://schemas.microsoft.com/office/drawing/2014/main" id="{ECB1D850-A004-39C6-4218-06628157B2AF}"/>
              </a:ext>
            </a:extLst>
          </p:cNvPr>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a:extLst>
              <a:ext uri="{FF2B5EF4-FFF2-40B4-BE49-F238E27FC236}">
                <a16:creationId xmlns:a16="http://schemas.microsoft.com/office/drawing/2014/main" id="{1E94D835-66C1-8C84-6E4D-3752E980080B}"/>
              </a:ext>
            </a:extLst>
          </p:cNvPr>
          <p:cNvSpPr/>
          <p:nvPr/>
        </p:nvSpPr>
        <p:spPr>
          <a:xfrm>
            <a:off x="13650721" y="6254638"/>
            <a:ext cx="3758625" cy="3768494"/>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5">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151474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COMPETENCIA(S) QUE DESARROLLAREMOS</a:t>
            </a:r>
            <a:endParaRPr lang="es-GT" sz="1400" b="0" i="0" u="none" strike="noStrike" cap="none" noProof="0" dirty="0">
              <a:solidFill>
                <a:srgbClr val="000000"/>
              </a:solidFill>
              <a:latin typeface="Impact"/>
              <a:ea typeface="Impact"/>
              <a:cs typeface="Impact"/>
              <a:sym typeface="Impact"/>
            </a:endParaRPr>
          </a:p>
        </p:txBody>
      </p:sp>
      <p:sp>
        <p:nvSpPr>
          <p:cNvPr id="146" name="Google Shape;146;p3"/>
          <p:cNvSpPr txBox="1"/>
          <p:nvPr/>
        </p:nvSpPr>
        <p:spPr>
          <a:xfrm>
            <a:off x="5539159" y="2727992"/>
            <a:ext cx="7209681" cy="4222694"/>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s-GT" sz="2800" b="1" i="0" u="none" strike="noStrike" cap="none" noProof="0" dirty="0">
                <a:solidFill>
                  <a:srgbClr val="131416"/>
                </a:solidFill>
                <a:latin typeface="Open Sans"/>
                <a:ea typeface="Open Sans"/>
                <a:cs typeface="Open Sans"/>
                <a:sym typeface="Open Sans"/>
              </a:rPr>
              <a:t>Razona procesos de negocio y el uso de algoritmos para la toma de decisiones y mapear los procesos utilizando la información disponible y herramientas para generar flujos de trabajo y tomar decisiones en base a datos históricos y optimizar procesos</a:t>
            </a:r>
            <a:endParaRPr lang="es-GT" sz="2800" b="0" i="0" u="none" strike="noStrike" cap="none" noProof="0" dirty="0">
              <a:solidFill>
                <a:srgbClr val="000000"/>
              </a:solidFill>
              <a:latin typeface="Arial"/>
              <a:ea typeface="Arial"/>
              <a:cs typeface="Arial"/>
              <a:sym typeface="Arial"/>
            </a:endParaRPr>
          </a:p>
        </p:txBody>
      </p:sp>
      <p:sp>
        <p:nvSpPr>
          <p:cNvPr id="147" name="Google Shape;147;p3"/>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49" name="Google Shape;149;p3" title="Gemini_Generated_Image_sfb0qdsfb0qdsfb0.png"/>
          <p:cNvPicPr preferRelativeResize="0"/>
          <p:nvPr/>
        </p:nvPicPr>
        <p:blipFill>
          <a:blip r:embed="rId4">
            <a:alphaModFix/>
          </a:blip>
          <a:stretch>
            <a:fillRect/>
          </a:stretch>
        </p:blipFill>
        <p:spPr>
          <a:xfrm>
            <a:off x="0" y="3113989"/>
            <a:ext cx="5234360" cy="71730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4"/>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Concepto de analíticas</a:t>
            </a:r>
            <a:r>
              <a:rPr lang="es-GT" sz="6098" noProof="0" dirty="0">
                <a:solidFill>
                  <a:srgbClr val="131416"/>
                </a:solidFill>
                <a:latin typeface="Impact"/>
                <a:ea typeface="Impact"/>
                <a:cs typeface="Impact"/>
                <a:sym typeface="Impact"/>
              </a:rPr>
              <a:t> y tipos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p:cNvSpPr/>
          <p:nvPr/>
        </p:nvSpPr>
        <p:spPr>
          <a:xfrm>
            <a:off x="14978130" y="6709893"/>
            <a:ext cx="3095532" cy="3200126"/>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p:cNvSpPr txBox="1"/>
          <p:nvPr/>
        </p:nvSpPr>
        <p:spPr>
          <a:xfrm>
            <a:off x="821696" y="2349237"/>
            <a:ext cx="16345842" cy="59636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Análisis de datos.</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El análisis de datos es la forma en la que se pueden convertir datos sin procesar en información práctica, esto se realiza a través de herramientas, tecnologías y procesos que nos sirven para encontrar tendencias y resolver problemas mediante el uso de datos. </a:t>
            </a:r>
          </a:p>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El análisis de datos puede dar forma a los procesos empresariales, mejorar la toma de decisiones y fomentar su crecimiento obteniendo una mayor visibilidad y un conocimiento más profundo de sus procesos y servicios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8B5571F-04AA-BA79-D137-D77BB7DA4FC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426320AB-F80A-80EF-E380-F029949712BD}"/>
              </a:ext>
            </a:extLst>
          </p:cNvPr>
          <p:cNvSpPr/>
          <p:nvPr/>
        </p:nvSpPr>
        <p:spPr>
          <a:xfrm>
            <a:off x="14978130" y="6709893"/>
            <a:ext cx="3095532" cy="3200126"/>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98376B6D-1147-1C9E-2C80-512373F05E69}"/>
              </a:ext>
            </a:extLst>
          </p:cNvPr>
          <p:cNvSpPr txBox="1"/>
          <p:nvPr/>
        </p:nvSpPr>
        <p:spPr>
          <a:xfrm>
            <a:off x="821696" y="2349237"/>
            <a:ext cx="16345842" cy="521822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Proporciona información detallada sobre la experiencia del cliente y sus problemas. Al cambiar el paradigma de los datos para lograr conectar los conocimientos con la acción la empresa puede </a:t>
            </a:r>
            <a:r>
              <a:rPr lang="es-GT" sz="2800" b="0" i="0" u="none" strike="noStrike" cap="none" noProof="0" dirty="0" err="1">
                <a:solidFill>
                  <a:srgbClr val="131416"/>
                </a:solidFill>
                <a:latin typeface="Arial"/>
                <a:ea typeface="Arial"/>
                <a:cs typeface="Arial"/>
                <a:sym typeface="Arial"/>
              </a:rPr>
              <a:t>crer</a:t>
            </a:r>
            <a:r>
              <a:rPr lang="es-GT" sz="2800" dirty="0">
                <a:solidFill>
                  <a:srgbClr val="131416"/>
                </a:solidFill>
              </a:rPr>
              <a:t>ar experiencias personalizadas para los clientes y productos digitales relacionados, optimizando las operaciones y aumentar la productividad de los empleado.</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Los conjuntos de datos que se examinan suelen ser de un gran volumen de información lo que se llega a conocer como Macrodatos.</a:t>
            </a:r>
            <a:endParaRPr lang="es-GT" sz="2800" b="0" i="0" u="none" strike="noStrike" cap="none" noProof="0" dirty="0">
              <a:solidFill>
                <a:srgbClr val="131416"/>
              </a:solidFill>
              <a:latin typeface="Arial"/>
              <a:ea typeface="Arial"/>
              <a:cs typeface="Arial"/>
              <a:sym typeface="Arial"/>
            </a:endParaRPr>
          </a:p>
        </p:txBody>
      </p:sp>
    </p:spTree>
    <p:extLst>
      <p:ext uri="{BB962C8B-B14F-4D97-AF65-F5344CB8AC3E}">
        <p14:creationId xmlns:p14="http://schemas.microsoft.com/office/powerpoint/2010/main" val="2748618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A5622D4-B135-6665-C346-411E39FCFE92}"/>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304A3DCE-7348-2816-9F21-3E7B66367444}"/>
              </a:ext>
            </a:extLst>
          </p:cNvPr>
          <p:cNvSpPr txBox="1"/>
          <p:nvPr/>
        </p:nvSpPr>
        <p:spPr>
          <a:xfrm>
            <a:off x="1052917" y="2100537"/>
            <a:ext cx="16655534" cy="76674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400" b="0" i="0" u="none" strike="noStrike" cap="none" noProof="0" dirty="0">
                <a:solidFill>
                  <a:srgbClr val="131416"/>
                </a:solidFill>
                <a:latin typeface="Arial"/>
                <a:ea typeface="Arial"/>
                <a:cs typeface="Arial"/>
                <a:sym typeface="Arial"/>
              </a:rPr>
              <a:t>Los macrodatos son grandes conjuntos de datos diversos los cuales pueden ser:</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400" dirty="0">
                <a:solidFill>
                  <a:srgbClr val="131416"/>
                </a:solidFill>
              </a:rPr>
              <a:t>Estructurados</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400" b="0" i="0" u="none" strike="noStrike" cap="none" noProof="0" dirty="0">
                <a:solidFill>
                  <a:srgbClr val="131416"/>
                </a:solidFill>
                <a:latin typeface="Arial"/>
                <a:ea typeface="Arial"/>
                <a:cs typeface="Arial"/>
                <a:sym typeface="Arial"/>
              </a:rPr>
              <a:t>No </a:t>
            </a:r>
            <a:r>
              <a:rPr lang="es-GT" sz="2400" b="0" i="0" u="none" strike="noStrike" cap="none" noProof="0" dirty="0" err="1">
                <a:solidFill>
                  <a:srgbClr val="131416"/>
                </a:solidFill>
                <a:latin typeface="Arial"/>
                <a:ea typeface="Arial"/>
                <a:cs typeface="Arial"/>
                <a:sym typeface="Arial"/>
              </a:rPr>
              <a:t>Extructurados</a:t>
            </a:r>
            <a:endParaRPr lang="es-GT" sz="24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400" dirty="0">
                <a:solidFill>
                  <a:srgbClr val="131416"/>
                </a:solidFill>
              </a:rPr>
              <a:t>Semiestructurados</a:t>
            </a:r>
          </a:p>
          <a:p>
            <a:pPr marL="0" marR="0" lvl="0" indent="0" algn="l" rtl="0">
              <a:lnSpc>
                <a:spcPct val="173070"/>
              </a:lnSpc>
              <a:spcBef>
                <a:spcPts val="0"/>
              </a:spcBef>
              <a:spcAft>
                <a:spcPts val="0"/>
              </a:spcAft>
              <a:buClr>
                <a:srgbClr val="000000"/>
              </a:buClr>
              <a:buSzPts val="3925"/>
              <a:buFont typeface="Arial"/>
              <a:buNone/>
            </a:pPr>
            <a:r>
              <a:rPr lang="es-GT" sz="2400" b="0" i="0" u="none" strike="noStrike" cap="none" noProof="0" dirty="0">
                <a:solidFill>
                  <a:srgbClr val="131416"/>
                </a:solidFill>
                <a:latin typeface="Arial"/>
                <a:ea typeface="Arial"/>
                <a:cs typeface="Arial"/>
                <a:sym typeface="Arial"/>
              </a:rPr>
              <a:t>Los cuales son generados a gran velocidad y en grandes volúmenes, es por ello que suelen medirse en terabytes o </a:t>
            </a:r>
            <a:r>
              <a:rPr lang="es-GT" sz="2400" b="0" i="0" u="none" strike="noStrike" cap="none" noProof="0" dirty="0" err="1">
                <a:solidFill>
                  <a:srgbClr val="131416"/>
                </a:solidFill>
                <a:latin typeface="Arial"/>
                <a:ea typeface="Arial"/>
                <a:cs typeface="Arial"/>
                <a:sym typeface="Arial"/>
              </a:rPr>
              <a:t>petabytes</a:t>
            </a:r>
            <a:r>
              <a:rPr lang="es-GT" sz="2400" b="0" i="0" u="none" strike="noStrike" cap="none" noProof="0" dirty="0">
                <a:solidFill>
                  <a:srgbClr val="131416"/>
                </a:solidFill>
                <a:latin typeface="Arial"/>
                <a:ea typeface="Arial"/>
                <a:cs typeface="Arial"/>
                <a:sym typeface="Arial"/>
              </a:rPr>
              <a:t> (1 </a:t>
            </a:r>
            <a:r>
              <a:rPr lang="es-GT" sz="2400" b="0" i="0" u="none" strike="noStrike" cap="none" noProof="0" dirty="0" err="1">
                <a:solidFill>
                  <a:srgbClr val="131416"/>
                </a:solidFill>
                <a:latin typeface="Arial"/>
                <a:ea typeface="Arial"/>
                <a:cs typeface="Arial"/>
                <a:sym typeface="Arial"/>
              </a:rPr>
              <a:t>petabyte</a:t>
            </a:r>
            <a:r>
              <a:rPr lang="es-GT" sz="2400" b="0" i="0" u="none" strike="noStrike" cap="none" noProof="0" dirty="0">
                <a:solidFill>
                  <a:srgbClr val="131416"/>
                </a:solidFill>
                <a:latin typeface="Arial"/>
                <a:ea typeface="Arial"/>
                <a:cs typeface="Arial"/>
                <a:sym typeface="Arial"/>
              </a:rPr>
              <a:t> = 1,000,000 gigabytes).</a:t>
            </a:r>
            <a:endParaRPr lang="es-GT" sz="2400" dirty="0">
              <a:solidFill>
                <a:srgbClr val="131416"/>
              </a:solidFill>
            </a:endParaRPr>
          </a:p>
          <a:p>
            <a:pPr marL="0" marR="0" lvl="0" indent="0" algn="l" rtl="0">
              <a:lnSpc>
                <a:spcPct val="173070"/>
              </a:lnSpc>
              <a:spcBef>
                <a:spcPts val="0"/>
              </a:spcBef>
              <a:spcAft>
                <a:spcPts val="0"/>
              </a:spcAft>
              <a:buClr>
                <a:srgbClr val="000000"/>
              </a:buClr>
              <a:buSzPts val="3925"/>
              <a:buFont typeface="Arial"/>
              <a:buNone/>
            </a:pPr>
            <a:r>
              <a:rPr lang="es-GT" sz="2400" b="0" i="0" u="none" strike="noStrike" cap="none" noProof="0" dirty="0">
                <a:solidFill>
                  <a:srgbClr val="131416"/>
                </a:solidFill>
                <a:latin typeface="Arial"/>
                <a:ea typeface="Arial"/>
                <a:cs typeface="Arial"/>
                <a:sym typeface="Arial"/>
              </a:rPr>
              <a:t>Para el análisis se siguen cinco pasos para poder analizar cualquier conjunto de datos de gran tamaño:</a:t>
            </a:r>
          </a:p>
          <a:p>
            <a:pPr marL="514350" marR="0" lvl="0" indent="-514350" algn="l" rtl="0">
              <a:lnSpc>
                <a:spcPct val="173070"/>
              </a:lnSpc>
              <a:spcBef>
                <a:spcPts val="0"/>
              </a:spcBef>
              <a:spcAft>
                <a:spcPts val="0"/>
              </a:spcAft>
              <a:buClr>
                <a:srgbClr val="000000"/>
              </a:buClr>
              <a:buSzPct val="100000"/>
              <a:buFont typeface="+mj-lt"/>
              <a:buAutoNum type="arabicPeriod"/>
            </a:pPr>
            <a:r>
              <a:rPr lang="es-GT" sz="2400" dirty="0">
                <a:solidFill>
                  <a:srgbClr val="131416"/>
                </a:solidFill>
              </a:rPr>
              <a:t>Recopilación de datos.</a:t>
            </a:r>
          </a:p>
          <a:p>
            <a:pPr marL="514350" marR="0" lvl="0" indent="-514350" algn="l" rtl="0">
              <a:lnSpc>
                <a:spcPct val="173070"/>
              </a:lnSpc>
              <a:spcBef>
                <a:spcPts val="0"/>
              </a:spcBef>
              <a:spcAft>
                <a:spcPts val="0"/>
              </a:spcAft>
              <a:buClr>
                <a:srgbClr val="000000"/>
              </a:buClr>
              <a:buSzPct val="100000"/>
              <a:buFont typeface="+mj-lt"/>
              <a:buAutoNum type="arabicPeriod"/>
            </a:pPr>
            <a:r>
              <a:rPr lang="es-GT" sz="2400" b="0" i="0" u="none" strike="noStrike" cap="none" noProof="0" dirty="0">
                <a:solidFill>
                  <a:srgbClr val="131416"/>
                </a:solidFill>
                <a:latin typeface="Arial"/>
                <a:ea typeface="Arial"/>
                <a:cs typeface="Arial"/>
                <a:sym typeface="Arial"/>
              </a:rPr>
              <a:t>Almacenamiento de datos</a:t>
            </a:r>
          </a:p>
          <a:p>
            <a:pPr marL="514350" marR="0" lvl="0" indent="-514350" algn="l" rtl="0">
              <a:lnSpc>
                <a:spcPct val="173070"/>
              </a:lnSpc>
              <a:spcBef>
                <a:spcPts val="0"/>
              </a:spcBef>
              <a:spcAft>
                <a:spcPts val="0"/>
              </a:spcAft>
              <a:buClr>
                <a:srgbClr val="000000"/>
              </a:buClr>
              <a:buSzPct val="100000"/>
              <a:buFont typeface="+mj-lt"/>
              <a:buAutoNum type="arabicPeriod"/>
            </a:pPr>
            <a:r>
              <a:rPr lang="es-GT" sz="2400" dirty="0">
                <a:solidFill>
                  <a:srgbClr val="131416"/>
                </a:solidFill>
              </a:rPr>
              <a:t>Procesamiento de datos</a:t>
            </a:r>
          </a:p>
          <a:p>
            <a:pPr marL="514350" marR="0" lvl="0" indent="-514350" algn="l" rtl="0">
              <a:lnSpc>
                <a:spcPct val="173070"/>
              </a:lnSpc>
              <a:spcBef>
                <a:spcPts val="0"/>
              </a:spcBef>
              <a:spcAft>
                <a:spcPts val="0"/>
              </a:spcAft>
              <a:buClr>
                <a:srgbClr val="000000"/>
              </a:buClr>
              <a:buSzPct val="100000"/>
              <a:buFont typeface="+mj-lt"/>
              <a:buAutoNum type="arabicPeriod"/>
            </a:pPr>
            <a:r>
              <a:rPr lang="es-GT" sz="2400" b="0" i="0" u="none" strike="noStrike" cap="none" noProof="0" dirty="0">
                <a:solidFill>
                  <a:srgbClr val="131416"/>
                </a:solidFill>
                <a:latin typeface="Arial"/>
                <a:ea typeface="Arial"/>
                <a:cs typeface="Arial"/>
                <a:sym typeface="Arial"/>
              </a:rPr>
              <a:t>Limpieza de datos</a:t>
            </a:r>
          </a:p>
          <a:p>
            <a:pPr marL="514350" marR="0" lvl="0" indent="-514350" algn="l" rtl="0">
              <a:lnSpc>
                <a:spcPct val="173070"/>
              </a:lnSpc>
              <a:spcBef>
                <a:spcPts val="0"/>
              </a:spcBef>
              <a:spcAft>
                <a:spcPts val="0"/>
              </a:spcAft>
              <a:buClr>
                <a:srgbClr val="000000"/>
              </a:buClr>
              <a:buSzPct val="100000"/>
              <a:buFont typeface="+mj-lt"/>
              <a:buAutoNum type="arabicPeriod"/>
            </a:pPr>
            <a:r>
              <a:rPr lang="es-GT" sz="2400" dirty="0">
                <a:solidFill>
                  <a:srgbClr val="131416"/>
                </a:solidFill>
              </a:rPr>
              <a:t>Análisis de datos.</a:t>
            </a:r>
            <a:endParaRPr lang="es-GT" sz="2400" b="0" i="0" u="none" strike="noStrike" cap="none" noProof="0" dirty="0">
              <a:solidFill>
                <a:srgbClr val="000000"/>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C83B94B3-0A95-0A9F-4233-9970F8066AAE}"/>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Macrodatos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56556A88-5194-E85F-A1AD-FDFA7B41023A}"/>
              </a:ext>
            </a:extLst>
          </p:cNvPr>
          <p:cNvSpPr/>
          <p:nvPr/>
        </p:nvSpPr>
        <p:spPr>
          <a:xfrm>
            <a:off x="14643279" y="6439437"/>
            <a:ext cx="3430384" cy="347058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13059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7158CA9-3416-F328-804C-12F11C8E86B3}"/>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CF54D567-F05D-0F8B-96EF-B94D4E6B0990}"/>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Recopilación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FA1CC787-D8AA-284D-18AE-7225600631CD}"/>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855382EE-A6ED-9DD9-7E0C-56A203C0A613}"/>
              </a:ext>
            </a:extLst>
          </p:cNvPr>
          <p:cNvSpPr txBox="1"/>
          <p:nvPr/>
        </p:nvSpPr>
        <p:spPr>
          <a:xfrm>
            <a:off x="623349" y="2177811"/>
            <a:ext cx="17041301" cy="670914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Identificar el origen de los datos y recopilar los datos de allí, para recopilar estos datos se sigue un proceso de ETL o ELT</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ETL (extracción, transformación y carga)</a:t>
            </a:r>
          </a:p>
          <a:p>
            <a:pPr marR="0" lvl="0" algn="l" rtl="0">
              <a:lnSpc>
                <a:spcPct val="173070"/>
              </a:lnSpc>
              <a:spcBef>
                <a:spcPts val="0"/>
              </a:spcBef>
              <a:spcAft>
                <a:spcPts val="0"/>
              </a:spcAft>
              <a:buClr>
                <a:srgbClr val="000000"/>
              </a:buClr>
              <a:buSzPts val="3925"/>
            </a:pPr>
            <a:r>
              <a:rPr lang="es-GT" sz="2800" dirty="0">
                <a:solidFill>
                  <a:srgbClr val="131416"/>
                </a:solidFill>
              </a:rPr>
              <a:t>	Para este proceso los datos generados se transforman primero en algún 	formato estándar y luego 	se cargan en el almacenamiento.</a:t>
            </a:r>
          </a:p>
          <a:p>
            <a:pPr marR="0" lvl="0" algn="l" rtl="0">
              <a:lnSpc>
                <a:spcPct val="173070"/>
              </a:lnSpc>
              <a:spcBef>
                <a:spcPts val="0"/>
              </a:spcBef>
              <a:spcAft>
                <a:spcPts val="0"/>
              </a:spcAft>
              <a:buClr>
                <a:srgbClr val="000000"/>
              </a:buClr>
              <a:buSzPts val="3925"/>
            </a:pPr>
            <a:endParaRPr lang="es-GT" sz="2800" b="0" i="0" u="none" strike="noStrike" cap="none" noProof="0" dirty="0">
              <a:solidFill>
                <a:srgbClr val="131416"/>
              </a:solidFill>
              <a:latin typeface="Arial"/>
              <a:ea typeface="Arial"/>
              <a:cs typeface="Arial"/>
              <a:sym typeface="Arial"/>
            </a:endParaRP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ELT</a:t>
            </a:r>
            <a:endParaRPr lang="es-GT" sz="2800" dirty="0"/>
          </a:p>
          <a:p>
            <a:pPr marR="0" lvl="0" algn="l" rtl="0">
              <a:lnSpc>
                <a:spcPct val="173070"/>
              </a:lnSpc>
              <a:spcBef>
                <a:spcPts val="0"/>
              </a:spcBef>
              <a:spcAft>
                <a:spcPts val="0"/>
              </a:spcAft>
              <a:buClr>
                <a:srgbClr val="000000"/>
              </a:buClr>
              <a:buSzPts val="3925"/>
            </a:pPr>
            <a:r>
              <a:rPr lang="es-GT" sz="2800" dirty="0">
                <a:solidFill>
                  <a:srgbClr val="131416"/>
                </a:solidFill>
              </a:rPr>
              <a:t>	Para este proceso los datos primero se cargan al almacenamiento y 	luego se transforman al formato 	requerido.</a:t>
            </a:r>
          </a:p>
        </p:txBody>
      </p:sp>
    </p:spTree>
    <p:extLst>
      <p:ext uri="{BB962C8B-B14F-4D97-AF65-F5344CB8AC3E}">
        <p14:creationId xmlns:p14="http://schemas.microsoft.com/office/powerpoint/2010/main" val="79029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D4AF661-FF34-FCFA-1F16-B83CC1FCFEE2}"/>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243844FC-35C3-4F0A-395A-B0A754AE6CCD}"/>
              </a:ext>
            </a:extLst>
          </p:cNvPr>
          <p:cNvSpPr txBox="1"/>
          <p:nvPr/>
        </p:nvSpPr>
        <p:spPr>
          <a:xfrm>
            <a:off x="1374889" y="3027816"/>
            <a:ext cx="12625499" cy="78344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3925" b="0" i="0" u="none" strike="noStrike" cap="none" noProof="0" dirty="0">
                <a:solidFill>
                  <a:srgbClr val="131416"/>
                </a:solidFill>
                <a:latin typeface="Arial"/>
                <a:ea typeface="Arial"/>
                <a:cs typeface="Arial"/>
                <a:sym typeface="Arial"/>
              </a:rPr>
              <a:t>Parte teórica que se requiera  (conocimiento)</a:t>
            </a:r>
            <a:endParaRPr lang="es-GT" sz="1400" b="0" i="0" u="none" strike="noStrike" cap="none" noProof="0" dirty="0">
              <a:solidFill>
                <a:srgbClr val="000000"/>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0D982F59-D7D6-3C2A-2909-FDDCB2CC6A28}"/>
              </a:ext>
            </a:extLst>
          </p:cNvPr>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CONTENIDO</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1B23BAF1-4304-9F85-5360-5968B7473C3D}"/>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7" name="Google Shape;157;p4">
            <a:extLst>
              <a:ext uri="{FF2B5EF4-FFF2-40B4-BE49-F238E27FC236}">
                <a16:creationId xmlns:a16="http://schemas.microsoft.com/office/drawing/2014/main" id="{43A77389-4C72-11E4-3243-7AE394901738}"/>
              </a:ext>
            </a:extLst>
          </p:cNvPr>
          <p:cNvSpPr txBox="1"/>
          <p:nvPr/>
        </p:nvSpPr>
        <p:spPr>
          <a:xfrm>
            <a:off x="14141311" y="6442453"/>
            <a:ext cx="3238236" cy="2815847"/>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s-GT" sz="2014" b="0" i="0" u="none" strike="noStrike" cap="none" noProof="0" dirty="0">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lang="es-GT" sz="1400" b="0" i="0" u="none" strike="noStrike" cap="none" noProof="0" dirty="0">
              <a:solidFill>
                <a:srgbClr val="000000"/>
              </a:solidFill>
              <a:latin typeface="Arial"/>
              <a:ea typeface="Arial"/>
              <a:cs typeface="Arial"/>
              <a:sym typeface="Arial"/>
            </a:endParaRPr>
          </a:p>
        </p:txBody>
      </p:sp>
      <p:pic>
        <p:nvPicPr>
          <p:cNvPr id="1026" name="Picture 2" descr="ETL or ELT? Differences and Use Cases">
            <a:extLst>
              <a:ext uri="{FF2B5EF4-FFF2-40B4-BE49-F238E27FC236}">
                <a16:creationId xmlns:a16="http://schemas.microsoft.com/office/drawing/2014/main" id="{60F8738A-9BDC-87A4-861E-754B8794F1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91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A1A1550-D63D-DF3D-87AC-EB2F0E59A40A}"/>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DD849CAD-8E77-2CA9-9166-E2AE89FB0804}"/>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Almacenamiento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7F47EFC6-F3B8-C548-C3B4-9CEA7F043EB7}"/>
              </a:ext>
            </a:extLst>
          </p:cNvPr>
          <p:cNvSpPr/>
          <p:nvPr/>
        </p:nvSpPr>
        <p:spPr>
          <a:xfrm>
            <a:off x="14862219" y="6787165"/>
            <a:ext cx="3211443" cy="312285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E4011B5A-E9E4-7996-A673-BF15DD6A7B75}"/>
              </a:ext>
            </a:extLst>
          </p:cNvPr>
          <p:cNvSpPr txBox="1"/>
          <p:nvPr/>
        </p:nvSpPr>
        <p:spPr>
          <a:xfrm>
            <a:off x="821696" y="2061901"/>
            <a:ext cx="16989786" cy="7454605"/>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Dependiendo de la complejidad de los datos, se pueden trasladar a un almacén de datos en la nube o a los lagos de datos. Las herramientas de inteligencia empresarial son capaces de acceder a ellos cuando sea necesario.</a:t>
            </a: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El almacén de datos es una base de datos optimizada para analizar datos relacionales procedentes de sistemas transaccionales y aplicaciones estructurales.</a:t>
            </a: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Un lago de datos puede almacenar tanto datos estructurados como no estructurados sin ningún procesamiento posterior. La estructura de los datos o el esquema no se definen cuando se capturan los datos; esto significa que se pueden almacenar todos los datos sin necesidad de un diseño cuidadoso, esto es beneficioso cuando se desconoce el uso futuro de estos.</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15249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48AFD7E-9874-C77E-39A7-908CC47E699A}"/>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1CEDCC6C-61DC-5058-A9FB-A9A56643F222}"/>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Procesamiento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D6922DA8-6388-CF7A-D1F0-B3CA91C4178F}"/>
              </a:ext>
            </a:extLst>
          </p:cNvPr>
          <p:cNvSpPr/>
          <p:nvPr/>
        </p:nvSpPr>
        <p:spPr>
          <a:xfrm>
            <a:off x="13973577" y="5859887"/>
            <a:ext cx="4100086" cy="405013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3EB8E8A1-3A86-07D5-0371-09127CF3DBD4}"/>
              </a:ext>
            </a:extLst>
          </p:cNvPr>
          <p:cNvSpPr txBox="1"/>
          <p:nvPr/>
        </p:nvSpPr>
        <p:spPr>
          <a:xfrm>
            <a:off x="821696" y="2531086"/>
            <a:ext cx="17251967" cy="59636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Cuando los datos ya se </a:t>
            </a:r>
            <a:r>
              <a:rPr lang="es-GT" sz="2800" b="0" i="0" u="none" strike="noStrike" cap="none" noProof="0" dirty="0" err="1">
                <a:solidFill>
                  <a:srgbClr val="131416"/>
                </a:solidFill>
                <a:latin typeface="Arial"/>
                <a:ea typeface="Arial"/>
                <a:cs typeface="Arial"/>
                <a:sym typeface="Arial"/>
              </a:rPr>
              <a:t>encuentr</a:t>
            </a:r>
            <a:r>
              <a:rPr lang="es-GT" sz="2800" dirty="0" err="1">
                <a:solidFill>
                  <a:srgbClr val="131416"/>
                </a:solidFill>
              </a:rPr>
              <a:t>an</a:t>
            </a:r>
            <a:r>
              <a:rPr lang="es-GT" sz="2800" dirty="0">
                <a:solidFill>
                  <a:srgbClr val="131416"/>
                </a:solidFill>
              </a:rPr>
              <a:t> almacenados, se deben convertir y organizar para obtener resultados precisos de las consultas analíticas, existen diferentes opciones de procesamiento de datos y la elección de la estrategia depende de los recursos informáticos y analíticos disponibles para su procesamiento.</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Procesamiento centralizado</a:t>
            </a:r>
          </a:p>
          <a:p>
            <a:pPr marR="0" lvl="0" algn="l" rtl="0">
              <a:lnSpc>
                <a:spcPct val="173070"/>
              </a:lnSpc>
              <a:spcBef>
                <a:spcPts val="0"/>
              </a:spcBef>
              <a:spcAft>
                <a:spcPts val="0"/>
              </a:spcAft>
              <a:buClr>
                <a:srgbClr val="000000"/>
              </a:buClr>
              <a:buSzPts val="3925"/>
            </a:pPr>
            <a:r>
              <a:rPr lang="es-GT" sz="2800" dirty="0">
                <a:solidFill>
                  <a:srgbClr val="131416"/>
                </a:solidFill>
              </a:rPr>
              <a:t>	Todo el procesamiento se centra en un servidor central dedicado que aloja todos los datos.</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Procesamiento distribuido</a:t>
            </a:r>
          </a:p>
          <a:p>
            <a:pPr marR="0" lvl="0" algn="l" rtl="0">
              <a:lnSpc>
                <a:spcPct val="173070"/>
              </a:lnSpc>
              <a:spcBef>
                <a:spcPts val="0"/>
              </a:spcBef>
              <a:spcAft>
                <a:spcPts val="0"/>
              </a:spcAft>
              <a:buClr>
                <a:srgbClr val="000000"/>
              </a:buClr>
              <a:buSzPts val="3925"/>
            </a:pPr>
            <a:r>
              <a:rPr lang="es-GT" sz="2800" dirty="0">
                <a:solidFill>
                  <a:srgbClr val="131416"/>
                </a:solidFill>
              </a:rPr>
              <a:t>	Los datos se distribuyen y almacenan en diferentes servidores</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046913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277A268-8694-E273-B0A7-0D6EA89BC8F1}"/>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01701B1C-8D5F-2416-A5DF-BC118C2F32EB}"/>
              </a:ext>
            </a:extLst>
          </p:cNvPr>
          <p:cNvSpPr txBox="1"/>
          <p:nvPr/>
        </p:nvSpPr>
        <p:spPr>
          <a:xfrm>
            <a:off x="821696" y="2267963"/>
            <a:ext cx="16809481" cy="2981842"/>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Procesamiento por lotes</a:t>
            </a:r>
          </a:p>
          <a:p>
            <a:pPr marR="0" lvl="0" algn="l" rtl="0">
              <a:lnSpc>
                <a:spcPct val="173070"/>
              </a:lnSpc>
              <a:spcBef>
                <a:spcPts val="0"/>
              </a:spcBef>
              <a:spcAft>
                <a:spcPts val="0"/>
              </a:spcAft>
              <a:buClr>
                <a:srgbClr val="000000"/>
              </a:buClr>
              <a:buSzPts val="3925"/>
            </a:pPr>
            <a:r>
              <a:rPr lang="es-GT" sz="2800" dirty="0">
                <a:solidFill>
                  <a:srgbClr val="131416"/>
                </a:solidFill>
              </a:rPr>
              <a:t>	Los datos se acumulan con el tiempo y se procesan por lotes.</a:t>
            </a:r>
            <a:endParaRPr lang="es-GT" sz="2800" b="0" i="0" u="none" strike="noStrike" cap="none" noProof="0" dirty="0">
              <a:solidFill>
                <a:srgbClr val="131416"/>
              </a:solidFill>
              <a:latin typeface="Arial"/>
              <a:ea typeface="Arial"/>
              <a:cs typeface="Arial"/>
              <a:sym typeface="Arial"/>
            </a:endParaRP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Procesamiento en tiempo real</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Los datos se procesan continuamente y las tareas de cálculo terminan en segundos.</a:t>
            </a:r>
            <a:endParaRPr lang="es-GT" sz="2800" b="0" i="0" u="none" strike="noStrike" cap="none" noProof="0" dirty="0">
              <a:solidFill>
                <a:srgbClr val="000000"/>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79A45A20-1556-9000-A28B-9723EA53BD2C}"/>
              </a:ext>
            </a:extLst>
          </p:cNvPr>
          <p:cNvSpPr/>
          <p:nvPr/>
        </p:nvSpPr>
        <p:spPr>
          <a:xfrm>
            <a:off x="14694793" y="6735651"/>
            <a:ext cx="3378869" cy="317436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680043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0A98953-9E11-9B76-2487-97E08A228B59}"/>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8C10AC12-5422-EABA-CA45-D059AB472B25}"/>
              </a:ext>
            </a:extLst>
          </p:cNvPr>
          <p:cNvSpPr txBox="1"/>
          <p:nvPr/>
        </p:nvSpPr>
        <p:spPr>
          <a:xfrm>
            <a:off x="795339" y="2267963"/>
            <a:ext cx="16977506" cy="3134897"/>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3925" b="0" i="0" u="none" strike="noStrike" cap="none" noProof="0" dirty="0">
                <a:solidFill>
                  <a:srgbClr val="131416"/>
                </a:solidFill>
                <a:latin typeface="Arial"/>
                <a:ea typeface="Arial"/>
                <a:cs typeface="Arial"/>
                <a:sym typeface="Arial"/>
              </a:rPr>
              <a:t>Implica la búsqueda de errores, duplicaciones, incoherencias, redundancias o formatos incorrectos. También se utiliza</a:t>
            </a:r>
            <a:r>
              <a:rPr lang="es-GT" sz="3925" dirty="0">
                <a:solidFill>
                  <a:srgbClr val="131416"/>
                </a:solidFill>
              </a:rPr>
              <a:t>a para filtrar los datos no deseados para los análisis.</a:t>
            </a:r>
            <a:endParaRPr lang="es-GT" sz="1400" b="0" i="0" u="none" strike="noStrike" cap="none" noProof="0" dirty="0">
              <a:solidFill>
                <a:srgbClr val="000000"/>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774C772B-D61E-E865-B84B-0D93BD5D1673}"/>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Limpieza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FA5ECBCA-9712-E34F-8949-E6D36BDF4A74}"/>
              </a:ext>
            </a:extLst>
          </p:cNvPr>
          <p:cNvSpPr/>
          <p:nvPr/>
        </p:nvSpPr>
        <p:spPr>
          <a:xfrm>
            <a:off x="14617521" y="6349285"/>
            <a:ext cx="3456142" cy="3560734"/>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751570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0CF17D6-300A-F13E-5E84-774AFAE71D84}"/>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38CB0F94-7B65-6D49-1F9A-B81DDCA4821F}"/>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Análisis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EF753C54-2CEA-EA65-6272-BFCCC89A8070}"/>
              </a:ext>
            </a:extLst>
          </p:cNvPr>
          <p:cNvSpPr/>
          <p:nvPr/>
        </p:nvSpPr>
        <p:spPr>
          <a:xfrm>
            <a:off x="14720551" y="6375041"/>
            <a:ext cx="3353111" cy="353497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8E289907-B61A-EF1F-F03D-65235D657B10}"/>
              </a:ext>
            </a:extLst>
          </p:cNvPr>
          <p:cNvSpPr txBox="1"/>
          <p:nvPr/>
        </p:nvSpPr>
        <p:spPr>
          <a:xfrm>
            <a:off x="705188" y="1752525"/>
            <a:ext cx="16449472" cy="9245031"/>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Este es el paso en que los datos brutos se convierten en información procesable. Existen cuatro tipos de análisis de datos.</a:t>
            </a:r>
            <a:endParaRPr lang="es-GT" sz="2800" dirty="0"/>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Análisis descriptivo</a:t>
            </a:r>
          </a:p>
          <a:p>
            <a:pPr marR="0" lvl="0" algn="l" rtl="0">
              <a:lnSpc>
                <a:spcPct val="173070"/>
              </a:lnSpc>
              <a:spcBef>
                <a:spcPts val="0"/>
              </a:spcBef>
              <a:spcAft>
                <a:spcPts val="0"/>
              </a:spcAft>
              <a:buClr>
                <a:srgbClr val="000000"/>
              </a:buClr>
              <a:buSzPts val="3925"/>
            </a:pPr>
            <a:r>
              <a:rPr lang="es-GT" sz="2800" dirty="0">
                <a:solidFill>
                  <a:srgbClr val="131416"/>
                </a:solidFill>
              </a:rPr>
              <a:t>	Los científicos de datos se encarga de analizar los datos para comprender lo que sucedió o 	sucede con ellos. Se caracteriza por la visualización de datos, como los gráficos circulares, de 	barras, lineales, tablas o narraciones generadas.</a:t>
            </a:r>
            <a:endParaRPr lang="es-GT" sz="2800" b="0" i="0" u="none" strike="noStrike" cap="none" noProof="0" dirty="0">
              <a:solidFill>
                <a:srgbClr val="131416"/>
              </a:solidFill>
              <a:latin typeface="Arial"/>
              <a:ea typeface="Arial"/>
              <a:cs typeface="Arial"/>
              <a:sym typeface="Arial"/>
            </a:endParaRP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Análisis de diagnóstico</a:t>
            </a:r>
          </a:p>
          <a:p>
            <a:pPr marR="0" lvl="0" algn="l" rtl="0">
              <a:lnSpc>
                <a:spcPct val="173070"/>
              </a:lnSpc>
              <a:spcBef>
                <a:spcPts val="0"/>
              </a:spcBef>
              <a:spcAft>
                <a:spcPts val="0"/>
              </a:spcAft>
              <a:buClr>
                <a:srgbClr val="000000"/>
              </a:buClr>
              <a:buSzPts val="3925"/>
            </a:pPr>
            <a:r>
              <a:rPr lang="es-GT" sz="2800" dirty="0">
                <a:solidFill>
                  <a:srgbClr val="131416"/>
                </a:solidFill>
              </a:rPr>
              <a:t>	Es un proceso de profundización o análisis detallado de los datos para entender por qué ocurrió 	algo. Se caracteriza por técnicas como el análisis detallado, el descubrimiento o la minería de 	datos o las correlaciones. Cada una de estás técnicas usa múltiples operaciones y 	transformaciones para analizar los datos brutos.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endParaRPr lang="es-GT" sz="3925" b="0" i="0" u="none" strike="noStrike" cap="none" noProof="0" dirty="0">
              <a:solidFill>
                <a:srgbClr val="131416"/>
              </a:solidFill>
              <a:latin typeface="Arial"/>
              <a:ea typeface="Arial"/>
              <a:cs typeface="Arial"/>
              <a:sym typeface="Arial"/>
            </a:endParaRPr>
          </a:p>
        </p:txBody>
      </p:sp>
    </p:spTree>
    <p:extLst>
      <p:ext uri="{BB962C8B-B14F-4D97-AF65-F5344CB8AC3E}">
        <p14:creationId xmlns:p14="http://schemas.microsoft.com/office/powerpoint/2010/main" val="94387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D5D6690-0873-B4C2-A88C-D7EA3659B11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37E1FBA9-175F-28B9-8683-9519585C5980}"/>
              </a:ext>
            </a:extLst>
          </p:cNvPr>
          <p:cNvSpPr/>
          <p:nvPr/>
        </p:nvSpPr>
        <p:spPr>
          <a:xfrm>
            <a:off x="14128123" y="6040191"/>
            <a:ext cx="3945539" cy="386982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65D34DAE-AB5C-4CED-6BD1-B93742B89D79}"/>
              </a:ext>
            </a:extLst>
          </p:cNvPr>
          <p:cNvSpPr txBox="1"/>
          <p:nvPr/>
        </p:nvSpPr>
        <p:spPr>
          <a:xfrm>
            <a:off x="649107" y="1147500"/>
            <a:ext cx="16989785" cy="7454605"/>
          </a:xfrm>
          <a:prstGeom prst="rect">
            <a:avLst/>
          </a:prstGeom>
          <a:noFill/>
          <a:ln>
            <a:noFill/>
          </a:ln>
        </p:spPr>
        <p:txBody>
          <a:bodyPr spcFirstLastPara="1" wrap="square" lIns="0" tIns="0" rIns="0" bIns="0" anchor="t" anchorCtr="0">
            <a:spAutoFit/>
          </a:bodyPr>
          <a:lstStyle/>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Análisis predictivo</a:t>
            </a:r>
          </a:p>
          <a:p>
            <a:pPr marR="0" lvl="0" algn="l" rtl="0">
              <a:lnSpc>
                <a:spcPct val="173070"/>
              </a:lnSpc>
              <a:spcBef>
                <a:spcPts val="0"/>
              </a:spcBef>
              <a:spcAft>
                <a:spcPts val="0"/>
              </a:spcAft>
              <a:buClr>
                <a:srgbClr val="000000"/>
              </a:buClr>
              <a:buSzPts val="3925"/>
            </a:pPr>
            <a:r>
              <a:rPr lang="es-GT" sz="2800" dirty="0">
                <a:solidFill>
                  <a:srgbClr val="131416"/>
                </a:solidFill>
              </a:rPr>
              <a:t>	Usa datos históricos para hacer previsiones precisas sobre las tendencias futuras, se caracteriza por 	técnicas como el machine </a:t>
            </a:r>
            <a:r>
              <a:rPr lang="es-GT" sz="2800" dirty="0" err="1">
                <a:solidFill>
                  <a:srgbClr val="131416"/>
                </a:solidFill>
              </a:rPr>
              <a:t>learning</a:t>
            </a:r>
            <a:r>
              <a:rPr lang="es-GT" sz="2800" dirty="0">
                <a:solidFill>
                  <a:srgbClr val="131416"/>
                </a:solidFill>
              </a:rPr>
              <a:t>, la previsión, la coincidencia de patrones y el modelado predictivo. 	En cada una de estás técnicas, las computadora se entrenan para invertir las conexiones de 	causalidad en los datos.</a:t>
            </a: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Análisis prescriptivo</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Lleva los datos predictivos al siguiente </a:t>
            </a:r>
            <a:r>
              <a:rPr lang="es-GT" sz="2800" dirty="0">
                <a:solidFill>
                  <a:srgbClr val="131416"/>
                </a:solidFill>
              </a:rPr>
              <a:t>nivel. No solo predice lo que es probable que ocurra, sino que sugiere una respuesta óptima para ese resultado. Puede analizar las posibles implicaciones de las diferentes alternativas y recomendar el mejor curso de acción. Se caracteriza por el análisis de gráficos, la simulación, el procesamiento de eventos complejos, redes neuronales y motores de recomendación.</a:t>
            </a:r>
          </a:p>
        </p:txBody>
      </p:sp>
    </p:spTree>
    <p:extLst>
      <p:ext uri="{BB962C8B-B14F-4D97-AF65-F5344CB8AC3E}">
        <p14:creationId xmlns:p14="http://schemas.microsoft.com/office/powerpoint/2010/main" val="3054694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6120A4E-29B0-74B3-FA18-2F3B0384CCE6}"/>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3FFF76A0-8F37-59E4-49F8-D90BD5D689BD}"/>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Técnicas de análisis de datos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B72F4126-6223-C947-4C76-5779F87060A9}"/>
              </a:ext>
            </a:extLst>
          </p:cNvPr>
          <p:cNvSpPr/>
          <p:nvPr/>
        </p:nvSpPr>
        <p:spPr>
          <a:xfrm>
            <a:off x="14694793" y="6465193"/>
            <a:ext cx="3378869" cy="3444825"/>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EAE35BF1-5C55-B36B-2B9F-3FFD0EB99760}"/>
              </a:ext>
            </a:extLst>
          </p:cNvPr>
          <p:cNvSpPr txBox="1"/>
          <p:nvPr/>
        </p:nvSpPr>
        <p:spPr>
          <a:xfrm>
            <a:off x="835552" y="1997507"/>
            <a:ext cx="16616896" cy="670914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Entre las más comunes se encuentran:</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Procesamiento de leguaje natural</a:t>
            </a:r>
          </a:p>
          <a:p>
            <a:pPr marR="0" lvl="0" algn="l" rtl="0">
              <a:lnSpc>
                <a:spcPct val="173070"/>
              </a:lnSpc>
              <a:spcBef>
                <a:spcPts val="0"/>
              </a:spcBef>
              <a:spcAft>
                <a:spcPts val="0"/>
              </a:spcAft>
              <a:buClr>
                <a:srgbClr val="000000"/>
              </a:buClr>
              <a:buSzPts val="3925"/>
            </a:pPr>
            <a:r>
              <a:rPr lang="es-GT" sz="2800" dirty="0">
                <a:solidFill>
                  <a:srgbClr val="131416"/>
                </a:solidFill>
              </a:rPr>
              <a:t>	Tecnología utilizada para que las computadoras entiendan el lenguaje humano hablado y escrito y 	respondan a este. Los analistas de datos utilizan esta técnicas para procesar datos, como notas 	dictadas, comandos de voz, mensajes de chat.</a:t>
            </a: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Minería de texto</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a:t>
            </a:r>
            <a:r>
              <a:rPr lang="es-GT" sz="2800" dirty="0">
                <a:solidFill>
                  <a:srgbClr val="131416"/>
                </a:solidFill>
              </a:rPr>
              <a:t>Se utiliza para identificar tendencias en datos de texto, como correos electrónicos, tuits, 	investigaciones y publicaciones en el blog. Se puede utilizar para clasificar el contenido de las 	noticias, los comentarios de los clientes y los correos electrónicos de estos.</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298300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A74442ED-5AB1-7548-655C-94C7517F0116}"/>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55A5C6F0-88F2-3681-D56A-4E9618F6E3AC}"/>
              </a:ext>
            </a:extLst>
          </p:cNvPr>
          <p:cNvSpPr txBox="1"/>
          <p:nvPr/>
        </p:nvSpPr>
        <p:spPr>
          <a:xfrm>
            <a:off x="693884" y="1972621"/>
            <a:ext cx="16900231" cy="5218223"/>
          </a:xfrm>
          <a:prstGeom prst="rect">
            <a:avLst/>
          </a:prstGeom>
          <a:noFill/>
          <a:ln>
            <a:noFill/>
          </a:ln>
        </p:spPr>
        <p:txBody>
          <a:bodyPr spcFirstLastPara="1" wrap="square" lIns="0" tIns="0" rIns="0" bIns="0" anchor="t" anchorCtr="0">
            <a:spAutoFit/>
          </a:bodyPr>
          <a:lstStyle/>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Análisis de datos de sensores.</a:t>
            </a:r>
          </a:p>
          <a:p>
            <a:pPr marR="0" lvl="0" algn="l" rtl="0">
              <a:lnSpc>
                <a:spcPct val="173070"/>
              </a:lnSpc>
              <a:spcBef>
                <a:spcPts val="0"/>
              </a:spcBef>
              <a:spcAft>
                <a:spcPts val="0"/>
              </a:spcAft>
              <a:buClr>
                <a:srgbClr val="000000"/>
              </a:buClr>
              <a:buSzPts val="3925"/>
            </a:pPr>
            <a:r>
              <a:rPr lang="es-GT" sz="2800" dirty="0">
                <a:solidFill>
                  <a:srgbClr val="131416"/>
                </a:solidFill>
              </a:rPr>
              <a:t>	Implica examinar los datos generadores por diferentes sensores. Se utiliza para el mantenimiento 	predictivo de máquinas, el seguimiento de envíos y otros procesos empresariales en los que las 	máquinas generan datos.</a:t>
            </a: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Análisis de valores atípicos.</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También conocido como detección de anomalías identifica los puntos de datos y eventos que se 	desvían del resto de los datos.</a:t>
            </a:r>
            <a:endParaRPr lang="es-GT" sz="2800" b="0" i="0" u="none" strike="noStrike" cap="none" noProof="0" dirty="0">
              <a:solidFill>
                <a:srgbClr val="000000"/>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F05DB050-AB29-ED66-6D65-A94A442104F6}"/>
              </a:ext>
            </a:extLst>
          </p:cNvPr>
          <p:cNvSpPr/>
          <p:nvPr/>
        </p:nvSpPr>
        <p:spPr>
          <a:xfrm>
            <a:off x="14437218" y="6540451"/>
            <a:ext cx="3520536" cy="3547856"/>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1125524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AE1AB71-4AD5-37CC-1ADA-CB453D028480}"/>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69A5814C-3F99-82A2-F48F-6F5A01482DA3}"/>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Data </a:t>
            </a:r>
            <a:r>
              <a:rPr lang="es-GT" sz="6098" b="0" i="0" u="none" strike="noStrike" cap="none" noProof="0" dirty="0" err="1">
                <a:solidFill>
                  <a:srgbClr val="131416"/>
                </a:solidFill>
                <a:latin typeface="Impact"/>
                <a:ea typeface="Impact"/>
                <a:cs typeface="Impact"/>
                <a:sym typeface="Impact"/>
              </a:rPr>
              <a:t>Warehouse</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4767F555-82DF-46A6-6B80-DE940E7B70ED}"/>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A2775B5D-6131-44D4-5829-120DF7A0EF73}"/>
              </a:ext>
            </a:extLst>
          </p:cNvPr>
          <p:cNvSpPr txBox="1"/>
          <p:nvPr/>
        </p:nvSpPr>
        <p:spPr>
          <a:xfrm>
            <a:off x="474638" y="1624019"/>
            <a:ext cx="17388359" cy="8518999"/>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ES" sz="3200" b="0" i="0" u="none" strike="noStrike" cap="none" noProof="0" dirty="0">
                <a:solidFill>
                  <a:srgbClr val="131416"/>
                </a:solidFill>
                <a:latin typeface="Arial"/>
                <a:ea typeface="Arial"/>
                <a:cs typeface="Arial"/>
                <a:sym typeface="Arial"/>
              </a:rPr>
              <a:t>Un Data </a:t>
            </a:r>
            <a:r>
              <a:rPr lang="es-ES" sz="3200" b="0" i="0" u="none" strike="noStrike" cap="none" noProof="0" dirty="0" err="1">
                <a:solidFill>
                  <a:srgbClr val="131416"/>
                </a:solidFill>
                <a:latin typeface="Arial"/>
                <a:ea typeface="Arial"/>
                <a:cs typeface="Arial"/>
                <a:sym typeface="Arial"/>
              </a:rPr>
              <a:t>Warehouse</a:t>
            </a:r>
            <a:r>
              <a:rPr lang="es-ES" sz="3200" b="0" i="0" u="none" strike="noStrike" cap="none" noProof="0" dirty="0">
                <a:solidFill>
                  <a:srgbClr val="131416"/>
                </a:solidFill>
                <a:latin typeface="Arial"/>
                <a:ea typeface="Arial"/>
                <a:cs typeface="Arial"/>
                <a:sym typeface="Arial"/>
              </a:rPr>
              <a:t> (Almacén de Datos) es un sistema diseñado para almacenar, integrar y analizar grandes volúmenes de datos provenientes de múltiples fuentes dentro de una empresa. Su objetivo es facilitar la toma de decisiones estratégicas mediante la consolidación y organización eficiente de la información.</a:t>
            </a:r>
          </a:p>
          <a:p>
            <a:pPr marL="0" marR="0" lvl="0" indent="0" algn="l" rtl="0">
              <a:lnSpc>
                <a:spcPct val="173070"/>
              </a:lnSpc>
              <a:spcBef>
                <a:spcPts val="0"/>
              </a:spcBef>
              <a:spcAft>
                <a:spcPts val="0"/>
              </a:spcAft>
              <a:buClr>
                <a:srgbClr val="000000"/>
              </a:buClr>
              <a:buSzPts val="3925"/>
              <a:buFont typeface="Arial"/>
              <a:buNone/>
            </a:pPr>
            <a:r>
              <a:rPr lang="es-ES" sz="3200" b="1" i="0" u="none" strike="noStrike" cap="none" noProof="0" dirty="0">
                <a:solidFill>
                  <a:srgbClr val="131416"/>
                </a:solidFill>
                <a:latin typeface="Arial"/>
                <a:ea typeface="Arial"/>
                <a:cs typeface="Arial"/>
                <a:sym typeface="Arial"/>
              </a:rPr>
              <a:t>Características Clave de un Data </a:t>
            </a:r>
            <a:r>
              <a:rPr lang="es-ES" sz="3200" b="1" i="0" u="none" strike="noStrike" cap="none" noProof="0" dirty="0" err="1">
                <a:solidFill>
                  <a:srgbClr val="131416"/>
                </a:solidFill>
                <a:latin typeface="Arial"/>
                <a:ea typeface="Arial"/>
                <a:cs typeface="Arial"/>
                <a:sym typeface="Arial"/>
              </a:rPr>
              <a:t>Warehouse</a:t>
            </a:r>
            <a:endParaRPr lang="es-ES" sz="3200" b="1" i="0" u="none" strike="noStrike" cap="none" noProof="0" dirty="0">
              <a:solidFill>
                <a:srgbClr val="131416"/>
              </a:solidFill>
              <a:latin typeface="Arial"/>
              <a:ea typeface="Arial"/>
              <a:cs typeface="Arial"/>
              <a:sym typeface="Arial"/>
            </a:endParaRPr>
          </a:p>
          <a:p>
            <a:pPr marL="0" marR="0" lvl="0" indent="0" algn="l" rtl="0">
              <a:lnSpc>
                <a:spcPct val="173070"/>
              </a:lnSpc>
              <a:spcBef>
                <a:spcPts val="0"/>
              </a:spcBef>
              <a:spcAft>
                <a:spcPts val="0"/>
              </a:spcAft>
              <a:buClr>
                <a:srgbClr val="000000"/>
              </a:buClr>
              <a:buSzPts val="3925"/>
              <a:buFont typeface="Arial"/>
              <a:buNone/>
            </a:pPr>
            <a:r>
              <a:rPr lang="es-ES" sz="3200" b="1" i="0" u="none" strike="noStrike" cap="none" noProof="0" dirty="0">
                <a:solidFill>
                  <a:srgbClr val="131416"/>
                </a:solidFill>
                <a:latin typeface="Arial"/>
                <a:ea typeface="Arial"/>
                <a:cs typeface="Arial"/>
                <a:sym typeface="Arial"/>
              </a:rPr>
              <a:t>✔ Integración de Datos:</a:t>
            </a:r>
            <a:r>
              <a:rPr lang="es-ES" sz="3200" b="0" i="0" u="none" strike="noStrike" cap="none" noProof="0" dirty="0">
                <a:solidFill>
                  <a:srgbClr val="131416"/>
                </a:solidFill>
                <a:latin typeface="Arial"/>
                <a:ea typeface="Arial"/>
                <a:cs typeface="Arial"/>
                <a:sym typeface="Arial"/>
              </a:rPr>
              <a:t> Reúne información de distintos sistemas (ERP, CRM, bases de datos, redes sociales, etc.).</a:t>
            </a:r>
            <a:br>
              <a:rPr lang="es-ES" sz="3200" b="0" i="0" u="none" strike="noStrike" cap="none" noProof="0" dirty="0">
                <a:solidFill>
                  <a:srgbClr val="131416"/>
                </a:solidFill>
                <a:latin typeface="Arial"/>
                <a:ea typeface="Arial"/>
                <a:cs typeface="Arial"/>
                <a:sym typeface="Arial"/>
              </a:rPr>
            </a:br>
            <a:r>
              <a:rPr lang="es-ES" sz="3200" b="1" i="0" u="none" strike="noStrike" cap="none" noProof="0" dirty="0">
                <a:solidFill>
                  <a:srgbClr val="131416"/>
                </a:solidFill>
                <a:latin typeface="Arial"/>
                <a:ea typeface="Arial"/>
                <a:cs typeface="Arial"/>
                <a:sym typeface="Arial"/>
              </a:rPr>
              <a:t> ✔ Optimización para Análisis:</a:t>
            </a:r>
            <a:r>
              <a:rPr lang="es-ES" sz="3200" b="0" i="0" u="none" strike="noStrike" cap="none" noProof="0" dirty="0">
                <a:solidFill>
                  <a:srgbClr val="131416"/>
                </a:solidFill>
                <a:latin typeface="Arial"/>
                <a:ea typeface="Arial"/>
                <a:cs typeface="Arial"/>
                <a:sym typeface="Arial"/>
              </a:rPr>
              <a:t> Diseñado para consultas rápidas y generación de reportes.</a:t>
            </a:r>
            <a:br>
              <a:rPr lang="es-ES" sz="3200" b="0" i="0" u="none" strike="noStrike" cap="none" noProof="0" dirty="0">
                <a:solidFill>
                  <a:srgbClr val="131416"/>
                </a:solidFill>
                <a:latin typeface="Arial"/>
                <a:ea typeface="Arial"/>
                <a:cs typeface="Arial"/>
                <a:sym typeface="Arial"/>
              </a:rPr>
            </a:br>
            <a:r>
              <a:rPr lang="es-ES" sz="3200" b="1" i="0" u="none" strike="noStrike" cap="none" noProof="0" dirty="0">
                <a:solidFill>
                  <a:srgbClr val="131416"/>
                </a:solidFill>
                <a:latin typeface="Arial"/>
                <a:ea typeface="Arial"/>
                <a:cs typeface="Arial"/>
                <a:sym typeface="Arial"/>
              </a:rPr>
              <a:t> ✔ Histórico de Datos:</a:t>
            </a:r>
            <a:r>
              <a:rPr lang="es-ES" sz="3200" b="0" i="0" u="none" strike="noStrike" cap="none" noProof="0" dirty="0">
                <a:solidFill>
                  <a:srgbClr val="131416"/>
                </a:solidFill>
                <a:latin typeface="Arial"/>
                <a:ea typeface="Arial"/>
                <a:cs typeface="Arial"/>
                <a:sym typeface="Arial"/>
              </a:rPr>
              <a:t> Permite almacenar información a largo plazo para análisis de tendencias.</a:t>
            </a:r>
            <a:endParaRPr lang="es-GT" sz="32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62869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A389766-7EA6-5DAE-A3F0-57042E698258}"/>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5AA4FEE8-70C0-F061-3E16-65271A3354BE}"/>
              </a:ext>
            </a:extLst>
          </p:cNvPr>
          <p:cNvSpPr/>
          <p:nvPr/>
        </p:nvSpPr>
        <p:spPr>
          <a:xfrm>
            <a:off x="14347065" y="6426558"/>
            <a:ext cx="3726597" cy="3483460"/>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BE68B33B-F416-B51C-7A38-379A66D5D2D4}"/>
              </a:ext>
            </a:extLst>
          </p:cNvPr>
          <p:cNvSpPr txBox="1"/>
          <p:nvPr/>
        </p:nvSpPr>
        <p:spPr>
          <a:xfrm>
            <a:off x="745698" y="1501664"/>
            <a:ext cx="16796603" cy="5570756"/>
          </a:xfrm>
          <a:prstGeom prst="rect">
            <a:avLst/>
          </a:prstGeom>
          <a:noFill/>
          <a:ln>
            <a:noFill/>
          </a:ln>
        </p:spPr>
        <p:txBody>
          <a:bodyPr spcFirstLastPara="1" wrap="square" lIns="0" tIns="0" rIns="0" bIns="0" anchor="t" anchorCtr="0">
            <a:spAutoFit/>
          </a:bodyPr>
          <a:lstStyle/>
          <a:p>
            <a:pPr lvl="0">
              <a:lnSpc>
                <a:spcPct val="115000"/>
              </a:lnSpc>
              <a:spcBef>
                <a:spcPts val="1200"/>
              </a:spcBef>
            </a:pPr>
            <a:r>
              <a:rPr lang="es-ES" sz="2800" dirty="0">
                <a:solidFill>
                  <a:schemeClr val="dk1"/>
                </a:solidFill>
              </a:rPr>
              <a:t>✔ </a:t>
            </a:r>
            <a:r>
              <a:rPr lang="es-ES" sz="2800" b="1" dirty="0">
                <a:solidFill>
                  <a:schemeClr val="dk1"/>
                </a:solidFill>
              </a:rPr>
              <a:t>No Volátil:</a:t>
            </a:r>
            <a:r>
              <a:rPr lang="es-ES" sz="2800" dirty="0">
                <a:solidFill>
                  <a:schemeClr val="dk1"/>
                </a:solidFill>
              </a:rPr>
              <a:t> Los datos no se modifican en tiempo real, lo que garantiza estabilidad en los análisis.</a:t>
            </a:r>
            <a:br>
              <a:rPr lang="es-ES" sz="2800" dirty="0">
                <a:solidFill>
                  <a:schemeClr val="dk1"/>
                </a:solidFill>
              </a:rPr>
            </a:br>
            <a:r>
              <a:rPr lang="es-ES" sz="2800" dirty="0">
                <a:solidFill>
                  <a:schemeClr val="dk1"/>
                </a:solidFill>
              </a:rPr>
              <a:t> ✔ </a:t>
            </a:r>
            <a:r>
              <a:rPr lang="es-ES" sz="2800" b="1" dirty="0">
                <a:solidFill>
                  <a:schemeClr val="dk1"/>
                </a:solidFill>
              </a:rPr>
              <a:t>Estructura Multidimensional:</a:t>
            </a:r>
            <a:r>
              <a:rPr lang="es-ES" sz="2800" dirty="0">
                <a:solidFill>
                  <a:schemeClr val="dk1"/>
                </a:solidFill>
              </a:rPr>
              <a:t> Organiza datos en modelos como esquemas estrella o copo de nieve.</a:t>
            </a:r>
          </a:p>
          <a:p>
            <a:pPr lvl="0">
              <a:lnSpc>
                <a:spcPct val="115000"/>
              </a:lnSpc>
              <a:spcBef>
                <a:spcPts val="1200"/>
              </a:spcBef>
            </a:pPr>
            <a:endParaRPr lang="es-ES" sz="2800" dirty="0">
              <a:solidFill>
                <a:schemeClr val="dk1"/>
              </a:solidFill>
            </a:endParaRPr>
          </a:p>
          <a:p>
            <a:pPr lvl="0" algn="ctr">
              <a:lnSpc>
                <a:spcPct val="115000"/>
              </a:lnSpc>
              <a:spcBef>
                <a:spcPts val="1200"/>
              </a:spcBef>
            </a:pPr>
            <a:r>
              <a:rPr lang="es-ES" sz="2800" b="1" dirty="0">
                <a:solidFill>
                  <a:schemeClr val="dk1"/>
                </a:solidFill>
              </a:rPr>
              <a:t>¿Cómo Funciona un Data </a:t>
            </a:r>
            <a:r>
              <a:rPr lang="es-ES" sz="2800" b="1" dirty="0" err="1">
                <a:solidFill>
                  <a:schemeClr val="dk1"/>
                </a:solidFill>
              </a:rPr>
              <a:t>Warehouse</a:t>
            </a:r>
            <a:r>
              <a:rPr lang="es-ES" sz="2800" b="1" dirty="0">
                <a:solidFill>
                  <a:schemeClr val="dk1"/>
                </a:solidFill>
              </a:rPr>
              <a:t>?</a:t>
            </a:r>
          </a:p>
          <a:p>
            <a:pPr marL="457200" lvl="0" indent="-336550">
              <a:lnSpc>
                <a:spcPct val="115000"/>
              </a:lnSpc>
              <a:spcBef>
                <a:spcPts val="1200"/>
              </a:spcBef>
              <a:buClr>
                <a:schemeClr val="dk1"/>
              </a:buClr>
              <a:buSzPts val="1700"/>
              <a:buChar char="●"/>
            </a:pPr>
            <a:r>
              <a:rPr lang="es-ES" sz="2800" b="1" dirty="0">
                <a:solidFill>
                  <a:schemeClr val="dk1"/>
                </a:solidFill>
              </a:rPr>
              <a:t>Extracción de Datos:</a:t>
            </a:r>
            <a:r>
              <a:rPr lang="es-ES" sz="2800" dirty="0">
                <a:solidFill>
                  <a:schemeClr val="dk1"/>
                </a:solidFill>
              </a:rPr>
              <a:t> Recopila información de diversas fuentes (ERP, CRM, bases de datos operacionales, archivos, etc.).</a:t>
            </a:r>
          </a:p>
          <a:p>
            <a:pPr marL="457200" lvl="0" indent="-336550">
              <a:lnSpc>
                <a:spcPct val="115000"/>
              </a:lnSpc>
              <a:buClr>
                <a:schemeClr val="dk1"/>
              </a:buClr>
              <a:buSzPts val="1700"/>
              <a:buChar char="●"/>
            </a:pPr>
            <a:r>
              <a:rPr lang="es-ES" sz="2800" b="1" dirty="0">
                <a:solidFill>
                  <a:schemeClr val="dk1"/>
                </a:solidFill>
              </a:rPr>
              <a:t>Transformación</a:t>
            </a:r>
            <a:r>
              <a:rPr lang="es-ES" sz="2800" dirty="0">
                <a:solidFill>
                  <a:schemeClr val="dk1"/>
                </a:solidFill>
              </a:rPr>
              <a:t>: Limpia, normaliza y estructura los datos para su análisis.</a:t>
            </a:r>
          </a:p>
          <a:p>
            <a:pPr marL="457200" lvl="0" indent="-336550">
              <a:lnSpc>
                <a:spcPct val="115000"/>
              </a:lnSpc>
              <a:buClr>
                <a:schemeClr val="dk1"/>
              </a:buClr>
              <a:buSzPts val="1700"/>
              <a:buChar char="●"/>
            </a:pPr>
            <a:r>
              <a:rPr lang="es-ES" sz="2800" b="1" dirty="0">
                <a:solidFill>
                  <a:schemeClr val="dk1"/>
                </a:solidFill>
              </a:rPr>
              <a:t>Carga (ETL - </a:t>
            </a:r>
            <a:r>
              <a:rPr lang="es-ES" sz="2800" b="1" dirty="0" err="1">
                <a:solidFill>
                  <a:schemeClr val="dk1"/>
                </a:solidFill>
              </a:rPr>
              <a:t>Extract</a:t>
            </a:r>
            <a:r>
              <a:rPr lang="es-ES" sz="2800" b="1" dirty="0">
                <a:solidFill>
                  <a:schemeClr val="dk1"/>
                </a:solidFill>
              </a:rPr>
              <a:t>, </a:t>
            </a:r>
            <a:r>
              <a:rPr lang="es-ES" sz="2800" b="1" dirty="0" err="1">
                <a:solidFill>
                  <a:schemeClr val="dk1"/>
                </a:solidFill>
              </a:rPr>
              <a:t>Transform</a:t>
            </a:r>
            <a:r>
              <a:rPr lang="es-ES" sz="2800" b="1" dirty="0">
                <a:solidFill>
                  <a:schemeClr val="dk1"/>
                </a:solidFill>
              </a:rPr>
              <a:t>, Load):</a:t>
            </a:r>
            <a:r>
              <a:rPr lang="es-ES" sz="2800" dirty="0">
                <a:solidFill>
                  <a:schemeClr val="dk1"/>
                </a:solidFill>
              </a:rPr>
              <a:t> Almacena los datos procesados en el Data </a:t>
            </a:r>
            <a:r>
              <a:rPr lang="es-ES" sz="2800" dirty="0" err="1">
                <a:solidFill>
                  <a:schemeClr val="dk1"/>
                </a:solidFill>
              </a:rPr>
              <a:t>Warehouse</a:t>
            </a:r>
            <a:r>
              <a:rPr lang="es-ES" sz="2800" dirty="0">
                <a:solidFill>
                  <a:schemeClr val="dk1"/>
                </a:solidFill>
              </a:rPr>
              <a:t>.</a:t>
            </a:r>
          </a:p>
          <a:p>
            <a:pPr marL="457200" lvl="0" indent="-336550">
              <a:lnSpc>
                <a:spcPct val="115000"/>
              </a:lnSpc>
              <a:buClr>
                <a:schemeClr val="dk1"/>
              </a:buClr>
              <a:buSzPts val="1700"/>
              <a:buChar char="●"/>
            </a:pPr>
            <a:r>
              <a:rPr lang="es-ES" sz="2800" b="1" dirty="0">
                <a:solidFill>
                  <a:schemeClr val="dk1"/>
                </a:solidFill>
              </a:rPr>
              <a:t>Consultas y Reportes:</a:t>
            </a:r>
            <a:r>
              <a:rPr lang="es-ES" sz="2800" dirty="0">
                <a:solidFill>
                  <a:schemeClr val="dk1"/>
                </a:solidFill>
              </a:rPr>
              <a:t> Se generan </a:t>
            </a:r>
            <a:r>
              <a:rPr lang="es-ES" sz="2800" dirty="0" err="1">
                <a:solidFill>
                  <a:schemeClr val="dk1"/>
                </a:solidFill>
              </a:rPr>
              <a:t>dashboards</a:t>
            </a:r>
            <a:r>
              <a:rPr lang="es-ES" sz="2800" dirty="0">
                <a:solidFill>
                  <a:schemeClr val="dk1"/>
                </a:solidFill>
              </a:rPr>
              <a:t>, análisis de tendencias y reportes para la toma de decisiones.</a:t>
            </a:r>
          </a:p>
        </p:txBody>
      </p:sp>
    </p:spTree>
    <p:extLst>
      <p:ext uri="{BB962C8B-B14F-4D97-AF65-F5344CB8AC3E}">
        <p14:creationId xmlns:p14="http://schemas.microsoft.com/office/powerpoint/2010/main" val="456464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8BEF936-24A0-133D-3B0B-36CBF4086958}"/>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59E50D77-B279-BB32-1072-63224B935B20}"/>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9503619D-BD5D-C1EE-827A-F7E2D7429D69}"/>
              </a:ext>
            </a:extLst>
          </p:cNvPr>
          <p:cNvSpPr txBox="1"/>
          <p:nvPr/>
        </p:nvSpPr>
        <p:spPr>
          <a:xfrm>
            <a:off x="1001402" y="1211896"/>
            <a:ext cx="16378145" cy="6155531"/>
          </a:xfrm>
          <a:prstGeom prst="rect">
            <a:avLst/>
          </a:prstGeom>
          <a:noFill/>
          <a:ln>
            <a:noFill/>
          </a:ln>
        </p:spPr>
        <p:txBody>
          <a:bodyPr spcFirstLastPara="1" wrap="square" lIns="0" tIns="0" rIns="0" bIns="0" anchor="t" anchorCtr="0">
            <a:spAutoFit/>
          </a:bodyPr>
          <a:lstStyle/>
          <a:p>
            <a:pPr lvl="0" algn="ctr"/>
            <a:r>
              <a:rPr lang="es-ES" sz="4000" b="1" dirty="0">
                <a:solidFill>
                  <a:schemeClr val="dk1"/>
                </a:solidFill>
              </a:rPr>
              <a:t>Beneficios de un Data </a:t>
            </a:r>
            <a:r>
              <a:rPr lang="es-ES" sz="4000" b="1" dirty="0" err="1">
                <a:solidFill>
                  <a:schemeClr val="dk1"/>
                </a:solidFill>
              </a:rPr>
              <a:t>Warehouse</a:t>
            </a:r>
            <a:endParaRPr lang="es-ES" sz="4000" b="1" dirty="0">
              <a:solidFill>
                <a:schemeClr val="dk1"/>
              </a:solidFill>
            </a:endParaRPr>
          </a:p>
          <a:p>
            <a:pPr lvl="0" algn="ctr">
              <a:buClr>
                <a:schemeClr val="dk1"/>
              </a:buClr>
              <a:buSzPts val="1100"/>
            </a:pPr>
            <a:endParaRPr lang="es-ES" sz="4000" b="1" dirty="0">
              <a:solidFill>
                <a:schemeClr val="dk1"/>
              </a:solidFill>
            </a:endParaRPr>
          </a:p>
          <a:p>
            <a:pPr marL="457200" lvl="0" indent="-342900">
              <a:buClr>
                <a:schemeClr val="dk1"/>
              </a:buClr>
              <a:buSzPts val="1800"/>
              <a:buChar char="●"/>
            </a:pPr>
            <a:r>
              <a:rPr lang="es-ES" sz="4000" b="1" dirty="0">
                <a:solidFill>
                  <a:schemeClr val="dk1"/>
                </a:solidFill>
              </a:rPr>
              <a:t>Mejora en la toma de decisiones:</a:t>
            </a:r>
            <a:r>
              <a:rPr lang="es-ES" sz="4000" dirty="0">
                <a:solidFill>
                  <a:schemeClr val="dk1"/>
                </a:solidFill>
              </a:rPr>
              <a:t> Datos consolidados y organizados para análisis confiables.</a:t>
            </a:r>
          </a:p>
          <a:p>
            <a:pPr marL="457200" lvl="0" indent="-342900">
              <a:buClr>
                <a:schemeClr val="dk1"/>
              </a:buClr>
              <a:buSzPts val="1800"/>
              <a:buChar char="●"/>
            </a:pPr>
            <a:r>
              <a:rPr lang="es-ES" sz="4000" b="1" dirty="0">
                <a:solidFill>
                  <a:schemeClr val="dk1"/>
                </a:solidFill>
              </a:rPr>
              <a:t>Acceso rápido a información histórica:</a:t>
            </a:r>
            <a:r>
              <a:rPr lang="es-ES" sz="4000" dirty="0">
                <a:solidFill>
                  <a:schemeClr val="dk1"/>
                </a:solidFill>
              </a:rPr>
              <a:t> Facilita comparaciones y predicciones.</a:t>
            </a:r>
          </a:p>
          <a:p>
            <a:pPr marL="457200" lvl="0" indent="-342900">
              <a:buClr>
                <a:schemeClr val="dk1"/>
              </a:buClr>
              <a:buSzPts val="1800"/>
              <a:buChar char="●"/>
            </a:pPr>
            <a:r>
              <a:rPr lang="es-ES" sz="4000" b="1" dirty="0">
                <a:solidFill>
                  <a:schemeClr val="dk1"/>
                </a:solidFill>
              </a:rPr>
              <a:t>Optimización de procesos empresariales:</a:t>
            </a:r>
            <a:r>
              <a:rPr lang="es-ES" sz="4000" dirty="0">
                <a:solidFill>
                  <a:schemeClr val="dk1"/>
                </a:solidFill>
              </a:rPr>
              <a:t> Permite detectar oportunidades y riesgos.</a:t>
            </a:r>
          </a:p>
          <a:p>
            <a:pPr marL="457200" lvl="0" indent="-342900">
              <a:buClr>
                <a:schemeClr val="dk1"/>
              </a:buClr>
              <a:buSzPts val="1800"/>
              <a:buChar char="●"/>
            </a:pPr>
            <a:r>
              <a:rPr lang="es-ES" sz="4000" b="1" dirty="0">
                <a:solidFill>
                  <a:schemeClr val="dk1"/>
                </a:solidFill>
              </a:rPr>
              <a:t>Mayor eficiencia en reportes y análisis:</a:t>
            </a:r>
            <a:r>
              <a:rPr lang="es-ES" sz="4000" dirty="0">
                <a:solidFill>
                  <a:schemeClr val="dk1"/>
                </a:solidFill>
              </a:rPr>
              <a:t> Reduce el tiempo de generación de informes.</a:t>
            </a:r>
          </a:p>
        </p:txBody>
      </p:sp>
    </p:spTree>
    <p:extLst>
      <p:ext uri="{BB962C8B-B14F-4D97-AF65-F5344CB8AC3E}">
        <p14:creationId xmlns:p14="http://schemas.microsoft.com/office/powerpoint/2010/main" val="2053401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A2C0C7BF-FDE4-DF56-6D2F-23392E2933DA}"/>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836F17D9-38D3-1F93-AD00-1B4A908788C2}"/>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Modelos de Diseño de un Data </a:t>
            </a:r>
            <a:r>
              <a:rPr lang="es-ES" sz="6098" b="0" i="0" u="none" strike="noStrike" cap="none" noProof="0" dirty="0" err="1">
                <a:solidFill>
                  <a:srgbClr val="131416"/>
                </a:solidFill>
                <a:latin typeface="Impact"/>
                <a:ea typeface="Impact"/>
                <a:cs typeface="Impact"/>
                <a:sym typeface="Impact"/>
              </a:rPr>
              <a:t>Warehouse</a:t>
            </a:r>
            <a:endParaRPr lang="es-ES"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C661CAB7-9271-29C3-1D8E-DE1801C0CE71}"/>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01F6C179-B740-F3F4-ADD3-626FA3EA8BCD}"/>
              </a:ext>
            </a:extLst>
          </p:cNvPr>
          <p:cNvSpPr txBox="1"/>
          <p:nvPr/>
        </p:nvSpPr>
        <p:spPr>
          <a:xfrm>
            <a:off x="1040038" y="2348588"/>
            <a:ext cx="16745686" cy="7166064"/>
          </a:xfrm>
          <a:prstGeom prst="rect">
            <a:avLst/>
          </a:prstGeom>
          <a:noFill/>
          <a:ln>
            <a:noFill/>
          </a:ln>
        </p:spPr>
        <p:txBody>
          <a:bodyPr spcFirstLastPara="1" wrap="square" lIns="0" tIns="0" rIns="0" bIns="0" anchor="t" anchorCtr="0">
            <a:spAutoFit/>
          </a:bodyPr>
          <a:lstStyle/>
          <a:p>
            <a:pPr lvl="0" algn="just">
              <a:lnSpc>
                <a:spcPct val="115000"/>
              </a:lnSpc>
              <a:spcBef>
                <a:spcPts val="1200"/>
              </a:spcBef>
              <a:buClr>
                <a:schemeClr val="dk1"/>
              </a:buClr>
              <a:buSzPts val="1100"/>
            </a:pPr>
            <a:r>
              <a:rPr lang="es-ES" sz="4000" dirty="0">
                <a:solidFill>
                  <a:schemeClr val="dk1"/>
                </a:solidFill>
              </a:rPr>
              <a:t>El diseño de un Data </a:t>
            </a:r>
            <a:r>
              <a:rPr lang="es-ES" sz="4000" dirty="0" err="1">
                <a:solidFill>
                  <a:schemeClr val="dk1"/>
                </a:solidFill>
              </a:rPr>
              <a:t>Warehouse</a:t>
            </a:r>
            <a:r>
              <a:rPr lang="es-ES" sz="4000" dirty="0">
                <a:solidFill>
                  <a:schemeClr val="dk1"/>
                </a:solidFill>
              </a:rPr>
              <a:t> se basa en distintos modelos que estructuran la información de manera eficiente para facilitar el análisis y la toma de decisiones. Existen tres modelos principales.</a:t>
            </a:r>
          </a:p>
          <a:p>
            <a:pPr lvl="0" algn="just">
              <a:lnSpc>
                <a:spcPct val="115000"/>
              </a:lnSpc>
              <a:spcBef>
                <a:spcPts val="1200"/>
              </a:spcBef>
              <a:buClr>
                <a:schemeClr val="dk1"/>
              </a:buClr>
              <a:buSzPts val="1100"/>
            </a:pPr>
            <a:endParaRPr lang="es-ES" sz="4000" dirty="0">
              <a:solidFill>
                <a:schemeClr val="dk1"/>
              </a:solidFill>
            </a:endParaRPr>
          </a:p>
          <a:p>
            <a:pPr lvl="0">
              <a:lnSpc>
                <a:spcPct val="115000"/>
              </a:lnSpc>
              <a:spcBef>
                <a:spcPts val="1400"/>
              </a:spcBef>
              <a:buClr>
                <a:schemeClr val="dk1"/>
              </a:buClr>
              <a:buSzPts val="1100"/>
            </a:pPr>
            <a:r>
              <a:rPr lang="es-ES" sz="4000" b="1" dirty="0">
                <a:solidFill>
                  <a:schemeClr val="dk1"/>
                </a:solidFill>
              </a:rPr>
              <a:t>Esquema Estrella (</a:t>
            </a:r>
            <a:r>
              <a:rPr lang="es-ES" sz="4000" b="1" dirty="0" err="1">
                <a:solidFill>
                  <a:schemeClr val="dk1"/>
                </a:solidFill>
              </a:rPr>
              <a:t>Star</a:t>
            </a:r>
            <a:r>
              <a:rPr lang="es-ES" sz="4000" b="1" dirty="0">
                <a:solidFill>
                  <a:schemeClr val="dk1"/>
                </a:solidFill>
              </a:rPr>
              <a:t> </a:t>
            </a:r>
            <a:r>
              <a:rPr lang="es-ES" sz="4000" b="1" dirty="0" err="1">
                <a:solidFill>
                  <a:schemeClr val="dk1"/>
                </a:solidFill>
              </a:rPr>
              <a:t>Schema</a:t>
            </a:r>
            <a:r>
              <a:rPr lang="es-ES" sz="4000" b="1" dirty="0">
                <a:solidFill>
                  <a:schemeClr val="dk1"/>
                </a:solidFill>
              </a:rPr>
              <a:t>) </a:t>
            </a:r>
          </a:p>
          <a:p>
            <a:pPr lvl="0">
              <a:lnSpc>
                <a:spcPct val="115000"/>
              </a:lnSpc>
              <a:spcBef>
                <a:spcPts val="1200"/>
              </a:spcBef>
              <a:buClr>
                <a:schemeClr val="dk1"/>
              </a:buClr>
              <a:buSzPts val="1100"/>
            </a:pPr>
            <a:r>
              <a:rPr lang="es-ES" sz="4000" dirty="0">
                <a:solidFill>
                  <a:schemeClr val="dk1"/>
                </a:solidFill>
              </a:rPr>
              <a:t>Este modelo es el más simple y común. La información se organiza en una </a:t>
            </a:r>
            <a:r>
              <a:rPr lang="es-ES" sz="4000" b="1" dirty="0">
                <a:solidFill>
                  <a:schemeClr val="dk1"/>
                </a:solidFill>
              </a:rPr>
              <a:t>tabla central de hechos</a:t>
            </a:r>
            <a:r>
              <a:rPr lang="es-ES" sz="4000" dirty="0">
                <a:solidFill>
                  <a:schemeClr val="dk1"/>
                </a:solidFill>
              </a:rPr>
              <a:t> que se conecta con </a:t>
            </a:r>
            <a:r>
              <a:rPr lang="es-ES" sz="4000" b="1" dirty="0">
                <a:solidFill>
                  <a:schemeClr val="dk1"/>
                </a:solidFill>
              </a:rPr>
              <a:t>tablas de dimensiones</a:t>
            </a:r>
            <a:r>
              <a:rPr lang="es-ES" sz="4000" dirty="0">
                <a:solidFill>
                  <a:schemeClr val="dk1"/>
                </a:solidFill>
              </a:rPr>
              <a:t>.</a:t>
            </a:r>
          </a:p>
          <a:p>
            <a:pPr lvl="0" algn="just">
              <a:lnSpc>
                <a:spcPct val="115000"/>
              </a:lnSpc>
              <a:spcBef>
                <a:spcPts val="1200"/>
              </a:spcBef>
              <a:buClr>
                <a:schemeClr val="dk1"/>
              </a:buClr>
              <a:buSzPts val="1100"/>
            </a:pPr>
            <a:endParaRPr lang="es-ES" sz="4000" dirty="0">
              <a:solidFill>
                <a:schemeClr val="dk1"/>
              </a:solidFill>
            </a:endParaRPr>
          </a:p>
        </p:txBody>
      </p:sp>
    </p:spTree>
    <p:extLst>
      <p:ext uri="{BB962C8B-B14F-4D97-AF65-F5344CB8AC3E}">
        <p14:creationId xmlns:p14="http://schemas.microsoft.com/office/powerpoint/2010/main" val="277971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1956E37-C895-6DFC-B091-D3424A89AF84}"/>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02CC660E-ED31-1075-E954-9336C93FC015}"/>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Esquema Estrella [</a:t>
            </a:r>
            <a:r>
              <a:rPr lang="es-GT" sz="6098" b="0" i="0" u="none" strike="noStrike" cap="none" noProof="0" dirty="0" err="1">
                <a:solidFill>
                  <a:srgbClr val="131416"/>
                </a:solidFill>
                <a:latin typeface="Impact"/>
                <a:ea typeface="Impact"/>
                <a:cs typeface="Impact"/>
                <a:sym typeface="Impact"/>
              </a:rPr>
              <a:t>Star</a:t>
            </a:r>
            <a:r>
              <a:rPr lang="es-GT" sz="6098" b="0" i="0" u="none" strike="noStrike" cap="none" noProof="0" dirty="0">
                <a:solidFill>
                  <a:srgbClr val="131416"/>
                </a:solidFill>
                <a:latin typeface="Impact"/>
                <a:ea typeface="Impact"/>
                <a:cs typeface="Impact"/>
                <a:sym typeface="Impact"/>
              </a:rPr>
              <a:t> </a:t>
            </a:r>
            <a:r>
              <a:rPr lang="es-GT" sz="6098" b="0" i="0" u="none" strike="noStrike" cap="none" noProof="0" dirty="0" err="1">
                <a:solidFill>
                  <a:srgbClr val="131416"/>
                </a:solidFill>
                <a:latin typeface="Impact"/>
                <a:ea typeface="Impact"/>
                <a:cs typeface="Impact"/>
                <a:sym typeface="Impact"/>
              </a:rPr>
              <a:t>Scheme</a:t>
            </a:r>
            <a:r>
              <a:rPr lang="es-GT" sz="6098" b="0" i="0" u="none" strike="noStrike" cap="none" noProof="0" dirty="0">
                <a:solidFill>
                  <a:srgbClr val="131416"/>
                </a:solidFill>
                <a:latin typeface="Impact"/>
                <a:ea typeface="Impact"/>
                <a:cs typeface="Impact"/>
                <a:sym typeface="Impact"/>
              </a:rPr>
              <a:t>]</a:t>
            </a:r>
          </a:p>
        </p:txBody>
      </p:sp>
      <p:sp>
        <p:nvSpPr>
          <p:cNvPr id="156" name="Google Shape;156;p4">
            <a:extLst>
              <a:ext uri="{FF2B5EF4-FFF2-40B4-BE49-F238E27FC236}">
                <a16:creationId xmlns:a16="http://schemas.microsoft.com/office/drawing/2014/main" id="{06D94E63-3134-B6F0-9AE1-3EEF3DA03065}"/>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8908138A-9A83-C6D8-C6B0-94E27A1EA316}"/>
              </a:ext>
            </a:extLst>
          </p:cNvPr>
          <p:cNvSpPr txBox="1"/>
          <p:nvPr/>
        </p:nvSpPr>
        <p:spPr>
          <a:xfrm>
            <a:off x="640793" y="2049022"/>
            <a:ext cx="17299477" cy="4921347"/>
          </a:xfrm>
          <a:prstGeom prst="rect">
            <a:avLst/>
          </a:prstGeom>
          <a:noFill/>
          <a:ln>
            <a:noFill/>
          </a:ln>
        </p:spPr>
        <p:txBody>
          <a:bodyPr spcFirstLastPara="1" wrap="square" lIns="0" tIns="0" rIns="0" bIns="0" anchor="t" anchorCtr="0">
            <a:spAutoFit/>
          </a:bodyPr>
          <a:lstStyle/>
          <a:p>
            <a:pPr lvl="0">
              <a:lnSpc>
                <a:spcPct val="115000"/>
              </a:lnSpc>
              <a:spcBef>
                <a:spcPts val="1200"/>
              </a:spcBef>
              <a:buClr>
                <a:schemeClr val="dk1"/>
              </a:buClr>
              <a:buSzPts val="1100"/>
            </a:pPr>
            <a:r>
              <a:rPr lang="es-ES" sz="2800" b="1" dirty="0">
                <a:solidFill>
                  <a:schemeClr val="dk1"/>
                </a:solidFill>
              </a:rPr>
              <a:t>Tabla de hechos:</a:t>
            </a:r>
            <a:r>
              <a:rPr lang="es-ES" sz="2800" dirty="0">
                <a:solidFill>
                  <a:schemeClr val="dk1"/>
                </a:solidFill>
              </a:rPr>
              <a:t> Contiene datos transaccionales (ventas, ingresos, etc.).</a:t>
            </a:r>
            <a:br>
              <a:rPr lang="es-ES" sz="2800" dirty="0">
                <a:solidFill>
                  <a:schemeClr val="dk1"/>
                </a:solidFill>
              </a:rPr>
            </a:br>
            <a:r>
              <a:rPr lang="es-ES" sz="2800" dirty="0">
                <a:solidFill>
                  <a:schemeClr val="dk1"/>
                </a:solidFill>
              </a:rPr>
              <a:t> </a:t>
            </a:r>
            <a:r>
              <a:rPr lang="es-ES" sz="2800" b="1" dirty="0">
                <a:solidFill>
                  <a:schemeClr val="dk1"/>
                </a:solidFill>
              </a:rPr>
              <a:t>Tablas de dimensiones:</a:t>
            </a:r>
            <a:r>
              <a:rPr lang="es-ES" sz="2800" dirty="0">
                <a:solidFill>
                  <a:schemeClr val="dk1"/>
                </a:solidFill>
              </a:rPr>
              <a:t> Contienen detalles descriptivos (cliente, producto, fecha, etc.).</a:t>
            </a:r>
          </a:p>
          <a:p>
            <a:pPr lvl="0">
              <a:lnSpc>
                <a:spcPct val="115000"/>
              </a:lnSpc>
              <a:spcBef>
                <a:spcPts val="1200"/>
              </a:spcBef>
              <a:buClr>
                <a:schemeClr val="dk1"/>
              </a:buClr>
              <a:buSzPts val="1100"/>
            </a:pPr>
            <a:r>
              <a:rPr lang="es-ES" sz="2800" b="1" dirty="0">
                <a:solidFill>
                  <a:schemeClr val="dk1"/>
                </a:solidFill>
              </a:rPr>
              <a:t>Ventajas:</a:t>
            </a:r>
            <a:br>
              <a:rPr lang="es-ES" sz="2800" b="1" dirty="0">
                <a:solidFill>
                  <a:schemeClr val="dk1"/>
                </a:solidFill>
              </a:rPr>
            </a:br>
            <a:r>
              <a:rPr lang="es-ES" sz="2800" dirty="0">
                <a:solidFill>
                  <a:schemeClr val="dk1"/>
                </a:solidFill>
              </a:rPr>
              <a:t> ✔ Consultas rápidas y eficientes.</a:t>
            </a:r>
            <a:br>
              <a:rPr lang="es-ES" sz="2800" dirty="0">
                <a:solidFill>
                  <a:schemeClr val="dk1"/>
                </a:solidFill>
              </a:rPr>
            </a:br>
            <a:r>
              <a:rPr lang="es-ES" sz="2800" dirty="0">
                <a:solidFill>
                  <a:schemeClr val="dk1"/>
                </a:solidFill>
              </a:rPr>
              <a:t> ✔ Fácil de entender y administrar.</a:t>
            </a:r>
            <a:br>
              <a:rPr lang="es-ES" sz="2800" dirty="0">
                <a:solidFill>
                  <a:schemeClr val="dk1"/>
                </a:solidFill>
              </a:rPr>
            </a:br>
            <a:r>
              <a:rPr lang="es-ES" sz="2800" dirty="0">
                <a:solidFill>
                  <a:schemeClr val="dk1"/>
                </a:solidFill>
              </a:rPr>
              <a:t> ✔ Compatible con herramientas de BI (</a:t>
            </a:r>
            <a:r>
              <a:rPr lang="es-ES" sz="2800" dirty="0" err="1">
                <a:solidFill>
                  <a:schemeClr val="dk1"/>
                </a:solidFill>
              </a:rPr>
              <a:t>Power</a:t>
            </a:r>
            <a:r>
              <a:rPr lang="es-ES" sz="2800" dirty="0">
                <a:solidFill>
                  <a:schemeClr val="dk1"/>
                </a:solidFill>
              </a:rPr>
              <a:t> BI, </a:t>
            </a:r>
            <a:r>
              <a:rPr lang="es-ES" sz="2800" dirty="0" err="1">
                <a:solidFill>
                  <a:schemeClr val="dk1"/>
                </a:solidFill>
              </a:rPr>
              <a:t>Tableau</a:t>
            </a:r>
            <a:r>
              <a:rPr lang="es-ES" sz="2800" dirty="0">
                <a:solidFill>
                  <a:schemeClr val="dk1"/>
                </a:solidFill>
              </a:rPr>
              <a:t>).</a:t>
            </a:r>
          </a:p>
          <a:p>
            <a:pPr lvl="0">
              <a:lnSpc>
                <a:spcPct val="115000"/>
              </a:lnSpc>
              <a:spcBef>
                <a:spcPts val="1200"/>
              </a:spcBef>
              <a:buClr>
                <a:schemeClr val="dk1"/>
              </a:buClr>
              <a:buSzPts val="1100"/>
            </a:pPr>
            <a:r>
              <a:rPr lang="es-ES" sz="2800" b="1" dirty="0">
                <a:solidFill>
                  <a:schemeClr val="dk1"/>
                </a:solidFill>
              </a:rPr>
              <a:t>Ejemplo:</a:t>
            </a:r>
            <a:br>
              <a:rPr lang="es-ES" sz="2800" b="1" dirty="0">
                <a:solidFill>
                  <a:schemeClr val="dk1"/>
                </a:solidFill>
              </a:rPr>
            </a:br>
            <a:r>
              <a:rPr lang="es-ES" sz="2800" b="1" dirty="0">
                <a:solidFill>
                  <a:schemeClr val="dk1"/>
                </a:solidFill>
              </a:rPr>
              <a:t>Tabla de Hechos:</a:t>
            </a:r>
            <a:r>
              <a:rPr lang="es-ES" sz="2800" dirty="0">
                <a:solidFill>
                  <a:schemeClr val="dk1"/>
                </a:solidFill>
              </a:rPr>
              <a:t> Ventas (monto, cantidad vendida).</a:t>
            </a:r>
            <a:br>
              <a:rPr lang="es-ES" sz="2800" dirty="0">
                <a:solidFill>
                  <a:schemeClr val="dk1"/>
                </a:solidFill>
              </a:rPr>
            </a:br>
            <a:r>
              <a:rPr lang="es-ES" sz="2800" b="1" dirty="0">
                <a:solidFill>
                  <a:schemeClr val="dk1"/>
                </a:solidFill>
              </a:rPr>
              <a:t>Tablas de Dimensiones:</a:t>
            </a:r>
            <a:r>
              <a:rPr lang="es-ES" sz="2800" dirty="0">
                <a:solidFill>
                  <a:schemeClr val="dk1"/>
                </a:solidFill>
              </a:rPr>
              <a:t> Cliente (nombre, ubicación), Producto (categoría, precio), Fecha (día, mes, año).</a:t>
            </a:r>
          </a:p>
        </p:txBody>
      </p:sp>
    </p:spTree>
    <p:extLst>
      <p:ext uri="{BB962C8B-B14F-4D97-AF65-F5344CB8AC3E}">
        <p14:creationId xmlns:p14="http://schemas.microsoft.com/office/powerpoint/2010/main" val="269619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227EB5C-56E0-362E-A00C-B6FEAD81BF7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93F27EA-2085-EBB1-72D3-3E26EC1D86A8}"/>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050" name="Picture 2" descr="Ejemplo práctico para construir un dataware house">
            <a:extLst>
              <a:ext uri="{FF2B5EF4-FFF2-40B4-BE49-F238E27FC236}">
                <a16:creationId xmlns:a16="http://schemas.microsoft.com/office/drawing/2014/main" id="{F30FC40A-832B-1822-FE1B-BCFC26B58D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104" y="302359"/>
            <a:ext cx="10293373" cy="9443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542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C826019-778C-663D-AFC7-4028F136EF1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37142D84-E238-6583-139C-1AAD695F6BDE}"/>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AutoShape 2" descr="Los data warehouses en la Business Intelligence - IONOS España">
            <a:extLst>
              <a:ext uri="{FF2B5EF4-FFF2-40B4-BE49-F238E27FC236}">
                <a16:creationId xmlns:a16="http://schemas.microsoft.com/office/drawing/2014/main" id="{CD1FB6B2-CDA7-BE5A-CBBD-A0B41FA5C93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GT"/>
          </a:p>
        </p:txBody>
      </p:sp>
      <p:sp>
        <p:nvSpPr>
          <p:cNvPr id="4" name="AutoShape 6" descr="Imagen: Ejemplo de un esquema en estrella">
            <a:extLst>
              <a:ext uri="{FF2B5EF4-FFF2-40B4-BE49-F238E27FC236}">
                <a16:creationId xmlns:a16="http://schemas.microsoft.com/office/drawing/2014/main" id="{E52537B9-324D-2FBA-E324-B2C47D512607}"/>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GT"/>
          </a:p>
        </p:txBody>
      </p:sp>
      <p:pic>
        <p:nvPicPr>
          <p:cNvPr id="6" name="Imagen 5" descr="Diagrama&#10;&#10;El contenido generado por IA puede ser incorrecto.">
            <a:extLst>
              <a:ext uri="{FF2B5EF4-FFF2-40B4-BE49-F238E27FC236}">
                <a16:creationId xmlns:a16="http://schemas.microsoft.com/office/drawing/2014/main" id="{1AC1EACB-D7AB-5813-55F1-63E3948E4A4B}"/>
              </a:ext>
            </a:extLst>
          </p:cNvPr>
          <p:cNvPicPr>
            <a:picLocks noChangeAspect="1"/>
          </p:cNvPicPr>
          <p:nvPr/>
        </p:nvPicPr>
        <p:blipFill>
          <a:blip r:embed="rId4"/>
          <a:stretch>
            <a:fillRect/>
          </a:stretch>
        </p:blipFill>
        <p:spPr>
          <a:xfrm>
            <a:off x="2047798" y="758699"/>
            <a:ext cx="10509103" cy="9072934"/>
          </a:xfrm>
          <a:prstGeom prst="rect">
            <a:avLst/>
          </a:prstGeom>
        </p:spPr>
      </p:pic>
    </p:spTree>
    <p:extLst>
      <p:ext uri="{BB962C8B-B14F-4D97-AF65-F5344CB8AC3E}">
        <p14:creationId xmlns:p14="http://schemas.microsoft.com/office/powerpoint/2010/main" val="1914797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A3D6D0F-DB01-E3B9-F1CD-E9B89B0A89CB}"/>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9E99DC98-C627-F472-9425-7F8DCE0131F4}"/>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Esquema Copo de Nieve (</a:t>
            </a:r>
            <a:r>
              <a:rPr lang="es-GT" sz="6098" b="0" i="0" u="none" strike="noStrike" cap="none" noProof="0" dirty="0" err="1">
                <a:solidFill>
                  <a:srgbClr val="131416"/>
                </a:solidFill>
                <a:latin typeface="Impact"/>
                <a:ea typeface="Impact"/>
                <a:cs typeface="Impact"/>
                <a:sym typeface="Impact"/>
              </a:rPr>
              <a:t>Snowflake</a:t>
            </a:r>
            <a:r>
              <a:rPr lang="es-GT" sz="6098" b="0" i="0" u="none" strike="noStrike" cap="none" noProof="0" dirty="0">
                <a:solidFill>
                  <a:srgbClr val="131416"/>
                </a:solidFill>
                <a:latin typeface="Impact"/>
                <a:ea typeface="Impact"/>
                <a:cs typeface="Impact"/>
                <a:sym typeface="Impact"/>
              </a:rPr>
              <a:t> </a:t>
            </a:r>
            <a:r>
              <a:rPr lang="es-GT" sz="6098" b="0" i="0" u="none" strike="noStrike" cap="none" noProof="0" dirty="0" err="1">
                <a:solidFill>
                  <a:srgbClr val="131416"/>
                </a:solidFill>
                <a:latin typeface="Impact"/>
                <a:ea typeface="Impact"/>
                <a:cs typeface="Impact"/>
                <a:sym typeface="Impact"/>
              </a:rPr>
              <a:t>Schema</a:t>
            </a:r>
            <a:r>
              <a:rPr lang="es-GT" sz="6098" b="0" i="0" u="none" strike="noStrike" cap="none" noProof="0" dirty="0">
                <a:solidFill>
                  <a:srgbClr val="131416"/>
                </a:solidFill>
                <a:latin typeface="Impact"/>
                <a:ea typeface="Impact"/>
                <a:cs typeface="Impact"/>
                <a:sym typeface="Impact"/>
              </a:rPr>
              <a:t>)</a:t>
            </a:r>
          </a:p>
        </p:txBody>
      </p:sp>
      <p:sp>
        <p:nvSpPr>
          <p:cNvPr id="156" name="Google Shape;156;p4">
            <a:extLst>
              <a:ext uri="{FF2B5EF4-FFF2-40B4-BE49-F238E27FC236}">
                <a16:creationId xmlns:a16="http://schemas.microsoft.com/office/drawing/2014/main" id="{E2F4C939-5FA1-2437-2E59-C6A59D30F528}"/>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12ABB5BB-6486-3EF3-C63D-7EDFF245AE4F}"/>
              </a:ext>
            </a:extLst>
          </p:cNvPr>
          <p:cNvSpPr txBox="1"/>
          <p:nvPr/>
        </p:nvSpPr>
        <p:spPr>
          <a:xfrm>
            <a:off x="653672" y="2886149"/>
            <a:ext cx="17041900" cy="6124754"/>
          </a:xfrm>
          <a:prstGeom prst="rect">
            <a:avLst/>
          </a:prstGeom>
          <a:noFill/>
          <a:ln>
            <a:noFill/>
          </a:ln>
        </p:spPr>
        <p:txBody>
          <a:bodyPr spcFirstLastPara="1" wrap="square" lIns="0" tIns="0" rIns="0" bIns="0" anchor="t" anchorCtr="0">
            <a:spAutoFit/>
          </a:bodyPr>
          <a:lstStyle/>
          <a:p>
            <a:pPr lvl="0" algn="just">
              <a:lnSpc>
                <a:spcPct val="115000"/>
              </a:lnSpc>
              <a:spcBef>
                <a:spcPts val="1200"/>
              </a:spcBef>
            </a:pPr>
            <a:r>
              <a:rPr lang="es-ES" sz="4000" dirty="0">
                <a:solidFill>
                  <a:schemeClr val="dk1"/>
                </a:solidFill>
              </a:rPr>
              <a:t>Es una extensión del esquema estrella donde las </a:t>
            </a:r>
            <a:r>
              <a:rPr lang="es-ES" sz="4000" b="1" dirty="0">
                <a:solidFill>
                  <a:schemeClr val="dk1"/>
                </a:solidFill>
              </a:rPr>
              <a:t>tablas de dimensiones están normalizadas</a:t>
            </a:r>
            <a:r>
              <a:rPr lang="es-ES" sz="4000" dirty="0">
                <a:solidFill>
                  <a:schemeClr val="dk1"/>
                </a:solidFill>
              </a:rPr>
              <a:t>, es decir, divididas en subtablas para reducir redundancia.</a:t>
            </a:r>
          </a:p>
          <a:p>
            <a:pPr lvl="0">
              <a:lnSpc>
                <a:spcPct val="115000"/>
              </a:lnSpc>
              <a:spcBef>
                <a:spcPts val="1200"/>
              </a:spcBef>
            </a:pPr>
            <a:r>
              <a:rPr lang="es-ES" sz="4000" b="1" dirty="0">
                <a:solidFill>
                  <a:schemeClr val="dk1"/>
                </a:solidFill>
              </a:rPr>
              <a:t>Ventajas:</a:t>
            </a:r>
            <a:br>
              <a:rPr lang="es-ES" sz="4000" b="1" dirty="0">
                <a:solidFill>
                  <a:schemeClr val="dk1"/>
                </a:solidFill>
              </a:rPr>
            </a:br>
            <a:r>
              <a:rPr lang="es-ES" sz="4000" dirty="0">
                <a:solidFill>
                  <a:schemeClr val="dk1"/>
                </a:solidFill>
              </a:rPr>
              <a:t> ✔ Ahorro de espacio y reducción de redundancia.</a:t>
            </a:r>
            <a:br>
              <a:rPr lang="es-ES" sz="4000" dirty="0">
                <a:solidFill>
                  <a:schemeClr val="dk1"/>
                </a:solidFill>
              </a:rPr>
            </a:br>
            <a:r>
              <a:rPr lang="es-ES" sz="4000" dirty="0">
                <a:solidFill>
                  <a:schemeClr val="dk1"/>
                </a:solidFill>
              </a:rPr>
              <a:t> ✔ Útil cuando hay muchas dimensiones con datos repetitivos.</a:t>
            </a:r>
          </a:p>
          <a:p>
            <a:pPr lvl="0">
              <a:lnSpc>
                <a:spcPct val="115000"/>
              </a:lnSpc>
              <a:spcBef>
                <a:spcPts val="1200"/>
              </a:spcBef>
            </a:pPr>
            <a:r>
              <a:rPr lang="es-ES" sz="4000" b="1" dirty="0">
                <a:solidFill>
                  <a:schemeClr val="dk1"/>
                </a:solidFill>
              </a:rPr>
              <a:t>Desventajas:</a:t>
            </a:r>
            <a:br>
              <a:rPr lang="es-ES" sz="4000" b="1" dirty="0">
                <a:solidFill>
                  <a:schemeClr val="dk1"/>
                </a:solidFill>
              </a:rPr>
            </a:br>
            <a:r>
              <a:rPr lang="es-ES" sz="4000" dirty="0">
                <a:solidFill>
                  <a:schemeClr val="dk1"/>
                </a:solidFill>
              </a:rPr>
              <a:t> ✔ Consultas más complejas y lentas debido a múltiples uniones de tablas</a:t>
            </a:r>
            <a:endParaRPr lang="es-GT"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619406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3A97342-BAEF-A806-E9D6-6048D3BBCD8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82904F9F-A1AF-B540-8BF5-A57D51147FB5}"/>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4100" name="Picture 4" descr="Diseño de Data Warehouse - modelo copo de nieve (snowflake schema) - mundoDB">
            <a:extLst>
              <a:ext uri="{FF2B5EF4-FFF2-40B4-BE49-F238E27FC236}">
                <a16:creationId xmlns:a16="http://schemas.microsoft.com/office/drawing/2014/main" id="{AF2DE263-F9D7-17BB-50B1-8F78B0A8A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192" y="745716"/>
            <a:ext cx="11727424" cy="8795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511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2BB04C5-A043-7F0B-CB62-CEEB9AE1F6E6}"/>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4D1DC1D6-C159-7576-3307-825DC6B4F7F5}"/>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Esquema Constelación de Hechos (</a:t>
            </a:r>
            <a:r>
              <a:rPr lang="es-ES" sz="6098" b="0" i="0" u="none" strike="noStrike" cap="none" noProof="0" dirty="0" err="1">
                <a:solidFill>
                  <a:srgbClr val="131416"/>
                </a:solidFill>
                <a:latin typeface="Impact"/>
                <a:ea typeface="Impact"/>
                <a:cs typeface="Impact"/>
                <a:sym typeface="Impact"/>
              </a:rPr>
              <a:t>Fact</a:t>
            </a:r>
            <a:r>
              <a:rPr lang="es-ES" sz="6098" b="0" i="0" u="none" strike="noStrike" cap="none" noProof="0" dirty="0">
                <a:solidFill>
                  <a:srgbClr val="131416"/>
                </a:solidFill>
                <a:latin typeface="Impact"/>
                <a:ea typeface="Impact"/>
                <a:cs typeface="Impact"/>
                <a:sym typeface="Impact"/>
              </a:rPr>
              <a:t> </a:t>
            </a:r>
            <a:r>
              <a:rPr lang="es-ES" sz="6098" b="0" i="0" u="none" strike="noStrike" cap="none" noProof="0" dirty="0" err="1">
                <a:solidFill>
                  <a:srgbClr val="131416"/>
                </a:solidFill>
                <a:latin typeface="Impact"/>
                <a:ea typeface="Impact"/>
                <a:cs typeface="Impact"/>
                <a:sym typeface="Impact"/>
              </a:rPr>
              <a:t>Constellation</a:t>
            </a:r>
            <a:r>
              <a:rPr lang="es-ES" sz="6098" b="0" i="0" u="none" strike="noStrike" cap="none" noProof="0" dirty="0">
                <a:solidFill>
                  <a:srgbClr val="131416"/>
                </a:solidFill>
                <a:latin typeface="Impact"/>
                <a:ea typeface="Impact"/>
                <a:cs typeface="Impact"/>
                <a:sym typeface="Impact"/>
              </a:rPr>
              <a:t> </a:t>
            </a:r>
            <a:r>
              <a:rPr lang="es-ES" sz="6098" b="0" i="0" u="none" strike="noStrike" cap="none" noProof="0" dirty="0" err="1">
                <a:solidFill>
                  <a:srgbClr val="131416"/>
                </a:solidFill>
                <a:latin typeface="Impact"/>
                <a:ea typeface="Impact"/>
                <a:cs typeface="Impact"/>
                <a:sym typeface="Impact"/>
              </a:rPr>
              <a:t>Schema</a:t>
            </a:r>
            <a:r>
              <a:rPr lang="es-ES" sz="6098" b="0" i="0" u="none" strike="noStrike" cap="none" noProof="0" dirty="0">
                <a:solidFill>
                  <a:srgbClr val="131416"/>
                </a:solidFill>
                <a:latin typeface="Impact"/>
                <a:ea typeface="Impact"/>
                <a:cs typeface="Impact"/>
                <a:sym typeface="Impact"/>
              </a:rPr>
              <a:t>)</a:t>
            </a:r>
          </a:p>
        </p:txBody>
      </p:sp>
      <p:sp>
        <p:nvSpPr>
          <p:cNvPr id="156" name="Google Shape;156;p4">
            <a:extLst>
              <a:ext uri="{FF2B5EF4-FFF2-40B4-BE49-F238E27FC236}">
                <a16:creationId xmlns:a16="http://schemas.microsoft.com/office/drawing/2014/main" id="{B281CE8D-C448-8429-B8A5-913868533A1B}"/>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12CF504B-1ED8-5B41-6A14-8BD3CB58CA4A}"/>
              </a:ext>
            </a:extLst>
          </p:cNvPr>
          <p:cNvSpPr txBox="1"/>
          <p:nvPr/>
        </p:nvSpPr>
        <p:spPr>
          <a:xfrm>
            <a:off x="1130190" y="3401304"/>
            <a:ext cx="16449472" cy="5416868"/>
          </a:xfrm>
          <a:prstGeom prst="rect">
            <a:avLst/>
          </a:prstGeom>
          <a:noFill/>
          <a:ln>
            <a:noFill/>
          </a:ln>
        </p:spPr>
        <p:txBody>
          <a:bodyPr spcFirstLastPara="1" wrap="square" lIns="0" tIns="0" rIns="0" bIns="0" anchor="t" anchorCtr="0">
            <a:spAutoFit/>
          </a:bodyPr>
          <a:lstStyle/>
          <a:p>
            <a:pPr lvl="0" algn="just">
              <a:lnSpc>
                <a:spcPct val="115000"/>
              </a:lnSpc>
              <a:spcBef>
                <a:spcPts val="1200"/>
              </a:spcBef>
              <a:buClr>
                <a:schemeClr val="dk1"/>
              </a:buClr>
              <a:buSzPts val="1100"/>
            </a:pPr>
            <a:r>
              <a:rPr lang="es-ES" sz="4000" dirty="0">
                <a:solidFill>
                  <a:schemeClr val="dk1"/>
                </a:solidFill>
              </a:rPr>
              <a:t>Este modelo es una combinación de varios esquemas estrella y permite que múltiples tablas de hechos compartan dimensiones comunes.</a:t>
            </a:r>
          </a:p>
          <a:p>
            <a:pPr lvl="0">
              <a:lnSpc>
                <a:spcPct val="115000"/>
              </a:lnSpc>
              <a:spcBef>
                <a:spcPts val="1200"/>
              </a:spcBef>
            </a:pPr>
            <a:r>
              <a:rPr lang="es-ES" sz="4000" b="1" dirty="0">
                <a:solidFill>
                  <a:schemeClr val="dk1"/>
                </a:solidFill>
              </a:rPr>
              <a:t>Ventajas:</a:t>
            </a:r>
            <a:br>
              <a:rPr lang="es-ES" sz="4000" b="1" dirty="0">
                <a:solidFill>
                  <a:schemeClr val="dk1"/>
                </a:solidFill>
              </a:rPr>
            </a:br>
            <a:r>
              <a:rPr lang="es-ES" sz="4000" dirty="0">
                <a:solidFill>
                  <a:schemeClr val="dk1"/>
                </a:solidFill>
              </a:rPr>
              <a:t> ✔ Permite modelar escenarios empresariales más complejos.</a:t>
            </a:r>
            <a:br>
              <a:rPr lang="es-ES" sz="4000" dirty="0">
                <a:solidFill>
                  <a:schemeClr val="dk1"/>
                </a:solidFill>
              </a:rPr>
            </a:br>
            <a:r>
              <a:rPr lang="es-ES" sz="4000" dirty="0">
                <a:solidFill>
                  <a:schemeClr val="dk1"/>
                </a:solidFill>
              </a:rPr>
              <a:t> ✔ Más flexible para análisis de múltiples procesos de negocio.</a:t>
            </a:r>
          </a:p>
          <a:p>
            <a:pPr lvl="0">
              <a:lnSpc>
                <a:spcPct val="115000"/>
              </a:lnSpc>
              <a:spcBef>
                <a:spcPts val="1200"/>
              </a:spcBef>
              <a:buClr>
                <a:schemeClr val="dk1"/>
              </a:buClr>
              <a:buSzPts val="1100"/>
            </a:pPr>
            <a:r>
              <a:rPr lang="es-ES" sz="4000" b="1" dirty="0">
                <a:solidFill>
                  <a:schemeClr val="dk1"/>
                </a:solidFill>
              </a:rPr>
              <a:t>Desventajas:</a:t>
            </a:r>
            <a:br>
              <a:rPr lang="es-ES" sz="4000" b="1" dirty="0">
                <a:solidFill>
                  <a:schemeClr val="dk1"/>
                </a:solidFill>
              </a:rPr>
            </a:br>
            <a:r>
              <a:rPr lang="es-ES" sz="4000" dirty="0">
                <a:solidFill>
                  <a:schemeClr val="dk1"/>
                </a:solidFill>
              </a:rPr>
              <a:t>  ✔ Mayor complejidad en el diseño y consultas más pesadas.</a:t>
            </a:r>
          </a:p>
        </p:txBody>
      </p:sp>
    </p:spTree>
    <p:extLst>
      <p:ext uri="{BB962C8B-B14F-4D97-AF65-F5344CB8AC3E}">
        <p14:creationId xmlns:p14="http://schemas.microsoft.com/office/powerpoint/2010/main" val="2861833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9B1A065-B36C-3508-6FB4-D815CC874C9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D172DC17-C753-258A-5F2F-6D9AD951E15C}"/>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5122" name="Picture 2" descr="Hefesto | Constelación | Dario Bernabeu eLearning">
            <a:extLst>
              <a:ext uri="{FF2B5EF4-FFF2-40B4-BE49-F238E27FC236}">
                <a16:creationId xmlns:a16="http://schemas.microsoft.com/office/drawing/2014/main" id="{D3679E65-AA2E-9252-862D-695115F26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155" y="1562367"/>
            <a:ext cx="13589379" cy="706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033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18372A6-127B-F715-9F0D-F56442A6005D}"/>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0135200B-0E4C-6584-3B8A-A9EB305444A9}"/>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pt-BR" sz="6098" b="0" i="0" u="none" strike="noStrike" cap="none" noProof="0" dirty="0" err="1">
                <a:solidFill>
                  <a:srgbClr val="131416"/>
                </a:solidFill>
                <a:latin typeface="Impact"/>
                <a:ea typeface="Impact"/>
                <a:cs typeface="Impact"/>
                <a:sym typeface="Impact"/>
              </a:rPr>
              <a:t>Herramientas</a:t>
            </a:r>
            <a:r>
              <a:rPr lang="pt-BR" sz="6098" b="0" i="0" u="none" strike="noStrike" cap="none" noProof="0" dirty="0">
                <a:solidFill>
                  <a:srgbClr val="131416"/>
                </a:solidFill>
                <a:latin typeface="Impact"/>
                <a:ea typeface="Impact"/>
                <a:cs typeface="Impact"/>
                <a:sym typeface="Impact"/>
              </a:rPr>
              <a:t> Populares para Data </a:t>
            </a:r>
            <a:r>
              <a:rPr lang="pt-BR" sz="6098" b="0" i="0" u="none" strike="noStrike" cap="none" noProof="0" dirty="0" err="1">
                <a:solidFill>
                  <a:srgbClr val="131416"/>
                </a:solidFill>
                <a:latin typeface="Impact"/>
                <a:ea typeface="Impact"/>
                <a:cs typeface="Impact"/>
                <a:sym typeface="Impact"/>
              </a:rPr>
              <a:t>Warehousing</a:t>
            </a:r>
            <a:endParaRPr lang="pt-BR"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1EAE57BD-95BA-BA39-9CFD-509E26B4F11D}"/>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5D1EABEA-323C-00EE-0141-B64DF5B9647A}"/>
              </a:ext>
            </a:extLst>
          </p:cNvPr>
          <p:cNvSpPr txBox="1"/>
          <p:nvPr/>
        </p:nvSpPr>
        <p:spPr>
          <a:xfrm>
            <a:off x="1374889" y="3594487"/>
            <a:ext cx="16385077" cy="3770263"/>
          </a:xfrm>
          <a:prstGeom prst="rect">
            <a:avLst/>
          </a:prstGeom>
          <a:noFill/>
          <a:ln>
            <a:noFill/>
          </a:ln>
        </p:spPr>
        <p:txBody>
          <a:bodyPr spcFirstLastPara="1" wrap="square" lIns="0" tIns="0" rIns="0" bIns="0" anchor="t" anchorCtr="0">
            <a:spAutoFit/>
          </a:bodyPr>
          <a:lstStyle/>
          <a:p>
            <a:pPr marL="457200" lvl="0" indent="-342900">
              <a:lnSpc>
                <a:spcPct val="115000"/>
              </a:lnSpc>
              <a:spcBef>
                <a:spcPts val="1800"/>
              </a:spcBef>
              <a:buClr>
                <a:schemeClr val="dk1"/>
              </a:buClr>
              <a:buSzPts val="1800"/>
              <a:buChar char="●"/>
            </a:pPr>
            <a:r>
              <a:rPr lang="es-GT" sz="4000" b="1" dirty="0">
                <a:solidFill>
                  <a:schemeClr val="dk1"/>
                </a:solidFill>
              </a:rPr>
              <a:t>Amazon </a:t>
            </a:r>
            <a:r>
              <a:rPr lang="es-GT" sz="4000" b="1" dirty="0" err="1">
                <a:solidFill>
                  <a:schemeClr val="dk1"/>
                </a:solidFill>
              </a:rPr>
              <a:t>Redshift</a:t>
            </a:r>
            <a:r>
              <a:rPr lang="es-GT" sz="4000" b="1" dirty="0">
                <a:solidFill>
                  <a:schemeClr val="dk1"/>
                </a:solidFill>
              </a:rPr>
              <a:t> – </a:t>
            </a:r>
            <a:r>
              <a:rPr lang="es-GT" sz="4000" dirty="0">
                <a:solidFill>
                  <a:schemeClr val="dk1"/>
                </a:solidFill>
              </a:rPr>
              <a:t>Solución escalable en la nube.</a:t>
            </a:r>
          </a:p>
          <a:p>
            <a:pPr marL="457200" lvl="0" indent="-342900">
              <a:lnSpc>
                <a:spcPct val="115000"/>
              </a:lnSpc>
              <a:buClr>
                <a:schemeClr val="dk1"/>
              </a:buClr>
              <a:buSzPts val="1800"/>
              <a:buChar char="●"/>
            </a:pPr>
            <a:r>
              <a:rPr lang="es-GT" sz="4000" b="1" dirty="0">
                <a:solidFill>
                  <a:schemeClr val="dk1"/>
                </a:solidFill>
              </a:rPr>
              <a:t>Google </a:t>
            </a:r>
            <a:r>
              <a:rPr lang="es-GT" sz="4000" b="1" dirty="0" err="1">
                <a:solidFill>
                  <a:schemeClr val="dk1"/>
                </a:solidFill>
              </a:rPr>
              <a:t>BigQuery</a:t>
            </a:r>
            <a:r>
              <a:rPr lang="es-GT" sz="4000" b="1" dirty="0">
                <a:solidFill>
                  <a:schemeClr val="dk1"/>
                </a:solidFill>
              </a:rPr>
              <a:t> – </a:t>
            </a:r>
            <a:r>
              <a:rPr lang="es-GT" sz="4000" dirty="0">
                <a:solidFill>
                  <a:schemeClr val="dk1"/>
                </a:solidFill>
              </a:rPr>
              <a:t>Análisis rápido y eficiente con Big Data.</a:t>
            </a:r>
          </a:p>
          <a:p>
            <a:pPr marL="457200" lvl="0" indent="-342900">
              <a:lnSpc>
                <a:spcPct val="115000"/>
              </a:lnSpc>
              <a:buClr>
                <a:schemeClr val="dk1"/>
              </a:buClr>
              <a:buSzPts val="1800"/>
              <a:buChar char="●"/>
            </a:pPr>
            <a:r>
              <a:rPr lang="es-GT" sz="4000" b="1" dirty="0">
                <a:solidFill>
                  <a:schemeClr val="dk1"/>
                </a:solidFill>
              </a:rPr>
              <a:t>Microsoft Azure </a:t>
            </a:r>
            <a:r>
              <a:rPr lang="es-GT" sz="4000" b="1" dirty="0" err="1">
                <a:solidFill>
                  <a:schemeClr val="dk1"/>
                </a:solidFill>
              </a:rPr>
              <a:t>Synapse</a:t>
            </a:r>
            <a:r>
              <a:rPr lang="es-GT" sz="4000" b="1" dirty="0">
                <a:solidFill>
                  <a:schemeClr val="dk1"/>
                </a:solidFill>
              </a:rPr>
              <a:t> </a:t>
            </a:r>
            <a:r>
              <a:rPr lang="es-GT" sz="4000" b="1" dirty="0" err="1">
                <a:solidFill>
                  <a:schemeClr val="dk1"/>
                </a:solidFill>
              </a:rPr>
              <a:t>Analytics</a:t>
            </a:r>
            <a:r>
              <a:rPr lang="es-GT" sz="4000" b="1" dirty="0">
                <a:solidFill>
                  <a:schemeClr val="dk1"/>
                </a:solidFill>
              </a:rPr>
              <a:t> – </a:t>
            </a:r>
            <a:r>
              <a:rPr lang="es-GT" sz="4000" dirty="0">
                <a:solidFill>
                  <a:schemeClr val="dk1"/>
                </a:solidFill>
              </a:rPr>
              <a:t>Integración con herramientas de BI.</a:t>
            </a:r>
          </a:p>
          <a:p>
            <a:pPr marL="457200" lvl="0" indent="-342900">
              <a:lnSpc>
                <a:spcPct val="115000"/>
              </a:lnSpc>
              <a:buClr>
                <a:schemeClr val="dk1"/>
              </a:buClr>
              <a:buSzPts val="1800"/>
              <a:buChar char="●"/>
            </a:pPr>
            <a:r>
              <a:rPr lang="es-GT" sz="4000" b="1" dirty="0" err="1">
                <a:solidFill>
                  <a:schemeClr val="dk1"/>
                </a:solidFill>
              </a:rPr>
              <a:t>Snowflake</a:t>
            </a:r>
            <a:r>
              <a:rPr lang="es-GT" sz="4000" b="1" dirty="0">
                <a:solidFill>
                  <a:schemeClr val="dk1"/>
                </a:solidFill>
              </a:rPr>
              <a:t> – </a:t>
            </a:r>
            <a:r>
              <a:rPr lang="es-GT" sz="4000" dirty="0">
                <a:solidFill>
                  <a:schemeClr val="dk1"/>
                </a:solidFill>
              </a:rPr>
              <a:t>Plataforma en la nube con alta disponibilidad.</a:t>
            </a:r>
          </a:p>
        </p:txBody>
      </p:sp>
    </p:spTree>
    <p:extLst>
      <p:ext uri="{BB962C8B-B14F-4D97-AF65-F5344CB8AC3E}">
        <p14:creationId xmlns:p14="http://schemas.microsoft.com/office/powerpoint/2010/main" val="4014276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196EA20-30E5-27ED-2DE9-2566599BA1CD}"/>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A7F5B6E5-07EA-D2BE-6BED-961105887120}"/>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Tipos de Datos de Data </a:t>
            </a:r>
            <a:r>
              <a:rPr lang="es-ES" sz="6098" b="0" i="0" u="none" strike="noStrike" cap="none" noProof="0" dirty="0" err="1">
                <a:solidFill>
                  <a:srgbClr val="131416"/>
                </a:solidFill>
                <a:latin typeface="Impact"/>
                <a:ea typeface="Impact"/>
                <a:cs typeface="Impact"/>
                <a:sym typeface="Impact"/>
              </a:rPr>
              <a:t>Warehouse</a:t>
            </a:r>
            <a:endParaRPr lang="es-ES"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FCDD9E12-1D53-61FC-83D6-A44CB58B6331}"/>
              </a:ext>
            </a:extLst>
          </p:cNvPr>
          <p:cNvSpPr/>
          <p:nvPr/>
        </p:nvSpPr>
        <p:spPr>
          <a:xfrm>
            <a:off x="14141004" y="6310648"/>
            <a:ext cx="3700840" cy="3728160"/>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36937721-4CDE-2845-7ADC-6960DD053F35}"/>
              </a:ext>
            </a:extLst>
          </p:cNvPr>
          <p:cNvSpPr txBox="1"/>
          <p:nvPr/>
        </p:nvSpPr>
        <p:spPr>
          <a:xfrm>
            <a:off x="1091554" y="2373511"/>
            <a:ext cx="16333562" cy="5539978"/>
          </a:xfrm>
          <a:prstGeom prst="rect">
            <a:avLst/>
          </a:prstGeom>
          <a:noFill/>
          <a:ln>
            <a:noFill/>
          </a:ln>
        </p:spPr>
        <p:txBody>
          <a:bodyPr spcFirstLastPara="1" wrap="square" lIns="0" tIns="0" rIns="0" bIns="0" anchor="t" anchorCtr="0">
            <a:spAutoFit/>
          </a:bodyPr>
          <a:lstStyle/>
          <a:p>
            <a:pPr lvl="0" algn="ctr"/>
            <a:r>
              <a:rPr lang="es-ES" sz="4000" b="1" dirty="0">
                <a:solidFill>
                  <a:schemeClr val="dk1"/>
                </a:solidFill>
              </a:rPr>
              <a:t>Enterprise Data </a:t>
            </a:r>
            <a:r>
              <a:rPr lang="es-ES" sz="4000" b="1" dirty="0" err="1">
                <a:solidFill>
                  <a:schemeClr val="dk1"/>
                </a:solidFill>
              </a:rPr>
              <a:t>Warehouse</a:t>
            </a:r>
            <a:r>
              <a:rPr lang="es-ES" sz="4000" dirty="0">
                <a:solidFill>
                  <a:schemeClr val="dk1"/>
                </a:solidFill>
              </a:rPr>
              <a:t> </a:t>
            </a:r>
          </a:p>
          <a:p>
            <a:pPr lvl="0" algn="ctr"/>
            <a:endParaRPr lang="es-ES" sz="4000" dirty="0">
              <a:solidFill>
                <a:schemeClr val="dk1"/>
              </a:solidFill>
            </a:endParaRPr>
          </a:p>
          <a:p>
            <a:pPr lvl="0" algn="ctr">
              <a:buClr>
                <a:schemeClr val="dk1"/>
              </a:buClr>
              <a:buSzPts val="1100"/>
            </a:pPr>
            <a:endParaRPr lang="es-ES" sz="4000" dirty="0">
              <a:solidFill>
                <a:schemeClr val="dk1"/>
              </a:solidFill>
            </a:endParaRPr>
          </a:p>
          <a:p>
            <a:pPr lvl="0" algn="just">
              <a:buClr>
                <a:schemeClr val="dk1"/>
              </a:buClr>
              <a:buSzPts val="1100"/>
            </a:pPr>
            <a:r>
              <a:rPr lang="es-ES" sz="4000" dirty="0">
                <a:solidFill>
                  <a:schemeClr val="dk1"/>
                </a:solidFill>
              </a:rPr>
              <a:t>Es un almacenamiento de datos centralizado, unifica toda la información de una organización para que toda la empresa pueda tener acceso. Ofrece un servicio en el que apoya la toma de decisiones en la empresa. Se enfoca principalmente en organizar y representar los datos, también se obtiene la capacidad de clasificar los datos según el usuario y dar acceso de acuerdo a las restricciones internas.</a:t>
            </a:r>
          </a:p>
        </p:txBody>
      </p:sp>
    </p:spTree>
    <p:extLst>
      <p:ext uri="{BB962C8B-B14F-4D97-AF65-F5344CB8AC3E}">
        <p14:creationId xmlns:p14="http://schemas.microsoft.com/office/powerpoint/2010/main" val="3473450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01DAFA6-A242-1E3E-FA8D-48486DEC03F2}"/>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4AC94A39-7410-A6F6-C5EC-A57D29CB19AC}"/>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25;g2d8fa948c4e_0_29">
            <a:extLst>
              <a:ext uri="{FF2B5EF4-FFF2-40B4-BE49-F238E27FC236}">
                <a16:creationId xmlns:a16="http://schemas.microsoft.com/office/drawing/2014/main" id="{12F9D10B-B3C4-F818-B996-70C4A655BC52}"/>
              </a:ext>
            </a:extLst>
          </p:cNvPr>
          <p:cNvPicPr preferRelativeResize="0"/>
          <p:nvPr/>
        </p:nvPicPr>
        <p:blipFill>
          <a:blip r:embed="rId4">
            <a:alphaModFix/>
          </a:blip>
          <a:stretch>
            <a:fillRect/>
          </a:stretch>
        </p:blipFill>
        <p:spPr>
          <a:xfrm>
            <a:off x="2099683" y="1391420"/>
            <a:ext cx="14629974" cy="7123117"/>
          </a:xfrm>
          <a:prstGeom prst="rect">
            <a:avLst/>
          </a:prstGeom>
          <a:noFill/>
          <a:ln>
            <a:noFill/>
          </a:ln>
        </p:spPr>
      </p:pic>
    </p:spTree>
    <p:extLst>
      <p:ext uri="{BB962C8B-B14F-4D97-AF65-F5344CB8AC3E}">
        <p14:creationId xmlns:p14="http://schemas.microsoft.com/office/powerpoint/2010/main" val="1200842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66485DA-2BFE-C00E-E8D9-421D371655B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2820AFC-2247-6BDC-B84C-CFEFDD6DAD2F}"/>
              </a:ext>
            </a:extLst>
          </p:cNvPr>
          <p:cNvSpPr/>
          <p:nvPr/>
        </p:nvSpPr>
        <p:spPr>
          <a:xfrm>
            <a:off x="14437217" y="6645499"/>
            <a:ext cx="3636446" cy="3264520"/>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4330D93D-1657-4CEE-4795-BC60DC8378A0}"/>
              </a:ext>
            </a:extLst>
          </p:cNvPr>
          <p:cNvSpPr txBox="1"/>
          <p:nvPr/>
        </p:nvSpPr>
        <p:spPr>
          <a:xfrm>
            <a:off x="711804" y="1028700"/>
            <a:ext cx="16864392" cy="7386638"/>
          </a:xfrm>
          <a:prstGeom prst="rect">
            <a:avLst/>
          </a:prstGeom>
          <a:noFill/>
          <a:ln>
            <a:noFill/>
          </a:ln>
        </p:spPr>
        <p:txBody>
          <a:bodyPr spcFirstLastPara="1" wrap="square" lIns="0" tIns="0" rIns="0" bIns="0" anchor="t" anchorCtr="0">
            <a:spAutoFit/>
          </a:bodyPr>
          <a:lstStyle/>
          <a:p>
            <a:pPr lvl="0" algn="ctr"/>
            <a:r>
              <a:rPr lang="es-ES" sz="4000" b="1" dirty="0" err="1">
                <a:solidFill>
                  <a:schemeClr val="dk1"/>
                </a:solidFill>
              </a:rPr>
              <a:t>Operational</a:t>
            </a:r>
            <a:r>
              <a:rPr lang="es-ES" sz="4000" b="1" dirty="0">
                <a:solidFill>
                  <a:schemeClr val="dk1"/>
                </a:solidFill>
              </a:rPr>
              <a:t> Data Store (ODS)</a:t>
            </a:r>
          </a:p>
          <a:p>
            <a:pPr lvl="0" algn="ctr"/>
            <a:endParaRPr lang="es-ES" sz="4000" b="1" dirty="0">
              <a:solidFill>
                <a:schemeClr val="dk1"/>
              </a:solidFill>
            </a:endParaRPr>
          </a:p>
          <a:p>
            <a:pPr lvl="0"/>
            <a:endParaRPr lang="es-ES" sz="4000" dirty="0">
              <a:solidFill>
                <a:schemeClr val="dk1"/>
              </a:solidFill>
            </a:endParaRPr>
          </a:p>
          <a:p>
            <a:pPr lvl="0" algn="just">
              <a:buClr>
                <a:schemeClr val="dk1"/>
              </a:buClr>
              <a:buSzPts val="1100"/>
            </a:pPr>
            <a:r>
              <a:rPr lang="es-ES" sz="4000" dirty="0">
                <a:solidFill>
                  <a:schemeClr val="dk1"/>
                </a:solidFill>
              </a:rPr>
              <a:t>También conocido como ODS, es un almacén de datos, que cuando el almacenamiento de datos y los sistemas OLTP no admiten las necesidades de los informes de las organizaciones. En ODS, todo el almacenamiento de datos se actualiza en tiempo real y/o con baja latencia de actualización, y por eso mismo se utiliza habitualmente para actividades rutinarias, como es el almacenamiento de registros de la operación de la empresa y transacciones de venta. En pocas palabras, es un tipo de base de datos que se utiliza habitualmente como un área lógica provisional para un almacén de datos.</a:t>
            </a:r>
          </a:p>
        </p:txBody>
      </p:sp>
    </p:spTree>
    <p:extLst>
      <p:ext uri="{BB962C8B-B14F-4D97-AF65-F5344CB8AC3E}">
        <p14:creationId xmlns:p14="http://schemas.microsoft.com/office/powerpoint/2010/main" val="807950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F116D83-FE4D-975D-BA84-0CA87D783F1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73AA3D78-E716-5C46-1740-D3B9FC796510}"/>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37;g2d8fa948c4e_0_33">
            <a:extLst>
              <a:ext uri="{FF2B5EF4-FFF2-40B4-BE49-F238E27FC236}">
                <a16:creationId xmlns:a16="http://schemas.microsoft.com/office/drawing/2014/main" id="{D7AC79D5-AEAB-9E5B-8496-813B6B0F6B81}"/>
              </a:ext>
            </a:extLst>
          </p:cNvPr>
          <p:cNvPicPr preferRelativeResize="0"/>
          <p:nvPr/>
        </p:nvPicPr>
        <p:blipFill>
          <a:blip r:embed="rId4">
            <a:alphaModFix/>
          </a:blip>
          <a:stretch>
            <a:fillRect/>
          </a:stretch>
        </p:blipFill>
        <p:spPr>
          <a:xfrm>
            <a:off x="1347853" y="1271374"/>
            <a:ext cx="14737860" cy="7744252"/>
          </a:xfrm>
          <a:prstGeom prst="rect">
            <a:avLst/>
          </a:prstGeom>
          <a:noFill/>
          <a:ln>
            <a:noFill/>
          </a:ln>
        </p:spPr>
      </p:pic>
    </p:spTree>
    <p:extLst>
      <p:ext uri="{BB962C8B-B14F-4D97-AF65-F5344CB8AC3E}">
        <p14:creationId xmlns:p14="http://schemas.microsoft.com/office/powerpoint/2010/main" val="714728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4039595-A832-171E-3D55-6F4D59C05D93}"/>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76D03AA6-6857-3A17-8BA7-F776C1C82F88}"/>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Data </a:t>
            </a:r>
            <a:r>
              <a:rPr lang="es-GT" sz="6098" b="0" i="0" u="none" strike="noStrike" cap="none" noProof="0" dirty="0" err="1">
                <a:solidFill>
                  <a:srgbClr val="131416"/>
                </a:solidFill>
                <a:latin typeface="Impact"/>
                <a:ea typeface="Impact"/>
                <a:cs typeface="Impact"/>
                <a:sym typeface="Impact"/>
              </a:rPr>
              <a:t>Mart</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2521E294-71F6-9599-B15E-80C83F04F60F}"/>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26435CCC-9614-0D1C-E1F9-760C5AD40EC8}"/>
              </a:ext>
            </a:extLst>
          </p:cNvPr>
          <p:cNvSpPr txBox="1"/>
          <p:nvPr/>
        </p:nvSpPr>
        <p:spPr>
          <a:xfrm>
            <a:off x="679430" y="2126295"/>
            <a:ext cx="17157809" cy="5539978"/>
          </a:xfrm>
          <a:prstGeom prst="rect">
            <a:avLst/>
          </a:prstGeom>
          <a:noFill/>
          <a:ln>
            <a:noFill/>
          </a:ln>
        </p:spPr>
        <p:txBody>
          <a:bodyPr spcFirstLastPara="1" wrap="square" lIns="0" tIns="0" rIns="0" bIns="0" anchor="t" anchorCtr="0">
            <a:spAutoFit/>
          </a:bodyPr>
          <a:lstStyle/>
          <a:p>
            <a:pPr lvl="0" algn="just">
              <a:buClr>
                <a:schemeClr val="dk1"/>
              </a:buClr>
              <a:buSzPts val="1100"/>
            </a:pPr>
            <a:r>
              <a:rPr lang="es-ES" sz="4000" dirty="0">
                <a:solidFill>
                  <a:schemeClr val="dk1"/>
                </a:solidFill>
              </a:rPr>
              <a:t>Un Data </a:t>
            </a:r>
            <a:r>
              <a:rPr lang="es-ES" sz="4000" dirty="0" err="1">
                <a:solidFill>
                  <a:schemeClr val="dk1"/>
                </a:solidFill>
              </a:rPr>
              <a:t>Mart</a:t>
            </a:r>
            <a:r>
              <a:rPr lang="es-ES" sz="4000" dirty="0">
                <a:solidFill>
                  <a:schemeClr val="dk1"/>
                </a:solidFill>
              </a:rPr>
              <a:t> es un subconjunto del almacenamiento de datos orientado a un área específica, también conocido como base de información departamental. Está especialmente diseñado para una línea de negocio particular, como ventas o finanzas. En un Data </a:t>
            </a:r>
            <a:r>
              <a:rPr lang="es-ES" sz="4000" dirty="0" err="1">
                <a:solidFill>
                  <a:schemeClr val="dk1"/>
                </a:solidFill>
              </a:rPr>
              <a:t>Mart</a:t>
            </a:r>
            <a:r>
              <a:rPr lang="es-ES" sz="4000" dirty="0">
                <a:solidFill>
                  <a:schemeClr val="dk1"/>
                </a:solidFill>
              </a:rPr>
              <a:t> independiente, los datos pueden recopilarse directamente de las fuentes. Tiene diversas funciones como organizar la información para posteriormente analizarla, realizar indicadores (KPI), evaluar los objetivos del sector que se está analizando, etc. El objetivo es realizar un análisis detallado sobre lo que ocurre en un negocio.</a:t>
            </a:r>
          </a:p>
        </p:txBody>
      </p:sp>
    </p:spTree>
    <p:extLst>
      <p:ext uri="{BB962C8B-B14F-4D97-AF65-F5344CB8AC3E}">
        <p14:creationId xmlns:p14="http://schemas.microsoft.com/office/powerpoint/2010/main" val="3885785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C625673-01D1-ACBC-7795-D9BEEB0717C1}"/>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630ADBD-CB4D-FADC-17AB-F653C08D863C}"/>
              </a:ext>
            </a:extLst>
          </p:cNvPr>
          <p:cNvSpPr/>
          <p:nvPr/>
        </p:nvSpPr>
        <p:spPr>
          <a:xfrm>
            <a:off x="14308427" y="6297768"/>
            <a:ext cx="3584931" cy="357361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50;g2d8fa948c4e_0_41">
            <a:extLst>
              <a:ext uri="{FF2B5EF4-FFF2-40B4-BE49-F238E27FC236}">
                <a16:creationId xmlns:a16="http://schemas.microsoft.com/office/drawing/2014/main" id="{37FD4585-8556-F7BD-D806-45D9AD1DD9A7}"/>
              </a:ext>
            </a:extLst>
          </p:cNvPr>
          <p:cNvPicPr preferRelativeResize="0"/>
          <p:nvPr/>
        </p:nvPicPr>
        <p:blipFill>
          <a:blip r:embed="rId4">
            <a:alphaModFix/>
          </a:blip>
          <a:stretch>
            <a:fillRect/>
          </a:stretch>
        </p:blipFill>
        <p:spPr>
          <a:xfrm>
            <a:off x="1427979" y="1674388"/>
            <a:ext cx="15432041" cy="6593849"/>
          </a:xfrm>
          <a:prstGeom prst="rect">
            <a:avLst/>
          </a:prstGeom>
          <a:noFill/>
          <a:ln>
            <a:noFill/>
          </a:ln>
        </p:spPr>
      </p:pic>
    </p:spTree>
    <p:extLst>
      <p:ext uri="{BB962C8B-B14F-4D97-AF65-F5344CB8AC3E}">
        <p14:creationId xmlns:p14="http://schemas.microsoft.com/office/powerpoint/2010/main" val="29539856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40E108D-EEBD-8618-0F02-28FE8D1375CE}"/>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A8EDE2B1-4EA5-99DC-C71F-9BC766C3B805}"/>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Data Lake</a:t>
            </a:r>
          </a:p>
        </p:txBody>
      </p:sp>
      <p:sp>
        <p:nvSpPr>
          <p:cNvPr id="156" name="Google Shape;156;p4">
            <a:extLst>
              <a:ext uri="{FF2B5EF4-FFF2-40B4-BE49-F238E27FC236}">
                <a16:creationId xmlns:a16="http://schemas.microsoft.com/office/drawing/2014/main" id="{7144D6F4-3307-0C26-BB8B-6A877D7E9910}"/>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38E2AC4E-AE36-9706-38F5-1536E1DA353A}"/>
              </a:ext>
            </a:extLst>
          </p:cNvPr>
          <p:cNvSpPr txBox="1"/>
          <p:nvPr/>
        </p:nvSpPr>
        <p:spPr>
          <a:xfrm>
            <a:off x="821696" y="2681287"/>
            <a:ext cx="16667814" cy="3693319"/>
          </a:xfrm>
          <a:prstGeom prst="rect">
            <a:avLst/>
          </a:prstGeom>
          <a:noFill/>
          <a:ln>
            <a:noFill/>
          </a:ln>
        </p:spPr>
        <p:txBody>
          <a:bodyPr spcFirstLastPara="1" wrap="square" lIns="0" tIns="0" rIns="0" bIns="0" anchor="t" anchorCtr="0">
            <a:spAutoFit/>
          </a:bodyPr>
          <a:lstStyle/>
          <a:p>
            <a:pPr lvl="0" algn="just">
              <a:buClr>
                <a:schemeClr val="dk1"/>
              </a:buClr>
              <a:buSzPts val="1100"/>
            </a:pPr>
            <a:r>
              <a:rPr lang="es-ES" sz="4000" dirty="0">
                <a:solidFill>
                  <a:schemeClr val="dk1"/>
                </a:solidFill>
              </a:rPr>
              <a:t>Es un repositorio centrado en almacenar gran cantidad de datos estructurados y sin estructurar sin importar su escala. Permite almacenar los datos tal cual vienen sin necesidad de ser estructurados. Ejecuta diferentes tipos de análisis, </a:t>
            </a:r>
            <a:r>
              <a:rPr lang="es-ES" sz="4000" dirty="0" err="1">
                <a:solidFill>
                  <a:schemeClr val="dk1"/>
                </a:solidFill>
              </a:rPr>
              <a:t>dashboards</a:t>
            </a:r>
            <a:r>
              <a:rPr lang="es-ES" sz="4000" dirty="0">
                <a:solidFill>
                  <a:schemeClr val="dk1"/>
                </a:solidFill>
              </a:rPr>
              <a:t> y visualizaciones, además de generar procesos de </a:t>
            </a:r>
            <a:r>
              <a:rPr lang="es-ES" sz="4000" dirty="0" err="1">
                <a:solidFill>
                  <a:schemeClr val="dk1"/>
                </a:solidFill>
              </a:rPr>
              <a:t>big</a:t>
            </a:r>
            <a:r>
              <a:rPr lang="es-ES" sz="4000" dirty="0">
                <a:solidFill>
                  <a:schemeClr val="dk1"/>
                </a:solidFill>
              </a:rPr>
              <a:t> data, análisis en tiempo real y de Machine </a:t>
            </a:r>
            <a:r>
              <a:rPr lang="es-ES" sz="4000" dirty="0" err="1">
                <a:solidFill>
                  <a:schemeClr val="dk1"/>
                </a:solidFill>
              </a:rPr>
              <a:t>Learning</a:t>
            </a:r>
            <a:r>
              <a:rPr lang="es-ES" sz="4000" dirty="0">
                <a:solidFill>
                  <a:schemeClr val="dk1"/>
                </a:solidFill>
              </a:rPr>
              <a:t> que facilitan la toma de decisiones.</a:t>
            </a:r>
          </a:p>
        </p:txBody>
      </p:sp>
    </p:spTree>
    <p:extLst>
      <p:ext uri="{BB962C8B-B14F-4D97-AF65-F5344CB8AC3E}">
        <p14:creationId xmlns:p14="http://schemas.microsoft.com/office/powerpoint/2010/main" val="3423820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3E99238-6377-C2AE-A163-B701E75F6C0D}"/>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8ED9258D-2995-5DBD-38F4-CE35651B725B}"/>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63;g339a09cea51_0_0">
            <a:extLst>
              <a:ext uri="{FF2B5EF4-FFF2-40B4-BE49-F238E27FC236}">
                <a16:creationId xmlns:a16="http://schemas.microsoft.com/office/drawing/2014/main" id="{55112FF9-9A9B-A5CD-0FE8-47E9FD156198}"/>
              </a:ext>
            </a:extLst>
          </p:cNvPr>
          <p:cNvPicPr preferRelativeResize="0"/>
          <p:nvPr/>
        </p:nvPicPr>
        <p:blipFill>
          <a:blip r:embed="rId4">
            <a:alphaModFix/>
          </a:blip>
          <a:stretch>
            <a:fillRect/>
          </a:stretch>
        </p:blipFill>
        <p:spPr>
          <a:xfrm>
            <a:off x="1721340" y="2100827"/>
            <a:ext cx="15085590" cy="6849989"/>
          </a:xfrm>
          <a:prstGeom prst="rect">
            <a:avLst/>
          </a:prstGeom>
          <a:noFill/>
          <a:ln>
            <a:noFill/>
          </a:ln>
        </p:spPr>
      </p:pic>
    </p:spTree>
    <p:extLst>
      <p:ext uri="{BB962C8B-B14F-4D97-AF65-F5344CB8AC3E}">
        <p14:creationId xmlns:p14="http://schemas.microsoft.com/office/powerpoint/2010/main" val="1257489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4789D3B-9F1C-D0DE-662A-8AC00FFFF99D}"/>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E9519AC8-2250-F5BE-357F-BCE394FF44EF}"/>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Flujo de Integración Data </a:t>
            </a:r>
            <a:r>
              <a:rPr lang="es-ES" sz="6098" b="0" i="0" u="none" strike="noStrike" cap="none" noProof="0" dirty="0" err="1">
                <a:solidFill>
                  <a:srgbClr val="131416"/>
                </a:solidFill>
                <a:latin typeface="Impact"/>
                <a:ea typeface="Impact"/>
                <a:cs typeface="Impact"/>
                <a:sym typeface="Impact"/>
              </a:rPr>
              <a:t>Warehouse</a:t>
            </a:r>
            <a:endParaRPr lang="es-ES"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F222284C-0022-80CE-06EE-2F1D977C7B2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FAC2AD0D-1935-2C8C-4CCF-41F57A910CA0}"/>
              </a:ext>
            </a:extLst>
          </p:cNvPr>
          <p:cNvSpPr txBox="1"/>
          <p:nvPr/>
        </p:nvSpPr>
        <p:spPr>
          <a:xfrm>
            <a:off x="821696" y="1894476"/>
            <a:ext cx="16693572" cy="7454605"/>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ES" sz="2800" b="0" i="0" u="none" strike="noStrike" cap="none" noProof="0" dirty="0">
                <a:solidFill>
                  <a:srgbClr val="131416"/>
                </a:solidFill>
                <a:latin typeface="Arial"/>
                <a:ea typeface="Arial"/>
                <a:cs typeface="Arial"/>
                <a:sym typeface="Arial"/>
              </a:rPr>
              <a:t>Todas las estructuras de datos son importantes y cuentan con una gran funcionalidad según sus respectivos propósitos y perfiles de usuario. Por lo que es necesario comprender las diferencias y similitudes de cada una, para así poder identificar cual se adapta mejor a las necesidades de cada empresa o bien si se requiere de una estructura de Data </a:t>
            </a:r>
            <a:r>
              <a:rPr lang="es-ES" sz="2800" b="0" i="0" u="none" strike="noStrike" cap="none" noProof="0" dirty="0" err="1">
                <a:solidFill>
                  <a:srgbClr val="131416"/>
                </a:solidFill>
                <a:latin typeface="Arial"/>
                <a:ea typeface="Arial"/>
                <a:cs typeface="Arial"/>
                <a:sym typeface="Arial"/>
              </a:rPr>
              <a:t>Warehouse</a:t>
            </a:r>
            <a:r>
              <a:rPr lang="es-ES" sz="2800" b="0" i="0" u="none" strike="noStrike" cap="none" noProof="0" dirty="0">
                <a:solidFill>
                  <a:srgbClr val="131416"/>
                </a:solidFill>
                <a:latin typeface="Arial"/>
                <a:ea typeface="Arial"/>
                <a:cs typeface="Arial"/>
                <a:sym typeface="Arial"/>
              </a:rPr>
              <a:t> íntegra para satisfacer los requerimientos.</a:t>
            </a:r>
          </a:p>
          <a:p>
            <a:pPr marL="0" marR="0" lvl="0" indent="0" algn="l" rtl="0">
              <a:lnSpc>
                <a:spcPct val="173070"/>
              </a:lnSpc>
              <a:spcBef>
                <a:spcPts val="0"/>
              </a:spcBef>
              <a:spcAft>
                <a:spcPts val="0"/>
              </a:spcAft>
              <a:buClr>
                <a:srgbClr val="000000"/>
              </a:buClr>
              <a:buSzPts val="3925"/>
              <a:buFont typeface="Arial"/>
              <a:buNone/>
            </a:pPr>
            <a:endParaRPr lang="es-ES" sz="2800" b="0" i="0" u="none" strike="noStrike" cap="none" noProof="0" dirty="0">
              <a:solidFill>
                <a:srgbClr val="131416"/>
              </a:solidFill>
              <a:latin typeface="Arial"/>
              <a:ea typeface="Arial"/>
              <a:cs typeface="Arial"/>
              <a:sym typeface="Arial"/>
            </a:endParaRPr>
          </a:p>
          <a:p>
            <a:pPr marL="0" marR="0" lvl="0" indent="0" algn="l" rtl="0">
              <a:lnSpc>
                <a:spcPct val="173070"/>
              </a:lnSpc>
              <a:spcBef>
                <a:spcPts val="0"/>
              </a:spcBef>
              <a:spcAft>
                <a:spcPts val="0"/>
              </a:spcAft>
              <a:buClr>
                <a:srgbClr val="000000"/>
              </a:buClr>
              <a:buSzPts val="3925"/>
              <a:buFont typeface="Arial"/>
              <a:buNone/>
            </a:pPr>
            <a:r>
              <a:rPr lang="es-ES" sz="2800" b="0" i="0" u="none" strike="noStrike" cap="none" noProof="0" dirty="0">
                <a:solidFill>
                  <a:srgbClr val="131416"/>
                </a:solidFill>
                <a:latin typeface="Arial"/>
                <a:ea typeface="Arial"/>
                <a:cs typeface="Arial"/>
                <a:sym typeface="Arial"/>
              </a:rPr>
              <a:t>La implementación de un Data </a:t>
            </a:r>
            <a:r>
              <a:rPr lang="es-ES" sz="2800" b="0" i="0" u="none" strike="noStrike" cap="none" noProof="0" dirty="0" err="1">
                <a:solidFill>
                  <a:srgbClr val="131416"/>
                </a:solidFill>
                <a:latin typeface="Arial"/>
                <a:ea typeface="Arial"/>
                <a:cs typeface="Arial"/>
                <a:sym typeface="Arial"/>
              </a:rPr>
              <a:t>Warehouse</a:t>
            </a:r>
            <a:r>
              <a:rPr lang="es-ES" sz="2800" b="0" i="0" u="none" strike="noStrike" cap="none" noProof="0" dirty="0">
                <a:solidFill>
                  <a:srgbClr val="131416"/>
                </a:solidFill>
                <a:latin typeface="Arial"/>
                <a:ea typeface="Arial"/>
                <a:cs typeface="Arial"/>
                <a:sym typeface="Arial"/>
              </a:rPr>
              <a:t> en las empresas es de suma importancia, ya que permite a los usuarios acceder de una manera fácil a una gran cantidad de datos, analizarlos y proporcionar información importante sobre las diversas actividades de la organización.</a:t>
            </a:r>
          </a:p>
          <a:p>
            <a:pPr marL="0" marR="0" lvl="0" indent="0" algn="l" rtl="0">
              <a:lnSpc>
                <a:spcPct val="173070"/>
              </a:lnSpc>
              <a:spcBef>
                <a:spcPts val="0"/>
              </a:spcBef>
              <a:spcAft>
                <a:spcPts val="0"/>
              </a:spcAft>
              <a:buClr>
                <a:srgbClr val="000000"/>
              </a:buClr>
              <a:buSzPts val="3925"/>
              <a:buFont typeface="Arial"/>
              <a:buNone/>
            </a:pPr>
            <a:r>
              <a:rPr lang="es-ES" sz="2800" b="0" i="0" u="none" strike="noStrike" cap="none" noProof="0" dirty="0">
                <a:solidFill>
                  <a:srgbClr val="131416"/>
                </a:solidFill>
                <a:latin typeface="Arial"/>
                <a:ea typeface="Arial"/>
                <a:cs typeface="Arial"/>
                <a:sym typeface="Arial"/>
              </a:rPr>
              <a:t>importante sobre las diversas actividades de la organización.</a:t>
            </a:r>
          </a:p>
        </p:txBody>
      </p:sp>
    </p:spTree>
    <p:extLst>
      <p:ext uri="{BB962C8B-B14F-4D97-AF65-F5344CB8AC3E}">
        <p14:creationId xmlns:p14="http://schemas.microsoft.com/office/powerpoint/2010/main" val="4127052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D8F4D21-727A-B030-3261-774C0725833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E3D8B74A-2AD6-2C86-5907-31B3E0AC8FF6}"/>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77;g339a09cea51_0_10">
            <a:extLst>
              <a:ext uri="{FF2B5EF4-FFF2-40B4-BE49-F238E27FC236}">
                <a16:creationId xmlns:a16="http://schemas.microsoft.com/office/drawing/2014/main" id="{C59D7CD1-3902-00E5-60E5-464F6B19D740}"/>
              </a:ext>
            </a:extLst>
          </p:cNvPr>
          <p:cNvPicPr preferRelativeResize="0"/>
          <p:nvPr/>
        </p:nvPicPr>
        <p:blipFill>
          <a:blip r:embed="rId4">
            <a:alphaModFix/>
          </a:blip>
          <a:stretch>
            <a:fillRect/>
          </a:stretch>
        </p:blipFill>
        <p:spPr>
          <a:xfrm>
            <a:off x="1661374" y="968357"/>
            <a:ext cx="14540248" cy="7637172"/>
          </a:xfrm>
          <a:prstGeom prst="rect">
            <a:avLst/>
          </a:prstGeom>
          <a:noFill/>
          <a:ln>
            <a:noFill/>
          </a:ln>
        </p:spPr>
      </p:pic>
    </p:spTree>
    <p:extLst>
      <p:ext uri="{BB962C8B-B14F-4D97-AF65-F5344CB8AC3E}">
        <p14:creationId xmlns:p14="http://schemas.microsoft.com/office/powerpoint/2010/main" val="124288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8D42EB3-5781-9841-17D0-6A8BEFCC3A4D}"/>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25A91FB-A5A5-0EFC-7BC9-0847F586226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026" name="Picture 2" descr="3. La base de datos analítica (el Datawarehouse o Almacén de Datos) | El  Rincon del BI">
            <a:extLst>
              <a:ext uri="{FF2B5EF4-FFF2-40B4-BE49-F238E27FC236}">
                <a16:creationId xmlns:a16="http://schemas.microsoft.com/office/drawing/2014/main" id="{894F68AF-FEEE-9D77-3DF0-3CA19B9E03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3214" y="684678"/>
            <a:ext cx="8518233" cy="7919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41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6BD7CF8-6DC5-57FF-7E03-E8C1AB5B0177}"/>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AB2EB0F-A741-A4C9-7CF8-8403FE9A174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050" name="Picture 2" descr="Revista ESPACIOS | Vol. 39 (Nº 34) Año 2018">
            <a:extLst>
              <a:ext uri="{FF2B5EF4-FFF2-40B4-BE49-F238E27FC236}">
                <a16:creationId xmlns:a16="http://schemas.microsoft.com/office/drawing/2014/main" id="{540887A5-53D9-5FEA-18A3-2E4712E7E5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069" y="1172235"/>
            <a:ext cx="13424548" cy="7561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830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B0973174-B7B9-F8E8-9679-7FB32DB2F373}"/>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0B643790-5A94-010A-094A-BBB36DA55FFB}"/>
              </a:ext>
            </a:extLst>
          </p:cNvPr>
          <p:cNvSpPr txBox="1"/>
          <p:nvPr/>
        </p:nvSpPr>
        <p:spPr>
          <a:xfrm>
            <a:off x="908453" y="2667208"/>
            <a:ext cx="16471094" cy="3539430"/>
          </a:xfrm>
          <a:prstGeom prst="rect">
            <a:avLst/>
          </a:prstGeom>
          <a:noFill/>
          <a:ln>
            <a:noFill/>
          </a:ln>
        </p:spPr>
        <p:txBody>
          <a:bodyPr spcFirstLastPara="1" wrap="square" lIns="0" tIns="0" rIns="0" bIns="0" anchor="t" anchorCtr="0">
            <a:spAutoFit/>
          </a:bodyPr>
          <a:lstStyle/>
          <a:p>
            <a:pPr lvl="0" algn="just">
              <a:lnSpc>
                <a:spcPct val="115000"/>
              </a:lnSpc>
              <a:buSzPts val="1800"/>
            </a:pPr>
            <a:r>
              <a:rPr lang="es-ES" sz="4000" dirty="0">
                <a:solidFill>
                  <a:schemeClr val="dk1"/>
                </a:solidFill>
              </a:rPr>
              <a:t>El </a:t>
            </a:r>
            <a:r>
              <a:rPr lang="es-ES" sz="4000" b="1" dirty="0">
                <a:solidFill>
                  <a:schemeClr val="dk1"/>
                </a:solidFill>
              </a:rPr>
              <a:t>Data </a:t>
            </a:r>
            <a:r>
              <a:rPr lang="es-ES" sz="4000" b="1" dirty="0" err="1">
                <a:solidFill>
                  <a:schemeClr val="dk1"/>
                </a:solidFill>
              </a:rPr>
              <a:t>Mining</a:t>
            </a:r>
            <a:r>
              <a:rPr lang="es-ES" sz="4000" dirty="0">
                <a:solidFill>
                  <a:schemeClr val="dk1"/>
                </a:solidFill>
              </a:rPr>
              <a:t> o </a:t>
            </a:r>
            <a:r>
              <a:rPr lang="es-ES" sz="4000" b="1" dirty="0">
                <a:solidFill>
                  <a:schemeClr val="dk1"/>
                </a:solidFill>
              </a:rPr>
              <a:t>Minería de Datos</a:t>
            </a:r>
            <a:r>
              <a:rPr lang="es-ES" sz="4000" dirty="0">
                <a:solidFill>
                  <a:schemeClr val="dk1"/>
                </a:solidFill>
              </a:rPr>
              <a:t> es el proceso de </a:t>
            </a:r>
            <a:r>
              <a:rPr lang="es-ES" sz="4000" b="1" dirty="0">
                <a:solidFill>
                  <a:schemeClr val="dk1"/>
                </a:solidFill>
              </a:rPr>
              <a:t>descubrir patrones, relaciones y tendencias ocultas</a:t>
            </a:r>
            <a:r>
              <a:rPr lang="es-ES" sz="4000" dirty="0">
                <a:solidFill>
                  <a:schemeClr val="dk1"/>
                </a:solidFill>
              </a:rPr>
              <a:t> en grandes volúmenes de datos mediante técnicas de estadística, inteligencia artificial y machine </a:t>
            </a:r>
            <a:r>
              <a:rPr lang="es-ES" sz="4000" dirty="0" err="1">
                <a:solidFill>
                  <a:schemeClr val="dk1"/>
                </a:solidFill>
              </a:rPr>
              <a:t>learning</a:t>
            </a:r>
            <a:r>
              <a:rPr lang="es-ES" sz="4000" dirty="0">
                <a:solidFill>
                  <a:schemeClr val="dk1"/>
                </a:solidFill>
              </a:rPr>
              <a:t>. Su objetivo es transformar datos en información útil para la </a:t>
            </a:r>
            <a:r>
              <a:rPr lang="es-ES" sz="4000" b="1" dirty="0">
                <a:solidFill>
                  <a:schemeClr val="dk1"/>
                </a:solidFill>
              </a:rPr>
              <a:t>toma de decisiones estratégicas</a:t>
            </a:r>
            <a:r>
              <a:rPr lang="es-ES" sz="4000" dirty="0">
                <a:solidFill>
                  <a:schemeClr val="dk1"/>
                </a:solidFill>
              </a:rPr>
              <a:t> en las empresas.</a:t>
            </a:r>
          </a:p>
        </p:txBody>
      </p:sp>
      <p:sp>
        <p:nvSpPr>
          <p:cNvPr id="155" name="Google Shape;155;p4">
            <a:extLst>
              <a:ext uri="{FF2B5EF4-FFF2-40B4-BE49-F238E27FC236}">
                <a16:creationId xmlns:a16="http://schemas.microsoft.com/office/drawing/2014/main" id="{F07C41B1-9A82-3E5A-D328-C55874F74736}"/>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err="1">
                <a:solidFill>
                  <a:srgbClr val="131416"/>
                </a:solidFill>
                <a:latin typeface="Impact"/>
                <a:ea typeface="Impact"/>
                <a:cs typeface="Impact"/>
                <a:sym typeface="Impact"/>
              </a:rPr>
              <a:t>Datamining</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BF38B97A-2B70-3697-40AF-423A27A1E1FA}"/>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554219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CDBDCCB-000F-0E55-D073-C02798087D32}"/>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1D3B3463-7951-4EC5-BF03-913B0F2B365B}"/>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pt-BR" sz="6098" b="0" i="0" u="none" strike="noStrike" cap="none" noProof="0" dirty="0">
                <a:solidFill>
                  <a:srgbClr val="131416"/>
                </a:solidFill>
                <a:latin typeface="Impact"/>
                <a:ea typeface="Impact"/>
                <a:cs typeface="Impact"/>
                <a:sym typeface="Impact"/>
              </a:rPr>
              <a:t>Características Clave de Data Mining.</a:t>
            </a:r>
          </a:p>
        </p:txBody>
      </p:sp>
      <p:sp>
        <p:nvSpPr>
          <p:cNvPr id="156" name="Google Shape;156;p4">
            <a:extLst>
              <a:ext uri="{FF2B5EF4-FFF2-40B4-BE49-F238E27FC236}">
                <a16:creationId xmlns:a16="http://schemas.microsoft.com/office/drawing/2014/main" id="{A08DFAFE-0A50-AC01-5334-587BCF941E8B}"/>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11E81AA0-BB41-CA36-B034-E6F0C82E7F0C}"/>
              </a:ext>
            </a:extLst>
          </p:cNvPr>
          <p:cNvSpPr txBox="1"/>
          <p:nvPr/>
        </p:nvSpPr>
        <p:spPr>
          <a:xfrm>
            <a:off x="908453" y="2126295"/>
            <a:ext cx="16722724" cy="626979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ES" sz="3925" b="0" i="0" u="none" strike="noStrike" cap="none" noProof="0" dirty="0">
                <a:solidFill>
                  <a:srgbClr val="131416"/>
                </a:solidFill>
                <a:latin typeface="Arial"/>
                <a:ea typeface="Arial"/>
                <a:cs typeface="Arial"/>
                <a:sym typeface="Arial"/>
              </a:rPr>
              <a:t>✔ Identificación de patrones y correlaciones en grandes conjuntos de datos.</a:t>
            </a:r>
            <a:br>
              <a:rPr lang="es-ES" sz="3925" b="0" i="0" u="none" strike="noStrike" cap="none" noProof="0" dirty="0">
                <a:solidFill>
                  <a:srgbClr val="131416"/>
                </a:solidFill>
                <a:latin typeface="Arial"/>
                <a:ea typeface="Arial"/>
                <a:cs typeface="Arial"/>
                <a:sym typeface="Arial"/>
              </a:rPr>
            </a:br>
            <a:r>
              <a:rPr lang="es-ES" sz="3925" b="0" i="0" u="none" strike="noStrike" cap="none" noProof="0" dirty="0">
                <a:solidFill>
                  <a:srgbClr val="131416"/>
                </a:solidFill>
                <a:latin typeface="Arial"/>
                <a:ea typeface="Arial"/>
                <a:cs typeface="Arial"/>
                <a:sym typeface="Arial"/>
              </a:rPr>
              <a:t> ✔ Predicción de comportamientos y tendencias futuras.</a:t>
            </a:r>
            <a:br>
              <a:rPr lang="es-ES" sz="3925" b="0" i="0" u="none" strike="noStrike" cap="none" noProof="0" dirty="0">
                <a:solidFill>
                  <a:srgbClr val="131416"/>
                </a:solidFill>
                <a:latin typeface="Arial"/>
                <a:ea typeface="Arial"/>
                <a:cs typeface="Arial"/>
                <a:sym typeface="Arial"/>
              </a:rPr>
            </a:br>
            <a:r>
              <a:rPr lang="es-ES" sz="3925" b="0" i="0" u="none" strike="noStrike" cap="none" noProof="0" dirty="0">
                <a:solidFill>
                  <a:srgbClr val="131416"/>
                </a:solidFill>
                <a:latin typeface="Arial"/>
                <a:ea typeface="Arial"/>
                <a:cs typeface="Arial"/>
                <a:sym typeface="Arial"/>
              </a:rPr>
              <a:t> ✔ Segmentación y clasificación de clientes o productos.</a:t>
            </a:r>
            <a:br>
              <a:rPr lang="es-ES" sz="3925" b="0" i="0" u="none" strike="noStrike" cap="none" noProof="0" dirty="0">
                <a:solidFill>
                  <a:srgbClr val="131416"/>
                </a:solidFill>
                <a:latin typeface="Arial"/>
                <a:ea typeface="Arial"/>
                <a:cs typeface="Arial"/>
                <a:sym typeface="Arial"/>
              </a:rPr>
            </a:br>
            <a:r>
              <a:rPr lang="es-ES" sz="3925" b="0" i="0" u="none" strike="noStrike" cap="none" noProof="0" dirty="0">
                <a:solidFill>
                  <a:srgbClr val="131416"/>
                </a:solidFill>
                <a:latin typeface="Arial"/>
                <a:ea typeface="Arial"/>
                <a:cs typeface="Arial"/>
                <a:sym typeface="Arial"/>
              </a:rPr>
              <a:t> ✔ Detección de anomalías y fraudes.</a:t>
            </a:r>
            <a:br>
              <a:rPr lang="es-ES" sz="3925" b="0" i="0" u="none" strike="noStrike" cap="none" noProof="0" dirty="0">
                <a:solidFill>
                  <a:srgbClr val="131416"/>
                </a:solidFill>
                <a:latin typeface="Arial"/>
                <a:ea typeface="Arial"/>
                <a:cs typeface="Arial"/>
                <a:sym typeface="Arial"/>
              </a:rPr>
            </a:br>
            <a:r>
              <a:rPr lang="es-ES" sz="3925" b="0" i="0" u="none" strike="noStrike" cap="none" noProof="0" dirty="0">
                <a:solidFill>
                  <a:srgbClr val="131416"/>
                </a:solidFill>
                <a:latin typeface="Arial"/>
                <a:ea typeface="Arial"/>
                <a:cs typeface="Arial"/>
                <a:sym typeface="Arial"/>
              </a:rPr>
              <a:t> ✔ Automatización del análisis de datos mediante algoritmos de IA.</a:t>
            </a:r>
          </a:p>
        </p:txBody>
      </p:sp>
    </p:spTree>
    <p:extLst>
      <p:ext uri="{BB962C8B-B14F-4D97-AF65-F5344CB8AC3E}">
        <p14:creationId xmlns:p14="http://schemas.microsoft.com/office/powerpoint/2010/main" val="42762811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37D2A23-E0AC-17BB-5548-7620CB248341}"/>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EE511EED-41B6-FBA4-EDDC-4B1930B0C74C}"/>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Etapas del Proceso de Data </a:t>
            </a:r>
            <a:r>
              <a:rPr lang="es-GT" sz="6098" b="0" i="0" u="none" strike="noStrike" cap="none" noProof="0" dirty="0" err="1">
                <a:solidFill>
                  <a:srgbClr val="131416"/>
                </a:solidFill>
                <a:latin typeface="Impact"/>
                <a:ea typeface="Impact"/>
                <a:cs typeface="Impact"/>
                <a:sym typeface="Impact"/>
              </a:rPr>
              <a:t>Mining</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7EDB1C22-0651-1BF0-0A04-A47EDC6FFB6F}"/>
              </a:ext>
            </a:extLst>
          </p:cNvPr>
          <p:cNvSpPr/>
          <p:nvPr/>
        </p:nvSpPr>
        <p:spPr>
          <a:xfrm>
            <a:off x="14385701" y="6323527"/>
            <a:ext cx="3687962" cy="358649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15D47188-B32D-2F19-1C2F-0C51D9C52AB7}"/>
              </a:ext>
            </a:extLst>
          </p:cNvPr>
          <p:cNvSpPr txBox="1"/>
          <p:nvPr/>
        </p:nvSpPr>
        <p:spPr>
          <a:xfrm>
            <a:off x="834575" y="2010996"/>
            <a:ext cx="16964028" cy="5963684"/>
          </a:xfrm>
          <a:prstGeom prst="rect">
            <a:avLst/>
          </a:prstGeom>
          <a:noFill/>
          <a:ln>
            <a:noFill/>
          </a:ln>
        </p:spPr>
        <p:txBody>
          <a:bodyPr spcFirstLastPara="1" wrap="square" lIns="0" tIns="0" rIns="0" bIns="0" anchor="t" anchorCtr="0">
            <a:spAutoFit/>
          </a:bodyPr>
          <a:lstStyle/>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ES" sz="2800" b="1" i="0" u="none" strike="noStrike" cap="none" noProof="0" dirty="0">
                <a:solidFill>
                  <a:srgbClr val="131416"/>
                </a:solidFill>
                <a:latin typeface="Arial"/>
                <a:ea typeface="Arial"/>
                <a:cs typeface="Arial"/>
                <a:sym typeface="Arial"/>
              </a:rPr>
              <a:t>Recolección de Datos:</a:t>
            </a:r>
            <a:r>
              <a:rPr lang="es-ES" sz="2800" b="0" i="0" u="none" strike="noStrike" cap="none" noProof="0" dirty="0">
                <a:solidFill>
                  <a:srgbClr val="131416"/>
                </a:solidFill>
                <a:latin typeface="Arial"/>
                <a:ea typeface="Arial"/>
                <a:cs typeface="Arial"/>
                <a:sym typeface="Arial"/>
              </a:rPr>
              <a:t> Se obtiene información de bases de datos, Data </a:t>
            </a:r>
            <a:r>
              <a:rPr lang="es-ES" sz="2800" b="0" i="0" u="none" strike="noStrike" cap="none" noProof="0" dirty="0" err="1">
                <a:solidFill>
                  <a:srgbClr val="131416"/>
                </a:solidFill>
                <a:latin typeface="Arial"/>
                <a:ea typeface="Arial"/>
                <a:cs typeface="Arial"/>
                <a:sym typeface="Arial"/>
              </a:rPr>
              <a:t>Warehouses</a:t>
            </a:r>
            <a:r>
              <a:rPr lang="es-ES" sz="2800" b="0" i="0" u="none" strike="noStrike" cap="none" noProof="0" dirty="0">
                <a:solidFill>
                  <a:srgbClr val="131416"/>
                </a:solidFill>
                <a:latin typeface="Arial"/>
                <a:ea typeface="Arial"/>
                <a:cs typeface="Arial"/>
                <a:sym typeface="Arial"/>
              </a:rPr>
              <a:t>, redes sociales, sensores </a:t>
            </a:r>
            <a:r>
              <a:rPr lang="es-ES" sz="2800" b="0" i="0" u="none" strike="noStrike" cap="none" noProof="0" dirty="0" err="1">
                <a:solidFill>
                  <a:srgbClr val="131416"/>
                </a:solidFill>
                <a:latin typeface="Arial"/>
                <a:ea typeface="Arial"/>
                <a:cs typeface="Arial"/>
                <a:sym typeface="Arial"/>
              </a:rPr>
              <a:t>IoT</a:t>
            </a:r>
            <a:r>
              <a:rPr lang="es-ES" sz="2800" b="0" i="0" u="none" strike="noStrike" cap="none" noProof="0" dirty="0">
                <a:solidFill>
                  <a:srgbClr val="131416"/>
                </a:solidFill>
                <a:latin typeface="Arial"/>
                <a:ea typeface="Arial"/>
                <a:cs typeface="Arial"/>
                <a:sym typeface="Arial"/>
              </a:rPr>
              <a:t>, etc.</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ES" sz="2800" b="1" i="0" u="none" strike="noStrike" cap="none" noProof="0" dirty="0">
                <a:solidFill>
                  <a:srgbClr val="131416"/>
                </a:solidFill>
                <a:latin typeface="Arial"/>
                <a:ea typeface="Arial"/>
                <a:cs typeface="Arial"/>
                <a:sym typeface="Arial"/>
              </a:rPr>
              <a:t>Limpieza y Preparación:</a:t>
            </a:r>
            <a:r>
              <a:rPr lang="es-ES" sz="2800" b="0" i="0" u="none" strike="noStrike" cap="none" noProof="0" dirty="0">
                <a:solidFill>
                  <a:srgbClr val="131416"/>
                </a:solidFill>
                <a:latin typeface="Arial"/>
                <a:ea typeface="Arial"/>
                <a:cs typeface="Arial"/>
                <a:sym typeface="Arial"/>
              </a:rPr>
              <a:t> Se eliminan datos duplicados, erróneos o inconsistentes.</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ES" sz="2800" b="1" i="0" u="none" strike="noStrike" cap="none" noProof="0" dirty="0">
                <a:solidFill>
                  <a:srgbClr val="131416"/>
                </a:solidFill>
                <a:latin typeface="Arial"/>
                <a:ea typeface="Arial"/>
                <a:cs typeface="Arial"/>
                <a:sym typeface="Arial"/>
              </a:rPr>
              <a:t>Selección y Transformación:</a:t>
            </a:r>
            <a:r>
              <a:rPr lang="es-ES" sz="2800" b="0" i="0" u="none" strike="noStrike" cap="none" noProof="0" dirty="0">
                <a:solidFill>
                  <a:srgbClr val="131416"/>
                </a:solidFill>
                <a:latin typeface="Arial"/>
                <a:ea typeface="Arial"/>
                <a:cs typeface="Arial"/>
                <a:sym typeface="Arial"/>
              </a:rPr>
              <a:t> Se eligen las variables relevantes y se convierten en un formato adecuado.</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ES" sz="2800" b="1" i="0" u="none" strike="noStrike" cap="none" noProof="0" dirty="0">
                <a:solidFill>
                  <a:srgbClr val="131416"/>
                </a:solidFill>
                <a:latin typeface="Arial"/>
                <a:ea typeface="Arial"/>
                <a:cs typeface="Arial"/>
                <a:sym typeface="Arial"/>
              </a:rPr>
              <a:t>Aplicación de Algoritmos:</a:t>
            </a:r>
            <a:r>
              <a:rPr lang="es-ES" sz="2800" b="0" i="0" u="none" strike="noStrike" cap="none" noProof="0" dirty="0">
                <a:solidFill>
                  <a:srgbClr val="131416"/>
                </a:solidFill>
                <a:latin typeface="Arial"/>
                <a:ea typeface="Arial"/>
                <a:cs typeface="Arial"/>
                <a:sym typeface="Arial"/>
              </a:rPr>
              <a:t> Se utilizan técnicas de Machine </a:t>
            </a:r>
            <a:r>
              <a:rPr lang="es-ES" sz="2800" b="0" i="0" u="none" strike="noStrike" cap="none" noProof="0" dirty="0" err="1">
                <a:solidFill>
                  <a:srgbClr val="131416"/>
                </a:solidFill>
                <a:latin typeface="Arial"/>
                <a:ea typeface="Arial"/>
                <a:cs typeface="Arial"/>
                <a:sym typeface="Arial"/>
              </a:rPr>
              <a:t>Learning</a:t>
            </a:r>
            <a:r>
              <a:rPr lang="es-ES" sz="2800" b="0" i="0" u="none" strike="noStrike" cap="none" noProof="0" dirty="0">
                <a:solidFill>
                  <a:srgbClr val="131416"/>
                </a:solidFill>
                <a:latin typeface="Arial"/>
                <a:ea typeface="Arial"/>
                <a:cs typeface="Arial"/>
                <a:sym typeface="Arial"/>
              </a:rPr>
              <a:t> y estadísticas para descubrir patrones.</a:t>
            </a:r>
          </a:p>
          <a:p>
            <a:pPr marL="0" marR="0" lvl="0" indent="0" algn="l" rtl="0">
              <a:lnSpc>
                <a:spcPct val="173070"/>
              </a:lnSpc>
              <a:spcBef>
                <a:spcPts val="0"/>
              </a:spcBef>
              <a:spcAft>
                <a:spcPts val="0"/>
              </a:spcAft>
              <a:buClr>
                <a:srgbClr val="000000"/>
              </a:buClr>
              <a:buSzPts val="3925"/>
              <a:buFont typeface="Arial"/>
              <a:buNone/>
            </a:pPr>
            <a:r>
              <a:rPr lang="es-ES" sz="2800" b="0" i="0" u="none" strike="noStrike" cap="none" noProof="0" dirty="0">
                <a:solidFill>
                  <a:srgbClr val="131416"/>
                </a:solidFill>
                <a:latin typeface="Arial"/>
                <a:ea typeface="Arial"/>
                <a:cs typeface="Arial"/>
                <a:sym typeface="Arial"/>
              </a:rPr>
              <a:t>Interpretación de Resultados: Se generan reportes, gráficos y </a:t>
            </a:r>
            <a:r>
              <a:rPr lang="es-ES" sz="2800" b="0" i="0" u="none" strike="noStrike" cap="none" noProof="0" dirty="0" err="1">
                <a:solidFill>
                  <a:srgbClr val="131416"/>
                </a:solidFill>
                <a:latin typeface="Arial"/>
                <a:ea typeface="Arial"/>
                <a:cs typeface="Arial"/>
                <a:sym typeface="Arial"/>
              </a:rPr>
              <a:t>dashboards</a:t>
            </a:r>
            <a:r>
              <a:rPr lang="es-ES" sz="2800" b="0" i="0" u="none" strike="noStrike" cap="none" noProof="0" dirty="0">
                <a:solidFill>
                  <a:srgbClr val="131416"/>
                </a:solidFill>
                <a:latin typeface="Arial"/>
                <a:ea typeface="Arial"/>
                <a:cs typeface="Arial"/>
                <a:sym typeface="Arial"/>
              </a:rPr>
              <a:t> para la toma de decisiones.</a:t>
            </a:r>
          </a:p>
        </p:txBody>
      </p:sp>
    </p:spTree>
    <p:extLst>
      <p:ext uri="{BB962C8B-B14F-4D97-AF65-F5344CB8AC3E}">
        <p14:creationId xmlns:p14="http://schemas.microsoft.com/office/powerpoint/2010/main" val="26127418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32CEDF6-EB7B-DC4C-F9D4-E81FABDBA4AB}"/>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EEBC460B-9E07-4C08-791D-24EF526CE42F}"/>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Técnicas y Algoritmos de Data </a:t>
            </a:r>
            <a:r>
              <a:rPr lang="es-GT" sz="6098" b="0" i="0" u="none" strike="noStrike" cap="none" noProof="0" dirty="0" err="1">
                <a:solidFill>
                  <a:srgbClr val="131416"/>
                </a:solidFill>
                <a:latin typeface="Impact"/>
                <a:ea typeface="Impact"/>
                <a:cs typeface="Impact"/>
                <a:sym typeface="Impact"/>
              </a:rPr>
              <a:t>Mining</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F9BC2CC3-FE45-439C-0DE1-F531CDEC40B6}"/>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5E49C4F7-F0CC-EDBC-D619-F9CD6A788F08}"/>
              </a:ext>
            </a:extLst>
          </p:cNvPr>
          <p:cNvSpPr txBox="1"/>
          <p:nvPr/>
        </p:nvSpPr>
        <p:spPr>
          <a:xfrm>
            <a:off x="589278" y="2267963"/>
            <a:ext cx="17247961" cy="7078861"/>
          </a:xfrm>
          <a:prstGeom prst="rect">
            <a:avLst/>
          </a:prstGeom>
          <a:noFill/>
          <a:ln>
            <a:noFill/>
          </a:ln>
        </p:spPr>
        <p:txBody>
          <a:bodyPr spcFirstLastPara="1" wrap="square" lIns="0" tIns="0" rIns="0" bIns="0" anchor="t" anchorCtr="0">
            <a:spAutoFit/>
          </a:bodyPr>
          <a:lstStyle/>
          <a:p>
            <a:pPr marL="457200" lvl="0" indent="-342900">
              <a:lnSpc>
                <a:spcPct val="115000"/>
              </a:lnSpc>
              <a:buClr>
                <a:schemeClr val="dk1"/>
              </a:buClr>
              <a:buSzPts val="1800"/>
              <a:buChar char="●"/>
            </a:pPr>
            <a:r>
              <a:rPr lang="es-ES" sz="4000" b="1" dirty="0">
                <a:solidFill>
                  <a:schemeClr val="dk1"/>
                </a:solidFill>
              </a:rPr>
              <a:t>Clasificación:</a:t>
            </a:r>
            <a:r>
              <a:rPr lang="es-ES" sz="4000" dirty="0">
                <a:solidFill>
                  <a:schemeClr val="dk1"/>
                </a:solidFill>
              </a:rPr>
              <a:t> Asigna categorías a los datos (</a:t>
            </a:r>
            <a:r>
              <a:rPr lang="es-ES" sz="4000" dirty="0" err="1">
                <a:solidFill>
                  <a:schemeClr val="dk1"/>
                </a:solidFill>
              </a:rPr>
              <a:t>Ej</a:t>
            </a:r>
            <a:r>
              <a:rPr lang="es-ES" sz="4000" dirty="0">
                <a:solidFill>
                  <a:schemeClr val="dk1"/>
                </a:solidFill>
              </a:rPr>
              <a:t>: Clasificación de clientes según riesgo crediticio).</a:t>
            </a:r>
          </a:p>
          <a:p>
            <a:pPr marL="457200" lvl="0" indent="-342900">
              <a:lnSpc>
                <a:spcPct val="115000"/>
              </a:lnSpc>
              <a:buClr>
                <a:schemeClr val="dk1"/>
              </a:buClr>
              <a:buSzPts val="1800"/>
              <a:buChar char="●"/>
            </a:pPr>
            <a:r>
              <a:rPr lang="es-ES" sz="4000" b="1" dirty="0">
                <a:solidFill>
                  <a:schemeClr val="dk1"/>
                </a:solidFill>
              </a:rPr>
              <a:t>Regresión:</a:t>
            </a:r>
            <a:r>
              <a:rPr lang="es-ES" sz="4000" dirty="0">
                <a:solidFill>
                  <a:schemeClr val="dk1"/>
                </a:solidFill>
              </a:rPr>
              <a:t> Predice valores futuros con base en datos históricos (</a:t>
            </a:r>
            <a:r>
              <a:rPr lang="es-ES" sz="4000" dirty="0" err="1">
                <a:solidFill>
                  <a:schemeClr val="dk1"/>
                </a:solidFill>
              </a:rPr>
              <a:t>Ej</a:t>
            </a:r>
            <a:r>
              <a:rPr lang="es-ES" sz="4000" dirty="0">
                <a:solidFill>
                  <a:schemeClr val="dk1"/>
                </a:solidFill>
              </a:rPr>
              <a:t>: Predicción de ventas).</a:t>
            </a:r>
          </a:p>
          <a:p>
            <a:pPr marL="457200" lvl="0" indent="-342900">
              <a:lnSpc>
                <a:spcPct val="115000"/>
              </a:lnSpc>
              <a:buClr>
                <a:schemeClr val="dk1"/>
              </a:buClr>
              <a:buSzPts val="1800"/>
              <a:buChar char="●"/>
            </a:pPr>
            <a:r>
              <a:rPr lang="es-ES" sz="4000" b="1" dirty="0">
                <a:solidFill>
                  <a:schemeClr val="dk1"/>
                </a:solidFill>
              </a:rPr>
              <a:t>Agrupamiento (</a:t>
            </a:r>
            <a:r>
              <a:rPr lang="es-ES" sz="4000" b="1" dirty="0" err="1">
                <a:solidFill>
                  <a:schemeClr val="dk1"/>
                </a:solidFill>
              </a:rPr>
              <a:t>Clustering</a:t>
            </a:r>
            <a:r>
              <a:rPr lang="es-ES" sz="4000" b="1" dirty="0">
                <a:solidFill>
                  <a:schemeClr val="dk1"/>
                </a:solidFill>
              </a:rPr>
              <a:t>):</a:t>
            </a:r>
            <a:r>
              <a:rPr lang="es-ES" sz="4000" dirty="0">
                <a:solidFill>
                  <a:schemeClr val="dk1"/>
                </a:solidFill>
              </a:rPr>
              <a:t> Identifica grupos con características similares (</a:t>
            </a:r>
            <a:r>
              <a:rPr lang="es-ES" sz="4000" dirty="0" err="1">
                <a:solidFill>
                  <a:schemeClr val="dk1"/>
                </a:solidFill>
              </a:rPr>
              <a:t>Ej</a:t>
            </a:r>
            <a:r>
              <a:rPr lang="es-ES" sz="4000" dirty="0">
                <a:solidFill>
                  <a:schemeClr val="dk1"/>
                </a:solidFill>
              </a:rPr>
              <a:t>: Segmentación de mercado).</a:t>
            </a:r>
          </a:p>
          <a:p>
            <a:pPr marL="457200" lvl="0" indent="-342900">
              <a:lnSpc>
                <a:spcPct val="115000"/>
              </a:lnSpc>
              <a:buClr>
                <a:schemeClr val="dk1"/>
              </a:buClr>
              <a:buSzPts val="1800"/>
              <a:buChar char="●"/>
            </a:pPr>
            <a:r>
              <a:rPr lang="es-ES" sz="4000" b="1" dirty="0">
                <a:solidFill>
                  <a:schemeClr val="dk1"/>
                </a:solidFill>
              </a:rPr>
              <a:t>Reglas de Asociación:</a:t>
            </a:r>
            <a:r>
              <a:rPr lang="es-ES" sz="4000" dirty="0">
                <a:solidFill>
                  <a:schemeClr val="dk1"/>
                </a:solidFill>
              </a:rPr>
              <a:t> Encuentra relaciones entre variables (</a:t>
            </a:r>
            <a:r>
              <a:rPr lang="es-ES" sz="4000" dirty="0" err="1">
                <a:solidFill>
                  <a:schemeClr val="dk1"/>
                </a:solidFill>
              </a:rPr>
              <a:t>Ej</a:t>
            </a:r>
            <a:r>
              <a:rPr lang="es-ES" sz="4000" dirty="0">
                <a:solidFill>
                  <a:schemeClr val="dk1"/>
                </a:solidFill>
              </a:rPr>
              <a:t>: Análisis de canasta de compras).</a:t>
            </a:r>
          </a:p>
          <a:p>
            <a:pPr marL="457200" lvl="0" indent="-342900">
              <a:lnSpc>
                <a:spcPct val="115000"/>
              </a:lnSpc>
              <a:buClr>
                <a:schemeClr val="dk1"/>
              </a:buClr>
              <a:buSzPts val="1800"/>
              <a:buChar char="●"/>
            </a:pPr>
            <a:r>
              <a:rPr lang="es-ES" sz="4000" b="1" dirty="0">
                <a:solidFill>
                  <a:schemeClr val="dk1"/>
                </a:solidFill>
              </a:rPr>
              <a:t>Detección de Anomalías:</a:t>
            </a:r>
            <a:r>
              <a:rPr lang="es-ES" sz="4000" dirty="0">
                <a:solidFill>
                  <a:schemeClr val="dk1"/>
                </a:solidFill>
              </a:rPr>
              <a:t> Identifica datos inusuales (</a:t>
            </a:r>
            <a:r>
              <a:rPr lang="es-ES" sz="4000" dirty="0" err="1">
                <a:solidFill>
                  <a:schemeClr val="dk1"/>
                </a:solidFill>
              </a:rPr>
              <a:t>Ej</a:t>
            </a:r>
            <a:r>
              <a:rPr lang="es-ES" sz="4000" dirty="0">
                <a:solidFill>
                  <a:schemeClr val="dk1"/>
                </a:solidFill>
              </a:rPr>
              <a:t>: Fraude en transacciones bancarias).</a:t>
            </a:r>
          </a:p>
        </p:txBody>
      </p:sp>
    </p:spTree>
    <p:extLst>
      <p:ext uri="{BB962C8B-B14F-4D97-AF65-F5344CB8AC3E}">
        <p14:creationId xmlns:p14="http://schemas.microsoft.com/office/powerpoint/2010/main" val="30154359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4487ED6-0539-D945-72AF-BCC52FB0F78A}"/>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FBBADE83-46D9-9C5E-B622-10719C6AA151}"/>
              </a:ext>
            </a:extLst>
          </p:cNvPr>
          <p:cNvSpPr txBox="1"/>
          <p:nvPr/>
        </p:nvSpPr>
        <p:spPr>
          <a:xfrm>
            <a:off x="1374889" y="2757359"/>
            <a:ext cx="15406283" cy="3539430"/>
          </a:xfrm>
          <a:prstGeom prst="rect">
            <a:avLst/>
          </a:prstGeom>
          <a:noFill/>
          <a:ln>
            <a:noFill/>
          </a:ln>
        </p:spPr>
        <p:txBody>
          <a:bodyPr spcFirstLastPara="1" wrap="square" lIns="0" tIns="0" rIns="0" bIns="0" anchor="t" anchorCtr="0">
            <a:spAutoFit/>
          </a:bodyPr>
          <a:lstStyle/>
          <a:p>
            <a:pPr marL="457200" lvl="0" indent="-342900">
              <a:lnSpc>
                <a:spcPct val="115000"/>
              </a:lnSpc>
              <a:buClr>
                <a:schemeClr val="dk1"/>
              </a:buClr>
              <a:buSzPts val="1800"/>
              <a:buChar char="●"/>
            </a:pPr>
            <a:r>
              <a:rPr lang="es-GT" sz="4000" dirty="0">
                <a:solidFill>
                  <a:schemeClr val="dk1"/>
                </a:solidFill>
              </a:rPr>
              <a:t>Python (Pandas, </a:t>
            </a:r>
            <a:r>
              <a:rPr lang="es-GT" sz="4000" dirty="0" err="1">
                <a:solidFill>
                  <a:schemeClr val="dk1"/>
                </a:solidFill>
              </a:rPr>
              <a:t>Scikit-learn</a:t>
            </a:r>
            <a:r>
              <a:rPr lang="es-GT" sz="4000" dirty="0">
                <a:solidFill>
                  <a:schemeClr val="dk1"/>
                </a:solidFill>
              </a:rPr>
              <a:t>, </a:t>
            </a:r>
            <a:r>
              <a:rPr lang="es-GT" sz="4000" dirty="0" err="1">
                <a:solidFill>
                  <a:schemeClr val="dk1"/>
                </a:solidFill>
              </a:rPr>
              <a:t>TensorFlow</a:t>
            </a:r>
            <a:r>
              <a:rPr lang="es-GT" sz="4000" dirty="0">
                <a:solidFill>
                  <a:schemeClr val="dk1"/>
                </a:solidFill>
              </a:rPr>
              <a:t>)</a:t>
            </a:r>
          </a:p>
          <a:p>
            <a:pPr marL="457200" lvl="0" indent="-342900">
              <a:lnSpc>
                <a:spcPct val="115000"/>
              </a:lnSpc>
              <a:buClr>
                <a:schemeClr val="dk1"/>
              </a:buClr>
              <a:buSzPts val="1800"/>
              <a:buChar char="●"/>
            </a:pPr>
            <a:r>
              <a:rPr lang="es-GT" sz="4000" dirty="0" err="1">
                <a:solidFill>
                  <a:schemeClr val="dk1"/>
                </a:solidFill>
              </a:rPr>
              <a:t>RapidMiner</a:t>
            </a:r>
            <a:endParaRPr lang="es-GT" sz="4000" dirty="0">
              <a:solidFill>
                <a:schemeClr val="dk1"/>
              </a:solidFill>
            </a:endParaRPr>
          </a:p>
          <a:p>
            <a:pPr marL="457200" lvl="0" indent="-342900">
              <a:lnSpc>
                <a:spcPct val="115000"/>
              </a:lnSpc>
              <a:buClr>
                <a:schemeClr val="dk1"/>
              </a:buClr>
              <a:buSzPts val="1800"/>
              <a:buChar char="●"/>
            </a:pPr>
            <a:r>
              <a:rPr lang="es-GT" sz="4000" dirty="0">
                <a:solidFill>
                  <a:schemeClr val="dk1"/>
                </a:solidFill>
              </a:rPr>
              <a:t>IBM SPSS </a:t>
            </a:r>
            <a:r>
              <a:rPr lang="es-GT" sz="4000" dirty="0" err="1">
                <a:solidFill>
                  <a:schemeClr val="dk1"/>
                </a:solidFill>
              </a:rPr>
              <a:t>Modeler</a:t>
            </a:r>
            <a:endParaRPr lang="es-GT" sz="4000" dirty="0">
              <a:solidFill>
                <a:schemeClr val="dk1"/>
              </a:solidFill>
            </a:endParaRPr>
          </a:p>
          <a:p>
            <a:pPr marL="457200" lvl="0" indent="-342900">
              <a:lnSpc>
                <a:spcPct val="115000"/>
              </a:lnSpc>
              <a:buClr>
                <a:schemeClr val="dk1"/>
              </a:buClr>
              <a:buSzPts val="1800"/>
              <a:buChar char="●"/>
            </a:pPr>
            <a:r>
              <a:rPr lang="es-GT" sz="4000" dirty="0" err="1">
                <a:solidFill>
                  <a:schemeClr val="dk1"/>
                </a:solidFill>
              </a:rPr>
              <a:t>Weka</a:t>
            </a:r>
            <a:endParaRPr lang="es-GT" sz="4000" dirty="0">
              <a:solidFill>
                <a:schemeClr val="dk1"/>
              </a:solidFill>
            </a:endParaRPr>
          </a:p>
          <a:p>
            <a:pPr marL="457200" lvl="0" indent="-342900">
              <a:lnSpc>
                <a:spcPct val="115000"/>
              </a:lnSpc>
              <a:buClr>
                <a:schemeClr val="dk1"/>
              </a:buClr>
              <a:buSzPts val="1800"/>
              <a:buChar char="●"/>
            </a:pPr>
            <a:r>
              <a:rPr lang="es-GT" sz="4000" dirty="0">
                <a:solidFill>
                  <a:schemeClr val="dk1"/>
                </a:solidFill>
              </a:rPr>
              <a:t>Microsoft SQL Server </a:t>
            </a:r>
            <a:r>
              <a:rPr lang="es-GT" sz="4000" dirty="0" err="1">
                <a:solidFill>
                  <a:schemeClr val="dk1"/>
                </a:solidFill>
              </a:rPr>
              <a:t>Analysis</a:t>
            </a:r>
            <a:r>
              <a:rPr lang="es-GT" sz="4000" dirty="0">
                <a:solidFill>
                  <a:schemeClr val="dk1"/>
                </a:solidFill>
              </a:rPr>
              <a:t> </a:t>
            </a:r>
            <a:r>
              <a:rPr lang="es-GT" sz="4000" dirty="0" err="1">
                <a:solidFill>
                  <a:schemeClr val="dk1"/>
                </a:solidFill>
              </a:rPr>
              <a:t>Services</a:t>
            </a:r>
            <a:r>
              <a:rPr lang="es-GT" sz="4000" dirty="0">
                <a:solidFill>
                  <a:schemeClr val="dk1"/>
                </a:solidFill>
              </a:rPr>
              <a:t> (SSAS)</a:t>
            </a:r>
          </a:p>
        </p:txBody>
      </p:sp>
      <p:sp>
        <p:nvSpPr>
          <p:cNvPr id="155" name="Google Shape;155;p4">
            <a:extLst>
              <a:ext uri="{FF2B5EF4-FFF2-40B4-BE49-F238E27FC236}">
                <a16:creationId xmlns:a16="http://schemas.microsoft.com/office/drawing/2014/main" id="{276089E6-C525-E889-7EB7-1CF9518CCDAA}"/>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Herramientas Populares de Data </a:t>
            </a:r>
            <a:r>
              <a:rPr lang="es-GT" sz="6098" b="0" i="0" u="none" strike="noStrike" cap="none" noProof="0" dirty="0" err="1">
                <a:solidFill>
                  <a:srgbClr val="131416"/>
                </a:solidFill>
                <a:latin typeface="Impact"/>
                <a:ea typeface="Impact"/>
                <a:cs typeface="Impact"/>
                <a:sym typeface="Impact"/>
              </a:rPr>
              <a:t>Mining</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6CE45464-5DC7-A6C8-6EDA-377C6588F9FE}"/>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252325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E52F4535-D129-FF84-B67B-0FA3ACBB4856}"/>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53AA6364-92E1-7E53-A44B-424BA4928A45}"/>
              </a:ext>
            </a:extLst>
          </p:cNvPr>
          <p:cNvSpPr txBox="1"/>
          <p:nvPr/>
        </p:nvSpPr>
        <p:spPr>
          <a:xfrm>
            <a:off x="895575" y="2823214"/>
            <a:ext cx="16904909" cy="3539430"/>
          </a:xfrm>
          <a:prstGeom prst="rect">
            <a:avLst/>
          </a:prstGeom>
          <a:noFill/>
          <a:ln>
            <a:noFill/>
          </a:ln>
        </p:spPr>
        <p:txBody>
          <a:bodyPr spcFirstLastPara="1" wrap="square" lIns="0" tIns="0" rIns="0" bIns="0" anchor="t" anchorCtr="0">
            <a:spAutoFit/>
          </a:bodyPr>
          <a:lstStyle/>
          <a:p>
            <a:pPr marL="457200" lvl="0" indent="-342900">
              <a:lnSpc>
                <a:spcPct val="115000"/>
              </a:lnSpc>
              <a:buClr>
                <a:schemeClr val="dk1"/>
              </a:buClr>
              <a:buSzPts val="1800"/>
              <a:buChar char="●"/>
            </a:pPr>
            <a:r>
              <a:rPr lang="es-ES" sz="4000" dirty="0">
                <a:solidFill>
                  <a:schemeClr val="dk1"/>
                </a:solidFill>
              </a:rPr>
              <a:t>Mejor toma de decisiones basada en datos.</a:t>
            </a:r>
          </a:p>
          <a:p>
            <a:pPr marL="457200" lvl="0" indent="-342900">
              <a:lnSpc>
                <a:spcPct val="115000"/>
              </a:lnSpc>
              <a:buClr>
                <a:schemeClr val="dk1"/>
              </a:buClr>
              <a:buSzPts val="1800"/>
              <a:buChar char="●"/>
            </a:pPr>
            <a:r>
              <a:rPr lang="es-ES" sz="4000" dirty="0">
                <a:solidFill>
                  <a:schemeClr val="dk1"/>
                </a:solidFill>
              </a:rPr>
              <a:t>Automatización del análisis de grandes volúmenes de datos.</a:t>
            </a:r>
          </a:p>
          <a:p>
            <a:pPr marL="457200" lvl="0" indent="-342900">
              <a:lnSpc>
                <a:spcPct val="115000"/>
              </a:lnSpc>
              <a:buClr>
                <a:schemeClr val="dk1"/>
              </a:buClr>
              <a:buSzPts val="1800"/>
              <a:buChar char="●"/>
            </a:pPr>
            <a:r>
              <a:rPr lang="es-ES" sz="4000" dirty="0">
                <a:solidFill>
                  <a:schemeClr val="dk1"/>
                </a:solidFill>
              </a:rPr>
              <a:t>Optimización de estrategias de marketing y ventas.</a:t>
            </a:r>
          </a:p>
          <a:p>
            <a:pPr marL="457200" lvl="0" indent="-342900">
              <a:lnSpc>
                <a:spcPct val="115000"/>
              </a:lnSpc>
              <a:buClr>
                <a:schemeClr val="dk1"/>
              </a:buClr>
              <a:buSzPts val="1800"/>
              <a:buChar char="●"/>
            </a:pPr>
            <a:r>
              <a:rPr lang="es-ES" sz="4000" dirty="0">
                <a:solidFill>
                  <a:schemeClr val="dk1"/>
                </a:solidFill>
              </a:rPr>
              <a:t>Reducción de costos mediante la detección temprana de riesgos.</a:t>
            </a:r>
          </a:p>
          <a:p>
            <a:pPr marL="457200" lvl="0" indent="-342900">
              <a:lnSpc>
                <a:spcPct val="115000"/>
              </a:lnSpc>
              <a:buClr>
                <a:schemeClr val="dk1"/>
              </a:buClr>
              <a:buSzPts val="1800"/>
              <a:buChar char="●"/>
            </a:pPr>
            <a:r>
              <a:rPr lang="es-ES" sz="4000" dirty="0">
                <a:solidFill>
                  <a:schemeClr val="dk1"/>
                </a:solidFill>
              </a:rPr>
              <a:t>Mayor personalización en productos y servicios.</a:t>
            </a:r>
          </a:p>
        </p:txBody>
      </p:sp>
      <p:sp>
        <p:nvSpPr>
          <p:cNvPr id="155" name="Google Shape;155;p4">
            <a:extLst>
              <a:ext uri="{FF2B5EF4-FFF2-40B4-BE49-F238E27FC236}">
                <a16:creationId xmlns:a16="http://schemas.microsoft.com/office/drawing/2014/main" id="{1329555A-B687-185B-5FB1-5F8B7A9C3EF1}"/>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Beneficios del Data </a:t>
            </a:r>
            <a:r>
              <a:rPr lang="es-GT" sz="6098" b="0" i="0" u="none" strike="noStrike" cap="none" noProof="0" dirty="0" err="1">
                <a:solidFill>
                  <a:srgbClr val="131416"/>
                </a:solidFill>
                <a:latin typeface="Impact"/>
                <a:ea typeface="Impact"/>
                <a:cs typeface="Impact"/>
                <a:sym typeface="Impact"/>
              </a:rPr>
              <a:t>Mining</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69915218-7AE1-03C9-AE7D-33E41B02BA8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456934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E3E19B4-6B09-17C6-9153-D30E1AB202A1}"/>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AD37D7D2-8359-1445-49F0-3CAAF1524813}"/>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Casos de uso en la industria</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4AD7E676-C164-A596-E383-4D79D911B93C}"/>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385AD679-EB33-C763-8112-8BE2E6B4E262}"/>
              </a:ext>
            </a:extLst>
          </p:cNvPr>
          <p:cNvSpPr txBox="1"/>
          <p:nvPr/>
        </p:nvSpPr>
        <p:spPr>
          <a:xfrm>
            <a:off x="693884" y="1714782"/>
            <a:ext cx="16900232" cy="8359724"/>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Segmentación de clientes y marketing</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dirty="0">
                <a:solidFill>
                  <a:srgbClr val="131416"/>
                </a:solidFill>
              </a:rPr>
              <a:t>Detección de fraude en finanzas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Optimización de campañas de ventas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dirty="0">
                <a:solidFill>
                  <a:srgbClr val="131416"/>
                </a:solidFill>
              </a:rPr>
              <a:t>Predicción de demanda y consumo</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Análisis de comportamiento de usuarios en plataformas digitales.</a:t>
            </a:r>
          </a:p>
          <a:p>
            <a:pPr marR="0" lvl="0" algn="l" rtl="0">
              <a:lnSpc>
                <a:spcPct val="173070"/>
              </a:lnSpc>
              <a:spcBef>
                <a:spcPts val="0"/>
              </a:spcBef>
              <a:spcAft>
                <a:spcPts val="0"/>
              </a:spcAft>
              <a:buClr>
                <a:srgbClr val="000000"/>
              </a:buClr>
              <a:buSzPts val="3925"/>
            </a:pPr>
            <a:endParaRPr lang="es-GT" sz="3925" noProof="0" dirty="0">
              <a:solidFill>
                <a:srgbClr val="131416"/>
              </a:solidFill>
            </a:endParaRPr>
          </a:p>
          <a:p>
            <a:pPr marR="0" lvl="0" algn="l" rtl="0">
              <a:lnSpc>
                <a:spcPct val="173070"/>
              </a:lnSpc>
              <a:spcBef>
                <a:spcPts val="0"/>
              </a:spcBef>
              <a:spcAft>
                <a:spcPts val="0"/>
              </a:spcAft>
              <a:buClr>
                <a:srgbClr val="000000"/>
              </a:buClr>
              <a:buSzPts val="3925"/>
            </a:pPr>
            <a:r>
              <a:rPr lang="es-GT" sz="3925" b="0" i="0" u="none" strike="noStrike" cap="none" noProof="0" dirty="0">
                <a:solidFill>
                  <a:srgbClr val="131416"/>
                </a:solidFill>
                <a:latin typeface="Arial"/>
                <a:ea typeface="Arial"/>
                <a:cs typeface="Arial"/>
                <a:sym typeface="Arial"/>
              </a:rPr>
              <a:t>E</a:t>
            </a:r>
            <a:r>
              <a:rPr lang="es-GT" sz="3925" dirty="0" err="1">
                <a:solidFill>
                  <a:srgbClr val="131416"/>
                </a:solidFill>
              </a:rPr>
              <a:t>stos</a:t>
            </a:r>
            <a:r>
              <a:rPr lang="es-GT" sz="3925" dirty="0">
                <a:solidFill>
                  <a:srgbClr val="131416"/>
                </a:solidFill>
              </a:rPr>
              <a:t> casos se basan en encontrar patrones útiles para decisiones estratégicas y operativas.</a:t>
            </a:r>
            <a:endParaRPr lang="es-GT" sz="3925" b="0" i="0" u="none" strike="noStrike" cap="none" noProof="0" dirty="0">
              <a:solidFill>
                <a:srgbClr val="131416"/>
              </a:solidFill>
              <a:latin typeface="Arial"/>
              <a:ea typeface="Arial"/>
              <a:cs typeface="Arial"/>
              <a:sym typeface="Arial"/>
            </a:endParaRPr>
          </a:p>
        </p:txBody>
      </p:sp>
    </p:spTree>
    <p:extLst>
      <p:ext uri="{BB962C8B-B14F-4D97-AF65-F5344CB8AC3E}">
        <p14:creationId xmlns:p14="http://schemas.microsoft.com/office/powerpoint/2010/main" val="4671622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B49F9B4-FAE2-E0E4-8AC1-D3765E3A8F92}"/>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303B74B7-4CBA-0D7C-2DA2-1AD20C17EC19}"/>
              </a:ext>
            </a:extLst>
          </p:cNvPr>
          <p:cNvSpPr txBox="1"/>
          <p:nvPr/>
        </p:nvSpPr>
        <p:spPr>
          <a:xfrm>
            <a:off x="1374889" y="654364"/>
            <a:ext cx="15045674"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Cuadro de Mando Integral (</a:t>
            </a:r>
            <a:r>
              <a:rPr lang="es-GT" sz="6098" b="0" i="0" u="none" strike="noStrike" cap="none" noProof="0" dirty="0" err="1">
                <a:solidFill>
                  <a:srgbClr val="131416"/>
                </a:solidFill>
                <a:latin typeface="Impact"/>
                <a:ea typeface="Impact"/>
                <a:cs typeface="Impact"/>
                <a:sym typeface="Impact"/>
              </a:rPr>
              <a:t>Balanced</a:t>
            </a:r>
            <a:r>
              <a:rPr lang="es-GT" sz="6098" b="0" i="0" u="none" strike="noStrike" cap="none" noProof="0" dirty="0">
                <a:solidFill>
                  <a:srgbClr val="131416"/>
                </a:solidFill>
                <a:latin typeface="Impact"/>
                <a:ea typeface="Impact"/>
                <a:cs typeface="Impact"/>
                <a:sym typeface="Impact"/>
              </a:rPr>
              <a:t> </a:t>
            </a:r>
            <a:r>
              <a:rPr lang="es-GT" sz="6098" b="0" i="0" u="none" strike="noStrike" cap="none" noProof="0" dirty="0" err="1">
                <a:solidFill>
                  <a:srgbClr val="131416"/>
                </a:solidFill>
                <a:latin typeface="Impact"/>
                <a:ea typeface="Impact"/>
                <a:cs typeface="Impact"/>
                <a:sym typeface="Impact"/>
              </a:rPr>
              <a:t>Scorecard</a:t>
            </a:r>
            <a:r>
              <a:rPr lang="es-GT" sz="6098" b="0" i="0" u="none" strike="noStrike" cap="none" noProof="0" dirty="0">
                <a:solidFill>
                  <a:srgbClr val="131416"/>
                </a:solidFill>
                <a:latin typeface="Impact"/>
                <a:ea typeface="Impact"/>
                <a:cs typeface="Impact"/>
                <a:sym typeface="Impact"/>
              </a:rPr>
              <a:t> – BSC)</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914E45AC-E2FA-5FE2-3276-55592340D193}"/>
              </a:ext>
            </a:extLst>
          </p:cNvPr>
          <p:cNvSpPr/>
          <p:nvPr/>
        </p:nvSpPr>
        <p:spPr>
          <a:xfrm>
            <a:off x="14179639" y="6413679"/>
            <a:ext cx="3803871" cy="363800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DBC5E63D-5C53-ABE1-94DD-61F75B8293A2}"/>
              </a:ext>
            </a:extLst>
          </p:cNvPr>
          <p:cNvSpPr txBox="1"/>
          <p:nvPr/>
        </p:nvSpPr>
        <p:spPr>
          <a:xfrm>
            <a:off x="1038603" y="2955972"/>
            <a:ext cx="16210793" cy="59636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Es utilizado por las organizaciones para:</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Comunicar lo que están tratando de lograr.</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Alinear el trabajo diario con la estrategia.</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Priorizar proyectos, productos y servicios.</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Medir monitorear el progreso hacia los objetivos estratégicos.</a:t>
            </a: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Una de sus principales fortalezas es su capacidad para conectar los puntos clave en toda la organización, vinculando las actividades individuales y de equipo, las métricas de desempeño (KPI), los objetivos estratégicos y la misión y visión de la organización de forma clara e integrada.</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62615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F3E2B4D-41BF-74BA-F9E4-BD6D37080659}"/>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101519AC-EF6E-1D16-05D1-0441E992871A}"/>
              </a:ext>
            </a:extLst>
          </p:cNvPr>
          <p:cNvSpPr txBox="1"/>
          <p:nvPr/>
        </p:nvSpPr>
        <p:spPr>
          <a:xfrm>
            <a:off x="1362010" y="705880"/>
            <a:ext cx="15045674"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Perspectivas del BSC</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D17395A0-C26E-CD83-A5AE-D3A6D3C326C4}"/>
              </a:ext>
            </a:extLst>
          </p:cNvPr>
          <p:cNvSpPr/>
          <p:nvPr/>
        </p:nvSpPr>
        <p:spPr>
          <a:xfrm>
            <a:off x="14179639" y="6413679"/>
            <a:ext cx="3803871" cy="363800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6DD84885-8F95-4A56-099F-0E4F1BD3EDDB}"/>
              </a:ext>
            </a:extLst>
          </p:cNvPr>
          <p:cNvSpPr txBox="1"/>
          <p:nvPr/>
        </p:nvSpPr>
        <p:spPr>
          <a:xfrm>
            <a:off x="779450" y="2312027"/>
            <a:ext cx="16210793" cy="59636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El BSC anima a las organizaciones a analizar su desempeño desde cuatro perspectivas clave, las cuales ayudan a guiar el desarrollo de objetivos estratégicos, KPI, metas e iniciativas.</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dirty="0">
                <a:solidFill>
                  <a:srgbClr val="131416"/>
                </a:solidFill>
              </a:rPr>
              <a:t>Financiero (o administración):</a:t>
            </a:r>
            <a:r>
              <a:rPr lang="es-GT" sz="2800" dirty="0">
                <a:solidFill>
                  <a:srgbClr val="131416"/>
                </a:solidFill>
              </a:rPr>
              <a:t> Evalúa el desempeño financiero de la organización y la eficacia con la que utiliza los recursos financiero.</a:t>
            </a:r>
          </a:p>
          <a:p>
            <a:pPr marL="0" marR="0" lvl="0" indent="0" algn="l" rtl="0">
              <a:lnSpc>
                <a:spcPct val="173070"/>
              </a:lnSpc>
              <a:spcBef>
                <a:spcPts val="0"/>
              </a:spcBef>
              <a:spcAft>
                <a:spcPts val="0"/>
              </a:spcAft>
              <a:buClr>
                <a:srgbClr val="000000"/>
              </a:buClr>
              <a:buSzPts val="3925"/>
              <a:buFont typeface="Arial"/>
              <a:buNone/>
            </a:pPr>
            <a:endParaRPr lang="es-GT" sz="2800" dirty="0">
              <a:solidFill>
                <a:srgbClr val="131416"/>
              </a:solidFil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Cliente/Parte interesada:</a:t>
            </a:r>
            <a:r>
              <a:rPr lang="es-GT" sz="2800" b="0" i="0" u="none" strike="noStrike" cap="none" noProof="0" dirty="0">
                <a:solidFill>
                  <a:srgbClr val="131416"/>
                </a:solidFill>
                <a:latin typeface="Arial"/>
                <a:ea typeface="Arial"/>
                <a:cs typeface="Arial"/>
                <a:sym typeface="Arial"/>
              </a:rPr>
              <a:t> Evalúa el desempeño desde el punto de vista de los clientes o las partes interesadas clave a las que la organización pretende servir.</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844038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08F84F2-3C45-C338-34E1-410CA7BFE6DF}"/>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5D5635C9-6E36-1A94-7FDF-7EFAC567BEF2}"/>
              </a:ext>
            </a:extLst>
          </p:cNvPr>
          <p:cNvSpPr/>
          <p:nvPr/>
        </p:nvSpPr>
        <p:spPr>
          <a:xfrm>
            <a:off x="14179639" y="6413679"/>
            <a:ext cx="3803871" cy="363800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55DFD9CD-A068-7495-4DBD-E71FE92170B6}"/>
              </a:ext>
            </a:extLst>
          </p:cNvPr>
          <p:cNvSpPr txBox="1"/>
          <p:nvPr/>
        </p:nvSpPr>
        <p:spPr>
          <a:xfrm>
            <a:off x="936934" y="2646878"/>
            <a:ext cx="16210793" cy="4472763"/>
          </a:xfrm>
          <a:prstGeom prst="rect">
            <a:avLst/>
          </a:prstGeom>
          <a:noFill/>
          <a:ln>
            <a:noFill/>
          </a:ln>
        </p:spPr>
        <p:txBody>
          <a:bodyPr spcFirstLastPara="1" wrap="square" lIns="0" tIns="0" rIns="0" bIns="0" anchor="t" anchorCtr="0">
            <a:spAutoFit/>
          </a:bodyPr>
          <a:lstStyle/>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Proceso interno:</a:t>
            </a:r>
            <a:r>
              <a:rPr lang="es-GT" sz="2800" b="0" i="0" u="none" strike="noStrike" cap="none" noProof="0" dirty="0">
                <a:solidFill>
                  <a:srgbClr val="131416"/>
                </a:solidFill>
                <a:latin typeface="Arial"/>
                <a:ea typeface="Arial"/>
                <a:cs typeface="Arial"/>
                <a:sym typeface="Arial"/>
              </a:rPr>
              <a:t> Se centra en la calidad y la eficiencia de las operaciones internas que producen productos, prestan servicios o impulsan otros procesos críticos.</a:t>
            </a:r>
          </a:p>
          <a:p>
            <a:pPr marL="0" marR="0" lvl="0" indent="0" algn="l" rtl="0">
              <a:lnSpc>
                <a:spcPct val="173070"/>
              </a:lnSpc>
              <a:spcBef>
                <a:spcPts val="0"/>
              </a:spcBef>
              <a:spcAft>
                <a:spcPts val="0"/>
              </a:spcAft>
              <a:buClr>
                <a:srgbClr val="000000"/>
              </a:buClr>
              <a:buSzPts val="3925"/>
              <a:buFont typeface="Arial"/>
              <a:buNone/>
            </a:pPr>
            <a:endParaRPr lang="es-GT" sz="2800" dirty="0">
              <a:solidFill>
                <a:srgbClr val="131416"/>
              </a:solidFil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Capacidad organizacional (o aprendizaje y crecimiento):</a:t>
            </a:r>
            <a:r>
              <a:rPr lang="es-GT" sz="2800" b="0" i="0" u="none" strike="noStrike" cap="none" noProof="0" dirty="0">
                <a:solidFill>
                  <a:srgbClr val="131416"/>
                </a:solidFill>
                <a:latin typeface="Arial"/>
                <a:ea typeface="Arial"/>
                <a:cs typeface="Arial"/>
                <a:sym typeface="Arial"/>
              </a:rPr>
              <a:t> Examina las personas, la infraestructura, la tecnología, la cultura</a:t>
            </a:r>
            <a:r>
              <a:rPr lang="es-GT" sz="2800" dirty="0">
                <a:solidFill>
                  <a:srgbClr val="131416"/>
                </a:solidFill>
              </a:rPr>
              <a:t> y otras capacidades que permiten la mejora y la innovación a largo plazo.</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508109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CCE282B-53DF-A26B-0B4C-1F0FA57A00B2}"/>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23988267-11D4-6E18-75E7-674D65A1CE59}"/>
              </a:ext>
            </a:extLst>
          </p:cNvPr>
          <p:cNvSpPr txBox="1"/>
          <p:nvPr/>
        </p:nvSpPr>
        <p:spPr>
          <a:xfrm>
            <a:off x="1374889" y="654364"/>
            <a:ext cx="15045674"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err="1">
                <a:solidFill>
                  <a:srgbClr val="131416"/>
                </a:solidFill>
                <a:latin typeface="Impact"/>
                <a:ea typeface="Impact"/>
                <a:cs typeface="Impact"/>
                <a:sym typeface="Impact"/>
              </a:rPr>
              <a:t>Datawarehouse</a:t>
            </a:r>
            <a:r>
              <a:rPr lang="es-GT" sz="6098" b="0" i="0" u="none" strike="noStrike" cap="none" noProof="0" dirty="0">
                <a:solidFill>
                  <a:srgbClr val="131416"/>
                </a:solidFill>
                <a:latin typeface="Impact"/>
                <a:ea typeface="Impact"/>
                <a:cs typeface="Impact"/>
                <a:sym typeface="Impact"/>
              </a:rPr>
              <a:t> vs </a:t>
            </a:r>
            <a:r>
              <a:rPr lang="es-GT" sz="6098" b="0" i="0" u="none" strike="noStrike" cap="none" noProof="0" dirty="0" err="1">
                <a:solidFill>
                  <a:srgbClr val="131416"/>
                </a:solidFill>
                <a:latin typeface="Impact"/>
                <a:ea typeface="Impact"/>
                <a:cs typeface="Impact"/>
                <a:sym typeface="Impact"/>
              </a:rPr>
              <a:t>Datamingin</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34DCD732-21CC-F29F-61F7-A1A68F1EAF43}"/>
              </a:ext>
            </a:extLst>
          </p:cNvPr>
          <p:cNvSpPr/>
          <p:nvPr/>
        </p:nvSpPr>
        <p:spPr>
          <a:xfrm>
            <a:off x="14179639" y="6413679"/>
            <a:ext cx="3803871" cy="363800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2CB60F12-0A80-E2D1-11AB-04E531AB2941}"/>
              </a:ext>
            </a:extLst>
          </p:cNvPr>
          <p:cNvSpPr txBox="1"/>
          <p:nvPr/>
        </p:nvSpPr>
        <p:spPr>
          <a:xfrm>
            <a:off x="936934" y="2646878"/>
            <a:ext cx="16210793" cy="521822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La minería y el almacenamiento de datos son dos aspectos esenciales de la gestión y el análisis de datos modernos. A medida que las empresas manejan cantidades cada vez mayores de datos cada día, estos procesos desempeñan un papel vital en la organización de la información y el descubrimiento de conocimientos valiosos. La minería de datos consiste en analizar grandes conjuntos de datos para encontrar patrones ocultos, tendencias o conocimientos útiles que respalden la toma de decisiones. El almacenamiento de datos se centra en recopilar, almacenar y organizar datos en un sistema centralizado, lo que facilita el acceso y el análisis.</a:t>
            </a:r>
          </a:p>
        </p:txBody>
      </p:sp>
    </p:spTree>
    <p:extLst>
      <p:ext uri="{BB962C8B-B14F-4D97-AF65-F5344CB8AC3E}">
        <p14:creationId xmlns:p14="http://schemas.microsoft.com/office/powerpoint/2010/main" val="891908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AFC151E-A1D2-99C7-FEFE-3FFA7414A05B}"/>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436B6D8A-0ED9-5E92-10A2-8D2E5692D0AA}"/>
              </a:ext>
            </a:extLst>
          </p:cNvPr>
          <p:cNvSpPr/>
          <p:nvPr/>
        </p:nvSpPr>
        <p:spPr>
          <a:xfrm>
            <a:off x="14179639" y="6413679"/>
            <a:ext cx="3803871" cy="363800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graphicFrame>
        <p:nvGraphicFramePr>
          <p:cNvPr id="2" name="Tabla 1">
            <a:extLst>
              <a:ext uri="{FF2B5EF4-FFF2-40B4-BE49-F238E27FC236}">
                <a16:creationId xmlns:a16="http://schemas.microsoft.com/office/drawing/2014/main" id="{FD8B13BA-A707-9AE5-6109-440A6F9FC3A2}"/>
              </a:ext>
            </a:extLst>
          </p:cNvPr>
          <p:cNvGraphicFramePr>
            <a:graphicFrameLocks noGrp="1"/>
          </p:cNvGraphicFramePr>
          <p:nvPr>
            <p:extLst>
              <p:ext uri="{D42A27DB-BD31-4B8C-83A1-F6EECF244321}">
                <p14:modId xmlns:p14="http://schemas.microsoft.com/office/powerpoint/2010/main" val="1563221796"/>
              </p:ext>
            </p:extLst>
          </p:nvPr>
        </p:nvGraphicFramePr>
        <p:xfrm>
          <a:off x="1094705" y="1892688"/>
          <a:ext cx="15841014" cy="6501624"/>
        </p:xfrm>
        <a:graphic>
          <a:graphicData uri="http://schemas.openxmlformats.org/drawingml/2006/table">
            <a:tbl>
              <a:tblPr firstRow="1" bandRow="1">
                <a:tableStyleId>{8EC20E35-A176-4012-BC5E-935CFFF8708E}</a:tableStyleId>
              </a:tblPr>
              <a:tblGrid>
                <a:gridCol w="5280338">
                  <a:extLst>
                    <a:ext uri="{9D8B030D-6E8A-4147-A177-3AD203B41FA5}">
                      <a16:colId xmlns:a16="http://schemas.microsoft.com/office/drawing/2014/main" val="2597624695"/>
                    </a:ext>
                  </a:extLst>
                </a:gridCol>
                <a:gridCol w="5280338">
                  <a:extLst>
                    <a:ext uri="{9D8B030D-6E8A-4147-A177-3AD203B41FA5}">
                      <a16:colId xmlns:a16="http://schemas.microsoft.com/office/drawing/2014/main" val="3275165186"/>
                    </a:ext>
                  </a:extLst>
                </a:gridCol>
                <a:gridCol w="5280338">
                  <a:extLst>
                    <a:ext uri="{9D8B030D-6E8A-4147-A177-3AD203B41FA5}">
                      <a16:colId xmlns:a16="http://schemas.microsoft.com/office/drawing/2014/main" val="3037949982"/>
                    </a:ext>
                  </a:extLst>
                </a:gridCol>
              </a:tblGrid>
              <a:tr h="826088">
                <a:tc>
                  <a:txBody>
                    <a:bodyPr/>
                    <a:lstStyle/>
                    <a:p>
                      <a:endParaRPr lang="es-GT" sz="2000"/>
                    </a:p>
                  </a:txBody>
                  <a:tcPr/>
                </a:tc>
                <a:tc>
                  <a:txBody>
                    <a:bodyPr/>
                    <a:lstStyle/>
                    <a:p>
                      <a:r>
                        <a:rPr lang="es-GT" sz="2000" dirty="0"/>
                        <a:t>Almacenamiento de datos</a:t>
                      </a:r>
                    </a:p>
                  </a:txBody>
                  <a:tcPr/>
                </a:tc>
                <a:tc>
                  <a:txBody>
                    <a:bodyPr/>
                    <a:lstStyle/>
                    <a:p>
                      <a:r>
                        <a:rPr lang="es-GT" sz="2000" dirty="0"/>
                        <a:t>Minería de datos</a:t>
                      </a:r>
                    </a:p>
                  </a:txBody>
                  <a:tcPr/>
                </a:tc>
                <a:extLst>
                  <a:ext uri="{0D108BD9-81ED-4DB2-BD59-A6C34878D82A}">
                    <a16:rowId xmlns:a16="http://schemas.microsoft.com/office/drawing/2014/main" val="1417458644"/>
                  </a:ext>
                </a:extLst>
              </a:tr>
              <a:tr h="826088">
                <a:tc>
                  <a:txBody>
                    <a:bodyPr/>
                    <a:lstStyle/>
                    <a:p>
                      <a:r>
                        <a:rPr lang="es-GT" sz="2000" dirty="0"/>
                        <a:t>Propósito</a:t>
                      </a:r>
                    </a:p>
                  </a:txBody>
                  <a:tcPr/>
                </a:tc>
                <a:tc>
                  <a:txBody>
                    <a:bodyPr/>
                    <a:lstStyle/>
                    <a:p>
                      <a:r>
                        <a:rPr lang="es-GT" sz="2000" dirty="0"/>
                        <a:t>El almacenamiento de datos se centra en almacenar y organizar grandes volúmenes de datos estructurados.</a:t>
                      </a:r>
                    </a:p>
                  </a:txBody>
                  <a:tcPr/>
                </a:tc>
                <a:tc>
                  <a:txBody>
                    <a:bodyPr/>
                    <a:lstStyle/>
                    <a:p>
                      <a:r>
                        <a:rPr lang="es-GT" sz="2000" dirty="0"/>
                        <a:t>La minería de datos se centra en analizar datos para descubrir patrones, tendencias y conocimientos.</a:t>
                      </a:r>
                    </a:p>
                  </a:txBody>
                  <a:tcPr/>
                </a:tc>
                <a:extLst>
                  <a:ext uri="{0D108BD9-81ED-4DB2-BD59-A6C34878D82A}">
                    <a16:rowId xmlns:a16="http://schemas.microsoft.com/office/drawing/2014/main" val="8259618"/>
                  </a:ext>
                </a:extLst>
              </a:tr>
              <a:tr h="826088">
                <a:tc>
                  <a:txBody>
                    <a:bodyPr/>
                    <a:lstStyle/>
                    <a:p>
                      <a:r>
                        <a:rPr lang="es-GT" sz="2000" dirty="0"/>
                        <a:t>Proceso</a:t>
                      </a:r>
                    </a:p>
                  </a:txBody>
                  <a:tcPr/>
                </a:tc>
                <a:tc>
                  <a:txBody>
                    <a:bodyPr/>
                    <a:lstStyle/>
                    <a:p>
                      <a:r>
                        <a:rPr lang="es-GT" sz="2000" dirty="0"/>
                        <a:t>Implica recopilar, limpiar e integrar datos de múltiples fuentes.</a:t>
                      </a:r>
                    </a:p>
                  </a:txBody>
                  <a:tcPr/>
                </a:tc>
                <a:tc>
                  <a:txBody>
                    <a:bodyPr/>
                    <a:lstStyle/>
                    <a:p>
                      <a:r>
                        <a:rPr lang="es-GT" sz="2000" dirty="0"/>
                        <a:t>Implica el uso de algoritmos y técnicas para analizar e interpretar los datos.</a:t>
                      </a:r>
                    </a:p>
                  </a:txBody>
                  <a:tcPr/>
                </a:tc>
                <a:extLst>
                  <a:ext uri="{0D108BD9-81ED-4DB2-BD59-A6C34878D82A}">
                    <a16:rowId xmlns:a16="http://schemas.microsoft.com/office/drawing/2014/main" val="2745787267"/>
                  </a:ext>
                </a:extLst>
              </a:tr>
              <a:tr h="826088">
                <a:tc>
                  <a:txBody>
                    <a:bodyPr/>
                    <a:lstStyle/>
                    <a:p>
                      <a:r>
                        <a:rPr lang="es-GT" sz="2000" dirty="0"/>
                        <a:t>Funcionalidad</a:t>
                      </a:r>
                    </a:p>
                  </a:txBody>
                  <a:tcPr/>
                </a:tc>
                <a:tc>
                  <a:txBody>
                    <a:bodyPr/>
                    <a:lstStyle/>
                    <a:p>
                      <a:r>
                        <a:rPr lang="es-GT" sz="2000" dirty="0"/>
                        <a:t>Admite herramientas de generación de informes, consultas y análisis de datos para inteligencia empresarial.</a:t>
                      </a:r>
                    </a:p>
                  </a:txBody>
                  <a:tcPr/>
                </a:tc>
                <a:tc>
                  <a:txBody>
                    <a:bodyPr/>
                    <a:lstStyle/>
                    <a:p>
                      <a:r>
                        <a:rPr lang="es-GT" sz="2000" dirty="0"/>
                        <a:t>Ayuda a predecir resultados y tomar decisiones basadas en conocimientos.</a:t>
                      </a:r>
                    </a:p>
                  </a:txBody>
                  <a:tcPr/>
                </a:tc>
                <a:extLst>
                  <a:ext uri="{0D108BD9-81ED-4DB2-BD59-A6C34878D82A}">
                    <a16:rowId xmlns:a16="http://schemas.microsoft.com/office/drawing/2014/main" val="1164920243"/>
                  </a:ext>
                </a:extLst>
              </a:tr>
              <a:tr h="826088">
                <a:tc>
                  <a:txBody>
                    <a:bodyPr/>
                    <a:lstStyle/>
                    <a:p>
                      <a:r>
                        <a:rPr lang="es-GT" sz="2000" dirty="0"/>
                        <a:t>Estado de datos</a:t>
                      </a:r>
                    </a:p>
                  </a:txBody>
                  <a:tcPr/>
                </a:tc>
                <a:tc>
                  <a:txBody>
                    <a:bodyPr/>
                    <a:lstStyle/>
                    <a:p>
                      <a:r>
                        <a:rPr lang="es-GT" sz="2000" dirty="0"/>
                        <a:t>Almacén de datos históricos y actuales en un formato estructurado y consistente.</a:t>
                      </a:r>
                    </a:p>
                  </a:txBody>
                  <a:tcPr/>
                </a:tc>
                <a:tc>
                  <a:txBody>
                    <a:bodyPr/>
                    <a:lstStyle/>
                    <a:p>
                      <a:r>
                        <a:rPr lang="es-GT" sz="2000" dirty="0"/>
                        <a:t>Trabaja con datos almacenados para identificar relaciones y predecir patrones futuros.</a:t>
                      </a:r>
                    </a:p>
                  </a:txBody>
                  <a:tcPr/>
                </a:tc>
                <a:extLst>
                  <a:ext uri="{0D108BD9-81ED-4DB2-BD59-A6C34878D82A}">
                    <a16:rowId xmlns:a16="http://schemas.microsoft.com/office/drawing/2014/main" val="2455470266"/>
                  </a:ext>
                </a:extLst>
              </a:tr>
              <a:tr h="826088">
                <a:tc>
                  <a:txBody>
                    <a:bodyPr/>
                    <a:lstStyle/>
                    <a:p>
                      <a:r>
                        <a:rPr lang="es-GT" sz="2000" dirty="0"/>
                        <a:t>Usuarios</a:t>
                      </a:r>
                    </a:p>
                  </a:txBody>
                  <a:tcPr/>
                </a:tc>
                <a:tc>
                  <a:txBody>
                    <a:bodyPr/>
                    <a:lstStyle/>
                    <a:p>
                      <a:r>
                        <a:rPr lang="es-GT" sz="2000" dirty="0"/>
                        <a:t>Utilizado por analistas de datos y equipos de inteligencia empresarial para informes y seguimiento.</a:t>
                      </a:r>
                    </a:p>
                  </a:txBody>
                  <a:tcPr/>
                </a:tc>
                <a:tc>
                  <a:txBody>
                    <a:bodyPr/>
                    <a:lstStyle/>
                    <a:p>
                      <a:r>
                        <a:rPr lang="es-GT" sz="2000" dirty="0"/>
                        <a:t>Utilizado por científicos de datos y tomadores de decisiones para conocimientos predictivos y descriptivos.</a:t>
                      </a:r>
                    </a:p>
                  </a:txBody>
                  <a:tcPr/>
                </a:tc>
                <a:extLst>
                  <a:ext uri="{0D108BD9-81ED-4DB2-BD59-A6C34878D82A}">
                    <a16:rowId xmlns:a16="http://schemas.microsoft.com/office/drawing/2014/main" val="2300050438"/>
                  </a:ext>
                </a:extLst>
              </a:tr>
              <a:tr h="826088">
                <a:tc>
                  <a:txBody>
                    <a:bodyPr/>
                    <a:lstStyle/>
                    <a:p>
                      <a:r>
                        <a:rPr lang="es-GT" sz="2000" dirty="0"/>
                        <a:t>Salida</a:t>
                      </a:r>
                    </a:p>
                  </a:txBody>
                  <a:tcPr/>
                </a:tc>
                <a:tc>
                  <a:txBody>
                    <a:bodyPr/>
                    <a:lstStyle/>
                    <a:p>
                      <a:r>
                        <a:rPr lang="es-GT" sz="2000" dirty="0"/>
                        <a:t>Proporciona datos organizados para facilitar el acceso y uso.</a:t>
                      </a:r>
                    </a:p>
                  </a:txBody>
                  <a:tcPr/>
                </a:tc>
                <a:tc>
                  <a:txBody>
                    <a:bodyPr/>
                    <a:lstStyle/>
                    <a:p>
                      <a:r>
                        <a:rPr lang="es-GT" sz="2000" dirty="0"/>
                        <a:t>Genera información procesable a partir del análisis de los datos.</a:t>
                      </a:r>
                    </a:p>
                  </a:txBody>
                  <a:tcPr/>
                </a:tc>
                <a:extLst>
                  <a:ext uri="{0D108BD9-81ED-4DB2-BD59-A6C34878D82A}">
                    <a16:rowId xmlns:a16="http://schemas.microsoft.com/office/drawing/2014/main" val="1032446801"/>
                  </a:ext>
                </a:extLst>
              </a:tr>
            </a:tbl>
          </a:graphicData>
        </a:graphic>
      </p:graphicFrame>
    </p:spTree>
    <p:extLst>
      <p:ext uri="{BB962C8B-B14F-4D97-AF65-F5344CB8AC3E}">
        <p14:creationId xmlns:p14="http://schemas.microsoft.com/office/powerpoint/2010/main" val="3435846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CONCEPTOS CLAVE APRENDIDOS </a:t>
            </a:r>
            <a:endParaRPr lang="es-GT" sz="1400" b="0" i="0" u="none" strike="noStrike" cap="none" noProof="0" dirty="0">
              <a:solidFill>
                <a:srgbClr val="000000"/>
              </a:solidFill>
              <a:latin typeface="Impact"/>
              <a:ea typeface="Impact"/>
              <a:cs typeface="Impact"/>
              <a:sym typeface="Impact"/>
            </a:endParaRPr>
          </a:p>
        </p:txBody>
      </p:sp>
      <p:sp>
        <p:nvSpPr>
          <p:cNvPr id="163" name="Google Shape;163;p6"/>
          <p:cNvSpPr txBox="1"/>
          <p:nvPr/>
        </p:nvSpPr>
        <p:spPr>
          <a:xfrm>
            <a:off x="3069991" y="3281284"/>
            <a:ext cx="12809659" cy="203652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Los métodos de uso y análisis de datos para lograr convertirlos en información que pueda ser de beneficios para la empresa, las diferencias entre </a:t>
            </a:r>
            <a:r>
              <a:rPr lang="es-GT" sz="3151" b="0" i="0" u="none" strike="noStrike" cap="none" noProof="0" dirty="0" err="1">
                <a:solidFill>
                  <a:srgbClr val="131416"/>
                </a:solidFill>
                <a:latin typeface="Arial"/>
                <a:ea typeface="Arial"/>
                <a:cs typeface="Arial"/>
                <a:sym typeface="Arial"/>
              </a:rPr>
              <a:t>Datawarehouse</a:t>
            </a:r>
            <a:r>
              <a:rPr lang="es-GT" sz="3151" b="0" i="0" u="none" strike="noStrike" cap="none" noProof="0" dirty="0">
                <a:solidFill>
                  <a:srgbClr val="131416"/>
                </a:solidFill>
                <a:latin typeface="Arial"/>
                <a:ea typeface="Arial"/>
                <a:cs typeface="Arial"/>
                <a:sym typeface="Arial"/>
              </a:rPr>
              <a:t> y </a:t>
            </a:r>
            <a:r>
              <a:rPr lang="es-GT" sz="3151" b="0" i="0" u="none" strike="noStrike" cap="none" noProof="0" dirty="0" err="1">
                <a:solidFill>
                  <a:srgbClr val="131416"/>
                </a:solidFill>
                <a:latin typeface="Arial"/>
                <a:ea typeface="Arial"/>
                <a:cs typeface="Arial"/>
                <a:sym typeface="Arial"/>
              </a:rPr>
              <a:t>Datamining</a:t>
            </a:r>
            <a:endParaRPr lang="es-GT" sz="1400" b="0" i="0" u="none" strike="noStrike" cap="none" noProof="0" dirty="0">
              <a:solidFill>
                <a:srgbClr val="000000"/>
              </a:solidFill>
              <a:latin typeface="Arial"/>
              <a:ea typeface="Arial"/>
              <a:cs typeface="Arial"/>
              <a:sym typeface="Arial"/>
            </a:endParaRPr>
          </a:p>
        </p:txBody>
      </p:sp>
      <p:sp>
        <p:nvSpPr>
          <p:cNvPr id="164" name="Google Shape;164;p6"/>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Pensamiento Crítico</a:t>
            </a:r>
            <a:endParaRPr lang="es-GT" sz="1400" b="0" i="0" u="none" strike="noStrike" cap="none" noProof="0" dirty="0">
              <a:solidFill>
                <a:srgbClr val="000000"/>
              </a:solidFill>
              <a:latin typeface="Impact"/>
              <a:ea typeface="Impact"/>
              <a:cs typeface="Impact"/>
              <a:sym typeface="Impact"/>
            </a:endParaRPr>
          </a:p>
        </p:txBody>
      </p:sp>
      <p:sp>
        <p:nvSpPr>
          <p:cNvPr id="172" name="Google Shape;172;p7"/>
          <p:cNvSpPr/>
          <p:nvPr/>
        </p:nvSpPr>
        <p:spPr>
          <a:xfrm>
            <a:off x="14234615" y="6291617"/>
            <a:ext cx="3839048" cy="3618401"/>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71" name="Google Shape;171;p7"/>
          <p:cNvSpPr txBox="1"/>
          <p:nvPr/>
        </p:nvSpPr>
        <p:spPr>
          <a:xfrm>
            <a:off x="3204438" y="2603788"/>
            <a:ext cx="12330864" cy="4751878"/>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La capacidad de discernimiento y el ejercicio del juicio ético son fundamentales para liderar procesos estratégicos en entornos empresariales complejos y dinámicos. Confiar ciegamente en los resultados generados por la inteligencia artificial, sin realizar un análisis crítico ni adaptar dichos resultados al contexto específico, puede derivar en problemas significativos en la aplicación práctica del conocimiento.</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REFERENCIAS </a:t>
            </a:r>
            <a:endParaRPr lang="es-GT" sz="1400" b="0" i="0" u="none" strike="noStrike" cap="none" noProof="0" dirty="0">
              <a:solidFill>
                <a:srgbClr val="000000"/>
              </a:solidFill>
              <a:latin typeface="Impact"/>
              <a:ea typeface="Impact"/>
              <a:cs typeface="Impact"/>
              <a:sym typeface="Impact"/>
            </a:endParaRPr>
          </a:p>
        </p:txBody>
      </p:sp>
      <p:sp>
        <p:nvSpPr>
          <p:cNvPr id="182" name="Google Shape;182;p8"/>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84" name="Google Shape;184;p8" title="Gemini_Generated_Image_k3gbyrk3gbyrk3gb.png"/>
          <p:cNvPicPr preferRelativeResize="0"/>
          <p:nvPr/>
        </p:nvPicPr>
        <p:blipFill rotWithShape="1">
          <a:blip r:embed="rId4">
            <a:alphaModFix/>
          </a:blip>
          <a:srcRect/>
          <a:stretch/>
        </p:blipFill>
        <p:spPr>
          <a:xfrm>
            <a:off x="0" y="0"/>
            <a:ext cx="7000174" cy="4361449"/>
          </a:xfrm>
          <a:prstGeom prst="rect">
            <a:avLst/>
          </a:prstGeom>
          <a:noFill/>
          <a:ln>
            <a:noFill/>
          </a:ln>
        </p:spPr>
      </p:pic>
      <p:sp>
        <p:nvSpPr>
          <p:cNvPr id="2" name="CuadroTexto 1">
            <a:extLst>
              <a:ext uri="{FF2B5EF4-FFF2-40B4-BE49-F238E27FC236}">
                <a16:creationId xmlns:a16="http://schemas.microsoft.com/office/drawing/2014/main" id="{E1841158-E501-5360-6073-5ABCC408524F}"/>
              </a:ext>
            </a:extLst>
          </p:cNvPr>
          <p:cNvSpPr txBox="1"/>
          <p:nvPr/>
        </p:nvSpPr>
        <p:spPr>
          <a:xfrm>
            <a:off x="1638745" y="4495448"/>
            <a:ext cx="15696218" cy="3170099"/>
          </a:xfrm>
          <a:prstGeom prst="rect">
            <a:avLst/>
          </a:prstGeom>
          <a:noFill/>
        </p:spPr>
        <p:txBody>
          <a:bodyPr wrap="square" rtlCol="0">
            <a:spAutoFit/>
          </a:bodyPr>
          <a:lstStyle/>
          <a:p>
            <a:pPr marL="342900" indent="-342900">
              <a:buFont typeface="Arial" panose="020B0604020202020204" pitchFamily="34" charset="0"/>
              <a:buChar char="•"/>
            </a:pPr>
            <a:r>
              <a:rPr lang="es-GT" sz="2000" dirty="0"/>
              <a:t>AWS. (08 de Feb de 2026). </a:t>
            </a:r>
            <a:r>
              <a:rPr lang="es-GT" sz="2000" i="1" dirty="0"/>
              <a:t>¿Qué es el análisis de datos?</a:t>
            </a:r>
            <a:r>
              <a:rPr lang="es-GT" sz="2000" dirty="0"/>
              <a:t> Recuperado el 08 de Febrero de 2026, de AWS: </a:t>
            </a:r>
            <a:r>
              <a:rPr lang="es-GT" sz="2000" dirty="0">
                <a:hlinkClick r:id="rId5"/>
              </a:rPr>
              <a:t>https://aws.amazon.com/es/what-is/data-analytics/</a:t>
            </a:r>
            <a:r>
              <a:rPr lang="es-GT" sz="2000" dirty="0"/>
              <a:t> </a:t>
            </a:r>
          </a:p>
          <a:p>
            <a:pPr marL="342900" indent="-342900">
              <a:buFont typeface="Arial" panose="020B0604020202020204" pitchFamily="34" charset="0"/>
              <a:buChar char="•"/>
            </a:pPr>
            <a:r>
              <a:rPr lang="es-GT" sz="2000" dirty="0" err="1"/>
              <a:t>BalancedScoredcardInstitute</a:t>
            </a:r>
            <a:r>
              <a:rPr lang="es-GT" sz="2000" dirty="0"/>
              <a:t>. (08 de Feb de 2026). </a:t>
            </a:r>
            <a:r>
              <a:rPr lang="es-GT" sz="2000" i="1" dirty="0"/>
              <a:t>¿Qué es un Cuadro de Mando Integral?</a:t>
            </a:r>
            <a:r>
              <a:rPr lang="es-GT" sz="2000" dirty="0"/>
              <a:t> Obtenido de </a:t>
            </a:r>
            <a:r>
              <a:rPr lang="es-GT" sz="2000" dirty="0" err="1"/>
              <a:t>BalancedScoredcardInstitute</a:t>
            </a:r>
            <a:r>
              <a:rPr lang="es-GT" sz="2000" dirty="0"/>
              <a:t>: </a:t>
            </a:r>
            <a:r>
              <a:rPr lang="es-GT" sz="2000" dirty="0">
                <a:hlinkClick r:id="rId6"/>
              </a:rPr>
              <a:t>https://balancedscorecard-org.translate.goog/bsc-basics-overview/?_x_tr_sl=en&amp;_x_tr_tl=es&amp;_x_tr_hl=es&amp;_x_tr_pto=tc</a:t>
            </a:r>
            <a:r>
              <a:rPr lang="es-GT" sz="2000" dirty="0"/>
              <a:t> </a:t>
            </a:r>
          </a:p>
          <a:p>
            <a:pPr marL="342900" indent="-342900">
              <a:buFont typeface="Arial" panose="020B0604020202020204" pitchFamily="34" charset="0"/>
              <a:buChar char="•"/>
            </a:pPr>
            <a:r>
              <a:rPr lang="es-GT" sz="2000" dirty="0" err="1"/>
              <a:t>CarlosCH</a:t>
            </a:r>
            <a:r>
              <a:rPr lang="es-GT" sz="2000" dirty="0"/>
              <a:t>. (14 de Nov de 2022). </a:t>
            </a:r>
            <a:r>
              <a:rPr lang="es-GT" sz="2000" i="1" dirty="0"/>
              <a:t>Empezando con el data </a:t>
            </a:r>
            <a:r>
              <a:rPr lang="es-GT" sz="2000" i="1" dirty="0" err="1"/>
              <a:t>warehouse</a:t>
            </a:r>
            <a:r>
              <a:rPr lang="es-GT" sz="2000" i="1" dirty="0"/>
              <a:t>: modelamiento</a:t>
            </a:r>
            <a:r>
              <a:rPr lang="es-GT" sz="2000" dirty="0"/>
              <a:t>. Obtenido de Medium: </a:t>
            </a:r>
            <a:r>
              <a:rPr lang="es-GT" sz="2000" dirty="0">
                <a:hlinkClick r:id="rId7"/>
              </a:rPr>
              <a:t>https://medium.com/data-world-portafolio/empezando-con-el-data-warehouse-modelamiento-8d13d3c9bd60</a:t>
            </a:r>
            <a:r>
              <a:rPr lang="es-GT" sz="2000" dirty="0"/>
              <a:t> </a:t>
            </a:r>
          </a:p>
          <a:p>
            <a:pPr marL="342900" indent="-342900">
              <a:buFont typeface="Arial" panose="020B0604020202020204" pitchFamily="34" charset="0"/>
              <a:buChar char="•"/>
            </a:pPr>
            <a:r>
              <a:rPr lang="es-GT" sz="2000" dirty="0"/>
              <a:t>IONOS, E. e. (12 de 05 de 2020). </a:t>
            </a:r>
            <a:r>
              <a:rPr lang="es-GT" sz="2000" i="1" dirty="0"/>
              <a:t>Los data </a:t>
            </a:r>
            <a:r>
              <a:rPr lang="es-GT" sz="2000" i="1" dirty="0" err="1"/>
              <a:t>warehouses</a:t>
            </a:r>
            <a:r>
              <a:rPr lang="es-GT" sz="2000" i="1" dirty="0"/>
              <a:t> y la toma de decisiones en la empresa</a:t>
            </a:r>
            <a:r>
              <a:rPr lang="es-GT" sz="2000" dirty="0"/>
              <a:t>. Obtenido de IONOS: </a:t>
            </a:r>
            <a:r>
              <a:rPr lang="es-GT" sz="2000" dirty="0">
                <a:hlinkClick r:id="rId8"/>
              </a:rPr>
              <a:t>https://www.ionos.es/digitalguide/online-marketing/analisis-web/los-data-warehouses-en-la-business-intelligence/</a:t>
            </a:r>
            <a:r>
              <a:rPr lang="es-GT" sz="2000" dirty="0"/>
              <a:t> </a:t>
            </a:r>
          </a:p>
          <a:p>
            <a:pPr marL="342900" indent="-342900">
              <a:buFont typeface="Arial" panose="020B0604020202020204" pitchFamily="34" charset="0"/>
              <a:buChar char="•"/>
            </a:pPr>
            <a:r>
              <a:rPr lang="es-GT" sz="2000" dirty="0"/>
              <a:t>Kumar, P. (27 de Jan de 2025). </a:t>
            </a:r>
            <a:r>
              <a:rPr lang="en-US" sz="2000" i="1" dirty="0"/>
              <a:t>Difference Between Data Mining vs. Data Warehousing</a:t>
            </a:r>
            <a:r>
              <a:rPr lang="en-US" sz="2000" dirty="0"/>
              <a:t>. </a:t>
            </a:r>
            <a:r>
              <a:rPr lang="es-GT" sz="2000" dirty="0"/>
              <a:t>Obtenido de </a:t>
            </a:r>
            <a:r>
              <a:rPr lang="es-GT" sz="2000" dirty="0" err="1"/>
              <a:t>InternShala</a:t>
            </a:r>
            <a:r>
              <a:rPr lang="es-GT" sz="2000" dirty="0"/>
              <a:t> Trainings: </a:t>
            </a:r>
            <a:r>
              <a:rPr lang="es-GT" sz="2000" dirty="0">
                <a:hlinkClick r:id="rId9"/>
              </a:rPr>
              <a:t>https://trainings.internshala.com/blog/data-mining-vs-data-warehousing/</a:t>
            </a:r>
            <a:r>
              <a:rPr lang="es-GT" sz="2000"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4afea4f63_0_141"/>
          <p:cNvSpPr txBox="1"/>
          <p:nvPr/>
        </p:nvSpPr>
        <p:spPr>
          <a:xfrm>
            <a:off x="5791489" y="6796953"/>
            <a:ext cx="6705000" cy="769500"/>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s-GT" sz="5000" b="0" i="0" u="none" strike="noStrike" cap="none" noProof="0" dirty="0">
                <a:solidFill>
                  <a:srgbClr val="131416"/>
                </a:solidFill>
                <a:latin typeface="Arial"/>
                <a:ea typeface="Arial"/>
                <a:cs typeface="Arial"/>
                <a:sym typeface="Arial"/>
              </a:rPr>
              <a:t>DUDAS ¿?</a:t>
            </a:r>
            <a:endParaRPr lang="es-GT" sz="1400" b="0" i="0" u="none" strike="noStrike" cap="none" noProof="0" dirty="0">
              <a:solidFill>
                <a:srgbClr val="000000"/>
              </a:solidFill>
              <a:latin typeface="Arial"/>
              <a:ea typeface="Arial"/>
              <a:cs typeface="Arial"/>
              <a:sym typeface="Arial"/>
            </a:endParaRPr>
          </a:p>
        </p:txBody>
      </p:sp>
      <p:pic>
        <p:nvPicPr>
          <p:cNvPr id="217" name="Google Shape;217;g364afea4f63_0_141" title="Gemini_Generated_Image_1od44x1od44x1od4.png"/>
          <p:cNvPicPr preferRelativeResize="0"/>
          <p:nvPr/>
        </p:nvPicPr>
        <p:blipFill rotWithShape="1">
          <a:blip r:embed="rId3">
            <a:alphaModFix/>
          </a:blip>
          <a:srcRect/>
          <a:stretch/>
        </p:blipFill>
        <p:spPr>
          <a:xfrm>
            <a:off x="4576287" y="699975"/>
            <a:ext cx="9135424" cy="569180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64f262177b_0_2"/>
          <p:cNvSpPr txBox="1"/>
          <p:nvPr/>
        </p:nvSpPr>
        <p:spPr>
          <a:xfrm>
            <a:off x="2148439" y="4077814"/>
            <a:ext cx="13991100" cy="938700"/>
          </a:xfrm>
          <a:prstGeom prst="rect">
            <a:avLst/>
          </a:prstGeom>
          <a:noFill/>
          <a:ln>
            <a:noFill/>
          </a:ln>
        </p:spPr>
        <p:txBody>
          <a:bodyPr spcFirstLastPara="1" wrap="square" lIns="0" tIns="0" rIns="0" bIns="0" anchor="t" anchorCtr="0">
            <a:spAutoFit/>
          </a:bodyPr>
          <a:lstStyle/>
          <a:p>
            <a:pPr marL="0" marR="0" lvl="0" indent="0" algn="ctr" rtl="0">
              <a:lnSpc>
                <a:spcPct val="112987"/>
              </a:lnSpc>
              <a:spcBef>
                <a:spcPts val="0"/>
              </a:spcBef>
              <a:spcAft>
                <a:spcPts val="0"/>
              </a:spcAft>
              <a:buClr>
                <a:srgbClr val="000000"/>
              </a:buClr>
              <a:buSzPts val="6098"/>
              <a:buFont typeface="Arial"/>
              <a:buNone/>
            </a:pPr>
            <a:r>
              <a:rPr lang="es-GT" sz="6098" noProof="0" dirty="0">
                <a:solidFill>
                  <a:srgbClr val="131416"/>
                </a:solidFill>
                <a:latin typeface="Impact"/>
                <a:ea typeface="Impact"/>
                <a:cs typeface="Impact"/>
                <a:sym typeface="Impact"/>
              </a:rPr>
              <a:t>Ejemplo práctico</a:t>
            </a:r>
            <a:endParaRPr lang="es-GT" sz="1400" b="0" i="0" u="none" strike="noStrike" cap="none" noProof="0" dirty="0">
              <a:solidFill>
                <a:srgbClr val="000000"/>
              </a:solidFill>
              <a:latin typeface="Impact"/>
              <a:ea typeface="Impact"/>
              <a:cs typeface="Impact"/>
              <a:sym typeface="Impact"/>
            </a:endParaRPr>
          </a:p>
        </p:txBody>
      </p:sp>
      <p:sp>
        <p:nvSpPr>
          <p:cNvPr id="190" name="Google Shape;190;g364f262177b_0_2"/>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91" name="Google Shape;191;g364f262177b_0_2"/>
          <p:cNvSpPr txBox="1"/>
          <p:nvPr/>
        </p:nvSpPr>
        <p:spPr>
          <a:xfrm>
            <a:off x="14236857" y="6780527"/>
            <a:ext cx="3238200" cy="1612200"/>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s-GT" sz="2014" noProof="0" dirty="0">
                <a:solidFill>
                  <a:srgbClr val="131416"/>
                </a:solidFill>
                <a:latin typeface="Open Sans"/>
                <a:ea typeface="Open Sans"/>
                <a:cs typeface="Open Sans"/>
                <a:sym typeface="Open Sans"/>
              </a:rPr>
              <a:t>Crearas el ejemplo práctico que tu impartirá en la clase como refuerzo de la </a:t>
            </a:r>
            <a:r>
              <a:rPr lang="es-GT" sz="2014" noProof="0" dirty="0" err="1">
                <a:solidFill>
                  <a:srgbClr val="131416"/>
                </a:solidFill>
                <a:latin typeface="Open Sans"/>
                <a:ea typeface="Open Sans"/>
                <a:cs typeface="Open Sans"/>
                <a:sym typeface="Open Sans"/>
              </a:rPr>
              <a:t>teoria</a:t>
            </a:r>
            <a:r>
              <a:rPr lang="es-GT" sz="2014" noProof="0" dirty="0">
                <a:solidFill>
                  <a:srgbClr val="131416"/>
                </a:solidFill>
                <a:latin typeface="Open Sans"/>
                <a:ea typeface="Open Sans"/>
                <a:cs typeface="Open Sans"/>
                <a:sym typeface="Open Sans"/>
              </a:rPr>
              <a:t> dada. </a:t>
            </a:r>
            <a:endParaRPr lang="es-GT" sz="1400" b="0" i="0" u="none" strike="noStrike" cap="none" noProof="0" dirty="0">
              <a:solidFill>
                <a:srgbClr val="000000"/>
              </a:solidFill>
              <a:latin typeface="Arial"/>
              <a:ea typeface="Arial"/>
              <a:cs typeface="Arial"/>
              <a:sym typeface="Arial"/>
            </a:endParaRPr>
          </a:p>
        </p:txBody>
      </p:sp>
      <p:pic>
        <p:nvPicPr>
          <p:cNvPr id="192" name="Google Shape;192;g364f262177b_0_2" title="Gemini_Generated_Image_u2i06ou2i06ou2i0.png"/>
          <p:cNvPicPr preferRelativeResize="0"/>
          <p:nvPr/>
        </p:nvPicPr>
        <p:blipFill>
          <a:blip r:embed="rId4">
            <a:alphaModFix/>
          </a:blip>
          <a:stretch>
            <a:fillRect/>
          </a:stretch>
        </p:blipFill>
        <p:spPr>
          <a:xfrm>
            <a:off x="0" y="3"/>
            <a:ext cx="4695574" cy="643467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txBox="1"/>
          <p:nvPr/>
        </p:nvSpPr>
        <p:spPr>
          <a:xfrm>
            <a:off x="4571995" y="517605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s-GT" sz="6099" b="0" i="0" u="none" strike="noStrike" cap="none" noProof="0" dirty="0">
                <a:solidFill>
                  <a:srgbClr val="131416"/>
                </a:solidFill>
                <a:latin typeface="Impact"/>
                <a:ea typeface="Impact"/>
                <a:cs typeface="Impact"/>
                <a:sym typeface="Impact"/>
              </a:rPr>
              <a:t>¡GRACIAS POR SU  ATENCIÓN!</a:t>
            </a:r>
            <a:endParaRPr lang="es-GT" sz="1400" b="0" i="0" u="none" strike="noStrike" cap="none" noProof="0" dirty="0">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lang="es-GT" sz="6099" b="0" i="0" u="none" strike="noStrike" cap="none" noProof="0" dirty="0">
              <a:solidFill>
                <a:srgbClr val="131416"/>
              </a:solidFill>
              <a:latin typeface="Impact"/>
              <a:ea typeface="Impact"/>
              <a:cs typeface="Impact"/>
              <a:sym typeface="Impact"/>
            </a:endParaRPr>
          </a:p>
        </p:txBody>
      </p:sp>
      <p:sp>
        <p:nvSpPr>
          <p:cNvPr id="223" name="Google Shape;223;p9"/>
          <p:cNvSpPr/>
          <p:nvPr/>
        </p:nvSpPr>
        <p:spPr>
          <a:xfrm>
            <a:off x="7765363" y="5966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24" name="Google Shape;224;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s-GT" sz="2000" b="0" i="0" u="none" strike="noStrike" cap="none" noProof="0" dirty="0">
                <a:solidFill>
                  <a:srgbClr val="131416"/>
                </a:solidFill>
                <a:latin typeface="Arial"/>
                <a:ea typeface="Arial"/>
                <a:cs typeface="Arial"/>
                <a:sym typeface="Arial"/>
              </a:rPr>
              <a:t>RECUERDA QUE TENEMOS NUESTRO FORO SEMANAL DONDE PUEDES CONSULTAR CUALQUIER DUDA QUE TE SURJA EN LA SEMANA</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1690</TotalTime>
  <Words>3760</Words>
  <Application>Microsoft Office PowerPoint</Application>
  <PresentationFormat>Personalizado</PresentationFormat>
  <Paragraphs>255</Paragraphs>
  <Slides>61</Slides>
  <Notes>61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61</vt:i4>
      </vt:variant>
    </vt:vector>
  </HeadingPairs>
  <TitlesOfParts>
    <vt:vector size="68" baseType="lpstr">
      <vt:lpstr>Arial</vt:lpstr>
      <vt:lpstr>Calibri</vt:lpstr>
      <vt:lpstr>Pacifico</vt:lpstr>
      <vt:lpstr>Open Sans</vt:lpstr>
      <vt:lpstr>Impact</vt:lpstr>
      <vt:lpstr>Lobster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William Santos</cp:lastModifiedBy>
  <cp:revision>1</cp:revision>
  <dcterms:created xsi:type="dcterms:W3CDTF">2006-08-16T00:00:00Z</dcterms:created>
  <dcterms:modified xsi:type="dcterms:W3CDTF">2026-02-08T21:19:33Z</dcterms:modified>
</cp:coreProperties>
</file>