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6"/>
  </p:notesMasterIdLst>
  <p:sldIdLst>
    <p:sldId id="269" r:id="rId2"/>
    <p:sldId id="270" r:id="rId3"/>
    <p:sldId id="258" r:id="rId4"/>
    <p:sldId id="271" r:id="rId5"/>
    <p:sldId id="259" r:id="rId6"/>
    <p:sldId id="260" r:id="rId7"/>
    <p:sldId id="272" r:id="rId8"/>
    <p:sldId id="274" r:id="rId9"/>
    <p:sldId id="273" r:id="rId10"/>
    <p:sldId id="277" r:id="rId11"/>
    <p:sldId id="276" r:id="rId12"/>
    <p:sldId id="275" r:id="rId13"/>
    <p:sldId id="282" r:id="rId14"/>
    <p:sldId id="281" r:id="rId15"/>
    <p:sldId id="280" r:id="rId16"/>
    <p:sldId id="279" r:id="rId17"/>
    <p:sldId id="278" r:id="rId18"/>
    <p:sldId id="285" r:id="rId19"/>
    <p:sldId id="284" r:id="rId20"/>
    <p:sldId id="283" r:id="rId21"/>
    <p:sldId id="289" r:id="rId22"/>
    <p:sldId id="288" r:id="rId23"/>
    <p:sldId id="287" r:id="rId24"/>
    <p:sldId id="286" r:id="rId25"/>
    <p:sldId id="294" r:id="rId26"/>
    <p:sldId id="293" r:id="rId27"/>
    <p:sldId id="292" r:id="rId28"/>
    <p:sldId id="291" r:id="rId29"/>
    <p:sldId id="290" r:id="rId30"/>
    <p:sldId id="295" r:id="rId31"/>
    <p:sldId id="300" r:id="rId32"/>
    <p:sldId id="299" r:id="rId33"/>
    <p:sldId id="298" r:id="rId34"/>
    <p:sldId id="297" r:id="rId35"/>
    <p:sldId id="296" r:id="rId36"/>
    <p:sldId id="303" r:id="rId37"/>
    <p:sldId id="302" r:id="rId38"/>
    <p:sldId id="301" r:id="rId39"/>
    <p:sldId id="306" r:id="rId40"/>
    <p:sldId id="305" r:id="rId41"/>
    <p:sldId id="304" r:id="rId42"/>
    <p:sldId id="308" r:id="rId43"/>
    <p:sldId id="307" r:id="rId44"/>
    <p:sldId id="309" r:id="rId45"/>
    <p:sldId id="312" r:id="rId46"/>
    <p:sldId id="311" r:id="rId47"/>
    <p:sldId id="310" r:id="rId48"/>
    <p:sldId id="313" r:id="rId49"/>
    <p:sldId id="261" r:id="rId50"/>
    <p:sldId id="262" r:id="rId51"/>
    <p:sldId id="263" r:id="rId52"/>
    <p:sldId id="264" r:id="rId53"/>
    <p:sldId id="267" r:id="rId54"/>
    <p:sldId id="268" r:id="rId55"/>
  </p:sldIdLst>
  <p:sldSz cx="18288000" cy="10287000"/>
  <p:notesSz cx="6858000" cy="9144000"/>
  <p:embeddedFontLst>
    <p:embeddedFont>
      <p:font typeface="Impact" panose="020B0806030902050204" pitchFamily="34" charset="0"/>
      <p:regular r:id="rId57"/>
    </p:embeddedFont>
    <p:embeddedFont>
      <p:font typeface="Lobster" panose="00000500000000000000" pitchFamily="2" charset="0"/>
      <p:regular r:id="rId58"/>
    </p:embeddedFont>
    <p:embeddedFont>
      <p:font typeface="Open Sans" panose="020B0606030504020204" pitchFamily="34" charset="0"/>
      <p:regular r:id="rId59"/>
      <p:bold r:id="rId60"/>
      <p:italic r:id="rId61"/>
      <p:boldItalic r:id="rId62"/>
    </p:embeddedFont>
    <p:embeddedFont>
      <p:font typeface="Pacifico" panose="00000500000000000000" pitchFamily="2" charset="0"/>
      <p:regular r:id="rId6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4" roundtripDataSignature="AMtx7mjzHJqWqhzwEBDXzytYeL345583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E97FC7-AE93-4EDE-ACBB-90ABB97FFD53}" v="68" dt="2026-01-26T06:14:32.043"/>
  </p1510:revLst>
</p1510:revInfo>
</file>

<file path=ppt/tableStyles.xml><?xml version="1.0" encoding="utf-8"?>
<a:tblStyleLst xmlns:a="http://schemas.openxmlformats.org/drawingml/2006/main" def="{09EDEDC3-3F6D-4B2A-895B-24B3350B9E84}">
  <a:tblStyle styleId="{09EDEDC3-3F6D-4B2A-895B-24B3350B9E8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7.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customschemas.google.com/relationships/presentationmetadata" Target="metadata"/><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6.fntdata"/><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antos" userId="3c44bde2a603709d" providerId="LiveId" clId="{EEA2192A-38D1-4A54-81F6-6ECFB1187D77}"/>
    <pc:docChg chg="undo redo custSel addSld delSld modSld sldOrd">
      <pc:chgData name="William Santos" userId="3c44bde2a603709d" providerId="LiveId" clId="{EEA2192A-38D1-4A54-81F6-6ECFB1187D77}" dt="2026-01-26T06:30:34.497" v="3466" actId="1076"/>
      <pc:docMkLst>
        <pc:docMk/>
      </pc:docMkLst>
      <pc:sldChg chg="modSp del mod">
        <pc:chgData name="William Santos" userId="3c44bde2a603709d" providerId="LiveId" clId="{EEA2192A-38D1-4A54-81F6-6ECFB1187D77}" dt="2026-01-26T04:50:23.114" v="4" actId="47"/>
        <pc:sldMkLst>
          <pc:docMk/>
          <pc:sldMk cId="0" sldId="256"/>
        </pc:sldMkLst>
        <pc:spChg chg="mod">
          <ac:chgData name="William Santos" userId="3c44bde2a603709d" providerId="LiveId" clId="{EEA2192A-38D1-4A54-81F6-6ECFB1187D77}" dt="2026-01-26T04:50:01.877" v="0" actId="1076"/>
          <ac:spMkLst>
            <pc:docMk/>
            <pc:sldMk cId="0" sldId="256"/>
            <ac:spMk id="90" creationId="{00000000-0000-0000-0000-000000000000}"/>
          </ac:spMkLst>
        </pc:spChg>
      </pc:sldChg>
      <pc:sldChg chg="del">
        <pc:chgData name="William Santos" userId="3c44bde2a603709d" providerId="LiveId" clId="{EEA2192A-38D1-4A54-81F6-6ECFB1187D77}" dt="2026-01-26T04:51:21.721" v="10" actId="47"/>
        <pc:sldMkLst>
          <pc:docMk/>
          <pc:sldMk cId="0" sldId="257"/>
        </pc:sldMkLst>
      </pc:sldChg>
      <pc:sldChg chg="addSp delSp modSp mod">
        <pc:chgData name="William Santos" userId="3c44bde2a603709d" providerId="LiveId" clId="{EEA2192A-38D1-4A54-81F6-6ECFB1187D77}" dt="2026-01-26T06:08:02.578" v="2893" actId="1076"/>
        <pc:sldMkLst>
          <pc:docMk/>
          <pc:sldMk cId="0" sldId="258"/>
        </pc:sldMkLst>
        <pc:spChg chg="mod">
          <ac:chgData name="William Santos" userId="3c44bde2a603709d" providerId="LiveId" clId="{EEA2192A-38D1-4A54-81F6-6ECFB1187D77}" dt="2026-01-26T05:01:48.014" v="406" actId="1076"/>
          <ac:spMkLst>
            <pc:docMk/>
            <pc:sldMk cId="0" sldId="258"/>
            <ac:spMk id="109" creationId="{00000000-0000-0000-0000-000000000000}"/>
          </ac:spMkLst>
        </pc:spChg>
        <pc:spChg chg="mod">
          <ac:chgData name="William Santos" userId="3c44bde2a603709d" providerId="LiveId" clId="{EEA2192A-38D1-4A54-81F6-6ECFB1187D77}" dt="2026-01-26T05:01:52.822" v="408" actId="1076"/>
          <ac:spMkLst>
            <pc:docMk/>
            <pc:sldMk cId="0" sldId="258"/>
            <ac:spMk id="110" creationId="{00000000-0000-0000-0000-000000000000}"/>
          </ac:spMkLst>
        </pc:spChg>
        <pc:spChg chg="mod">
          <ac:chgData name="William Santos" userId="3c44bde2a603709d" providerId="LiveId" clId="{EEA2192A-38D1-4A54-81F6-6ECFB1187D77}" dt="2026-01-26T04:54:59.845" v="97" actId="790"/>
          <ac:spMkLst>
            <pc:docMk/>
            <pc:sldMk cId="0" sldId="258"/>
            <ac:spMk id="112" creationId="{00000000-0000-0000-0000-000000000000}"/>
          </ac:spMkLst>
        </pc:spChg>
        <pc:spChg chg="mod">
          <ac:chgData name="William Santos" userId="3c44bde2a603709d" providerId="LiveId" clId="{EEA2192A-38D1-4A54-81F6-6ECFB1187D77}" dt="2026-01-26T05:32:47.513" v="1024" actId="20577"/>
          <ac:spMkLst>
            <pc:docMk/>
            <pc:sldMk cId="0" sldId="258"/>
            <ac:spMk id="113" creationId="{00000000-0000-0000-0000-000000000000}"/>
          </ac:spMkLst>
        </pc:spChg>
        <pc:spChg chg="mod">
          <ac:chgData name="William Santos" userId="3c44bde2a603709d" providerId="LiveId" clId="{EEA2192A-38D1-4A54-81F6-6ECFB1187D77}" dt="2026-01-26T05:01:38.817" v="404" actId="14100"/>
          <ac:spMkLst>
            <pc:docMk/>
            <pc:sldMk cId="0" sldId="258"/>
            <ac:spMk id="115" creationId="{00000000-0000-0000-0000-000000000000}"/>
          </ac:spMkLst>
        </pc:spChg>
        <pc:spChg chg="mod">
          <ac:chgData name="William Santos" userId="3c44bde2a603709d" providerId="LiveId" clId="{EEA2192A-38D1-4A54-81F6-6ECFB1187D77}" dt="2026-01-26T05:32:19.247" v="1012" actId="255"/>
          <ac:spMkLst>
            <pc:docMk/>
            <pc:sldMk cId="0" sldId="258"/>
            <ac:spMk id="119" creationId="{00000000-0000-0000-0000-000000000000}"/>
          </ac:spMkLst>
        </pc:spChg>
        <pc:spChg chg="mod topLvl">
          <ac:chgData name="William Santos" userId="3c44bde2a603709d" providerId="LiveId" clId="{EEA2192A-38D1-4A54-81F6-6ECFB1187D77}" dt="2026-01-26T04:52:21.187" v="12" actId="478"/>
          <ac:spMkLst>
            <pc:docMk/>
            <pc:sldMk cId="0" sldId="258"/>
            <ac:spMk id="121" creationId="{00000000-0000-0000-0000-000000000000}"/>
          </ac:spMkLst>
        </pc:spChg>
        <pc:spChg chg="add del mod ord topLvl">
          <ac:chgData name="William Santos" userId="3c44bde2a603709d" providerId="LiveId" clId="{EEA2192A-38D1-4A54-81F6-6ECFB1187D77}" dt="2026-01-26T06:08:02.578" v="2893" actId="1076"/>
          <ac:spMkLst>
            <pc:docMk/>
            <pc:sldMk cId="0" sldId="258"/>
            <ac:spMk id="122" creationId="{00000000-0000-0000-0000-000000000000}"/>
          </ac:spMkLst>
        </pc:spChg>
        <pc:spChg chg="mod">
          <ac:chgData name="William Santos" userId="3c44bde2a603709d" providerId="LiveId" clId="{EEA2192A-38D1-4A54-81F6-6ECFB1187D77}" dt="2026-01-26T04:58:36.485" v="293"/>
          <ac:spMkLst>
            <pc:docMk/>
            <pc:sldMk cId="0" sldId="258"/>
            <ac:spMk id="125" creationId="{00000000-0000-0000-0000-000000000000}"/>
          </ac:spMkLst>
        </pc:spChg>
        <pc:spChg chg="mod">
          <ac:chgData name="William Santos" userId="3c44bde2a603709d" providerId="LiveId" clId="{EEA2192A-38D1-4A54-81F6-6ECFB1187D77}" dt="2026-01-26T04:54:59.845" v="97" actId="790"/>
          <ac:spMkLst>
            <pc:docMk/>
            <pc:sldMk cId="0" sldId="258"/>
            <ac:spMk id="127" creationId="{00000000-0000-0000-0000-000000000000}"/>
          </ac:spMkLst>
        </pc:spChg>
        <pc:spChg chg="mod">
          <ac:chgData name="William Santos" userId="3c44bde2a603709d" providerId="LiveId" clId="{EEA2192A-38D1-4A54-81F6-6ECFB1187D77}" dt="2026-01-26T04:59:11.228" v="344" actId="20577"/>
          <ac:spMkLst>
            <pc:docMk/>
            <pc:sldMk cId="0" sldId="258"/>
            <ac:spMk id="128" creationId="{00000000-0000-0000-0000-000000000000}"/>
          </ac:spMkLst>
        </pc:spChg>
        <pc:spChg chg="mod">
          <ac:chgData name="William Santos" userId="3c44bde2a603709d" providerId="LiveId" clId="{EEA2192A-38D1-4A54-81F6-6ECFB1187D77}" dt="2026-01-26T05:06:53.350" v="530" actId="20577"/>
          <ac:spMkLst>
            <pc:docMk/>
            <pc:sldMk cId="0" sldId="258"/>
            <ac:spMk id="131" creationId="{00000000-0000-0000-0000-000000000000}"/>
          </ac:spMkLst>
        </pc:spChg>
        <pc:spChg chg="mod">
          <ac:chgData name="William Santos" userId="3c44bde2a603709d" providerId="LiveId" clId="{EEA2192A-38D1-4A54-81F6-6ECFB1187D77}" dt="2026-01-26T04:54:59.845" v="97" actId="790"/>
          <ac:spMkLst>
            <pc:docMk/>
            <pc:sldMk cId="0" sldId="258"/>
            <ac:spMk id="133" creationId="{00000000-0000-0000-0000-000000000000}"/>
          </ac:spMkLst>
        </pc:spChg>
        <pc:spChg chg="mod">
          <ac:chgData name="William Santos" userId="3c44bde2a603709d" providerId="LiveId" clId="{EEA2192A-38D1-4A54-81F6-6ECFB1187D77}" dt="2026-01-26T05:07:44.172" v="593" actId="20577"/>
          <ac:spMkLst>
            <pc:docMk/>
            <pc:sldMk cId="0" sldId="258"/>
            <ac:spMk id="134" creationId="{00000000-0000-0000-0000-000000000000}"/>
          </ac:spMkLst>
        </pc:spChg>
        <pc:spChg chg="mod">
          <ac:chgData name="William Santos" userId="3c44bde2a603709d" providerId="LiveId" clId="{EEA2192A-38D1-4A54-81F6-6ECFB1187D77}" dt="2026-01-26T04:54:59.845" v="97" actId="790"/>
          <ac:spMkLst>
            <pc:docMk/>
            <pc:sldMk cId="0" sldId="258"/>
            <ac:spMk id="136" creationId="{00000000-0000-0000-0000-000000000000}"/>
          </ac:spMkLst>
        </pc:spChg>
        <pc:spChg chg="mod">
          <ac:chgData name="William Santos" userId="3c44bde2a603709d" providerId="LiveId" clId="{EEA2192A-38D1-4A54-81F6-6ECFB1187D77}" dt="2026-01-26T04:54:59.845" v="97" actId="790"/>
          <ac:spMkLst>
            <pc:docMk/>
            <pc:sldMk cId="0" sldId="258"/>
            <ac:spMk id="137" creationId="{00000000-0000-0000-0000-000000000000}"/>
          </ac:spMkLst>
        </pc:spChg>
        <pc:spChg chg="mod">
          <ac:chgData name="William Santos" userId="3c44bde2a603709d" providerId="LiveId" clId="{EEA2192A-38D1-4A54-81F6-6ECFB1187D77}" dt="2026-01-26T06:07:58.483" v="2892" actId="14100"/>
          <ac:spMkLst>
            <pc:docMk/>
            <pc:sldMk cId="0" sldId="258"/>
            <ac:spMk id="139" creationId="{00000000-0000-0000-0000-000000000000}"/>
          </ac:spMkLst>
        </pc:spChg>
        <pc:spChg chg="del mod">
          <ac:chgData name="William Santos" userId="3c44bde2a603709d" providerId="LiveId" clId="{EEA2192A-38D1-4A54-81F6-6ECFB1187D77}" dt="2026-01-26T05:32:58.029" v="1029"/>
          <ac:spMkLst>
            <pc:docMk/>
            <pc:sldMk cId="0" sldId="258"/>
            <ac:spMk id="140" creationId="{00000000-0000-0000-0000-000000000000}"/>
          </ac:spMkLst>
        </pc:spChg>
        <pc:grpChg chg="mod">
          <ac:chgData name="William Santos" userId="3c44bde2a603709d" providerId="LiveId" clId="{EEA2192A-38D1-4A54-81F6-6ECFB1187D77}" dt="2026-01-26T04:57:19.727" v="255" actId="14100"/>
          <ac:grpSpMkLst>
            <pc:docMk/>
            <pc:sldMk cId="0" sldId="258"/>
            <ac:grpSpMk id="107" creationId="{00000000-0000-0000-0000-000000000000}"/>
          </ac:grpSpMkLst>
        </pc:grpChg>
        <pc:grpChg chg="mod">
          <ac:chgData name="William Santos" userId="3c44bde2a603709d" providerId="LiveId" clId="{EEA2192A-38D1-4A54-81F6-6ECFB1187D77}" dt="2026-01-26T04:53:25.059" v="49" actId="14100"/>
          <ac:grpSpMkLst>
            <pc:docMk/>
            <pc:sldMk cId="0" sldId="258"/>
            <ac:grpSpMk id="111" creationId="{00000000-0000-0000-0000-000000000000}"/>
          </ac:grpSpMkLst>
        </pc:grpChg>
        <pc:grpChg chg="add del">
          <ac:chgData name="William Santos" userId="3c44bde2a603709d" providerId="LiveId" clId="{EEA2192A-38D1-4A54-81F6-6ECFB1187D77}" dt="2026-01-26T04:52:21.187" v="12" actId="478"/>
          <ac:grpSpMkLst>
            <pc:docMk/>
            <pc:sldMk cId="0" sldId="258"/>
            <ac:grpSpMk id="120" creationId="{00000000-0000-0000-0000-000000000000}"/>
          </ac:grpSpMkLst>
        </pc:grpChg>
        <pc:grpChg chg="mod">
          <ac:chgData name="William Santos" userId="3c44bde2a603709d" providerId="LiveId" clId="{EEA2192A-38D1-4A54-81F6-6ECFB1187D77}" dt="2026-01-26T04:58:43.256" v="294" actId="14100"/>
          <ac:grpSpMkLst>
            <pc:docMk/>
            <pc:sldMk cId="0" sldId="258"/>
            <ac:grpSpMk id="123" creationId="{00000000-0000-0000-0000-000000000000}"/>
          </ac:grpSpMkLst>
        </pc:grpChg>
        <pc:grpChg chg="mod">
          <ac:chgData name="William Santos" userId="3c44bde2a603709d" providerId="LiveId" clId="{EEA2192A-38D1-4A54-81F6-6ECFB1187D77}" dt="2026-01-26T04:59:19.086" v="345" actId="14100"/>
          <ac:grpSpMkLst>
            <pc:docMk/>
            <pc:sldMk cId="0" sldId="258"/>
            <ac:grpSpMk id="126" creationId="{00000000-0000-0000-0000-000000000000}"/>
          </ac:grpSpMkLst>
        </pc:grpChg>
        <pc:grpChg chg="mod">
          <ac:chgData name="William Santos" userId="3c44bde2a603709d" providerId="LiveId" clId="{EEA2192A-38D1-4A54-81F6-6ECFB1187D77}" dt="2026-01-26T05:06:57.485" v="531" actId="14100"/>
          <ac:grpSpMkLst>
            <pc:docMk/>
            <pc:sldMk cId="0" sldId="258"/>
            <ac:grpSpMk id="129" creationId="{00000000-0000-0000-0000-000000000000}"/>
          </ac:grpSpMkLst>
        </pc:grpChg>
        <pc:grpChg chg="mod">
          <ac:chgData name="William Santos" userId="3c44bde2a603709d" providerId="LiveId" clId="{EEA2192A-38D1-4A54-81F6-6ECFB1187D77}" dt="2026-01-26T05:07:47.575" v="594" actId="14100"/>
          <ac:grpSpMkLst>
            <pc:docMk/>
            <pc:sldMk cId="0" sldId="258"/>
            <ac:grpSpMk id="132" creationId="{00000000-0000-0000-0000-000000000000}"/>
          </ac:grpSpMkLst>
        </pc:grpChg>
      </pc:sldChg>
      <pc:sldChg chg="delSp modSp mod">
        <pc:chgData name="William Santos" userId="3c44bde2a603709d" providerId="LiveId" clId="{EEA2192A-38D1-4A54-81F6-6ECFB1187D77}" dt="2026-01-26T05:11:44.215" v="803"/>
        <pc:sldMkLst>
          <pc:docMk/>
          <pc:sldMk cId="0" sldId="259"/>
        </pc:sldMkLst>
        <pc:spChg chg="mod">
          <ac:chgData name="William Santos" userId="3c44bde2a603709d" providerId="LiveId" clId="{EEA2192A-38D1-4A54-81F6-6ECFB1187D77}" dt="2026-01-26T04:54:59.845" v="97" actId="790"/>
          <ac:spMkLst>
            <pc:docMk/>
            <pc:sldMk cId="0" sldId="259"/>
            <ac:spMk id="145" creationId="{00000000-0000-0000-0000-000000000000}"/>
          </ac:spMkLst>
        </pc:spChg>
        <pc:spChg chg="mod ord">
          <ac:chgData name="William Santos" userId="3c44bde2a603709d" providerId="LiveId" clId="{EEA2192A-38D1-4A54-81F6-6ECFB1187D77}" dt="2026-01-26T05:11:31.215" v="800" actId="20577"/>
          <ac:spMkLst>
            <pc:docMk/>
            <pc:sldMk cId="0" sldId="259"/>
            <ac:spMk id="146" creationId="{00000000-0000-0000-0000-000000000000}"/>
          </ac:spMkLst>
        </pc:spChg>
        <pc:spChg chg="mod">
          <ac:chgData name="William Santos" userId="3c44bde2a603709d" providerId="LiveId" clId="{EEA2192A-38D1-4A54-81F6-6ECFB1187D77}" dt="2026-01-26T05:11:00.919" v="793" actId="1076"/>
          <ac:spMkLst>
            <pc:docMk/>
            <pc:sldMk cId="0" sldId="259"/>
            <ac:spMk id="147" creationId="{00000000-0000-0000-0000-000000000000}"/>
          </ac:spMkLst>
        </pc:spChg>
        <pc:spChg chg="del mod">
          <ac:chgData name="William Santos" userId="3c44bde2a603709d" providerId="LiveId" clId="{EEA2192A-38D1-4A54-81F6-6ECFB1187D77}" dt="2026-01-26T05:11:44.215" v="803"/>
          <ac:spMkLst>
            <pc:docMk/>
            <pc:sldMk cId="0" sldId="259"/>
            <ac:spMk id="148" creationId="{00000000-0000-0000-0000-000000000000}"/>
          </ac:spMkLst>
        </pc:spChg>
      </pc:sldChg>
      <pc:sldChg chg="addSp delSp modSp mod">
        <pc:chgData name="William Santos" userId="3c44bde2a603709d" providerId="LiveId" clId="{EEA2192A-38D1-4A54-81F6-6ECFB1187D77}" dt="2026-01-26T05:13:09.712" v="816" actId="1076"/>
        <pc:sldMkLst>
          <pc:docMk/>
          <pc:sldMk cId="0" sldId="260"/>
        </pc:sldMkLst>
        <pc:spChg chg="add mod">
          <ac:chgData name="William Santos" userId="3c44bde2a603709d" providerId="LiveId" clId="{EEA2192A-38D1-4A54-81F6-6ECFB1187D77}" dt="2026-01-26T05:12:31.726" v="809"/>
          <ac:spMkLst>
            <pc:docMk/>
            <pc:sldMk cId="0" sldId="260"/>
            <ac:spMk id="2" creationId="{CF418AD2-722F-6DC7-D9B4-57F300783C61}"/>
          </ac:spMkLst>
        </pc:spChg>
        <pc:spChg chg="add mod">
          <ac:chgData name="William Santos" userId="3c44bde2a603709d" providerId="LiveId" clId="{EEA2192A-38D1-4A54-81F6-6ECFB1187D77}" dt="2026-01-26T05:12:36.295" v="811"/>
          <ac:spMkLst>
            <pc:docMk/>
            <pc:sldMk cId="0" sldId="260"/>
            <ac:spMk id="3" creationId="{FD63BF6C-316B-8555-29C7-B1E44DD7BBA0}"/>
          </ac:spMkLst>
        </pc:spChg>
        <pc:spChg chg="add mod">
          <ac:chgData name="William Santos" userId="3c44bde2a603709d" providerId="LiveId" clId="{EEA2192A-38D1-4A54-81F6-6ECFB1187D77}" dt="2026-01-26T05:12:41.368" v="812"/>
          <ac:spMkLst>
            <pc:docMk/>
            <pc:sldMk cId="0" sldId="260"/>
            <ac:spMk id="4" creationId="{F963BEEC-45E6-0E9B-1CA4-8B4C708693CC}"/>
          </ac:spMkLst>
        </pc:spChg>
        <pc:spChg chg="del mod">
          <ac:chgData name="William Santos" userId="3c44bde2a603709d" providerId="LiveId" clId="{EEA2192A-38D1-4A54-81F6-6ECFB1187D77}" dt="2026-01-26T05:12:35.982" v="810" actId="478"/>
          <ac:spMkLst>
            <pc:docMk/>
            <pc:sldMk cId="0" sldId="260"/>
            <ac:spMk id="154" creationId="{00000000-0000-0000-0000-000000000000}"/>
          </ac:spMkLst>
        </pc:spChg>
        <pc:spChg chg="mod">
          <ac:chgData name="William Santos" userId="3c44bde2a603709d" providerId="LiveId" clId="{EEA2192A-38D1-4A54-81F6-6ECFB1187D77}" dt="2026-01-26T05:12:26.238" v="808"/>
          <ac:spMkLst>
            <pc:docMk/>
            <pc:sldMk cId="0" sldId="260"/>
            <ac:spMk id="155" creationId="{00000000-0000-0000-0000-000000000000}"/>
          </ac:spMkLst>
        </pc:spChg>
        <pc:spChg chg="mod">
          <ac:chgData name="William Santos" userId="3c44bde2a603709d" providerId="LiveId" clId="{EEA2192A-38D1-4A54-81F6-6ECFB1187D77}" dt="2026-01-26T05:13:09.712" v="816" actId="1076"/>
          <ac:spMkLst>
            <pc:docMk/>
            <pc:sldMk cId="0" sldId="260"/>
            <ac:spMk id="156" creationId="{00000000-0000-0000-0000-000000000000}"/>
          </ac:spMkLst>
        </pc:spChg>
        <pc:spChg chg="del mod">
          <ac:chgData name="William Santos" userId="3c44bde2a603709d" providerId="LiveId" clId="{EEA2192A-38D1-4A54-81F6-6ECFB1187D77}" dt="2026-01-26T05:13:02.829" v="813" actId="478"/>
          <ac:spMkLst>
            <pc:docMk/>
            <pc:sldMk cId="0" sldId="260"/>
            <ac:spMk id="157" creationId="{00000000-0000-0000-0000-000000000000}"/>
          </ac:spMkLst>
        </pc:spChg>
      </pc:sldChg>
      <pc:sldChg chg="delSp modSp mod">
        <pc:chgData name="William Santos" userId="3c44bde2a603709d" providerId="LiveId" clId="{EEA2192A-38D1-4A54-81F6-6ECFB1187D77}" dt="2026-01-26T06:23:44.832" v="3407" actId="14100"/>
        <pc:sldMkLst>
          <pc:docMk/>
          <pc:sldMk cId="0" sldId="261"/>
        </pc:sldMkLst>
        <pc:spChg chg="mod">
          <ac:chgData name="William Santos" userId="3c44bde2a603709d" providerId="LiveId" clId="{EEA2192A-38D1-4A54-81F6-6ECFB1187D77}" dt="2026-01-26T04:54:59.845" v="97" actId="790"/>
          <ac:spMkLst>
            <pc:docMk/>
            <pc:sldMk cId="0" sldId="261"/>
            <ac:spMk id="162" creationId="{00000000-0000-0000-0000-000000000000}"/>
          </ac:spMkLst>
        </pc:spChg>
        <pc:spChg chg="mod">
          <ac:chgData name="William Santos" userId="3c44bde2a603709d" providerId="LiveId" clId="{EEA2192A-38D1-4A54-81F6-6ECFB1187D77}" dt="2026-01-26T06:23:39.950" v="3406" actId="20577"/>
          <ac:spMkLst>
            <pc:docMk/>
            <pc:sldMk cId="0" sldId="261"/>
            <ac:spMk id="163" creationId="{00000000-0000-0000-0000-000000000000}"/>
          </ac:spMkLst>
        </pc:spChg>
        <pc:spChg chg="mod">
          <ac:chgData name="William Santos" userId="3c44bde2a603709d" providerId="LiveId" clId="{EEA2192A-38D1-4A54-81F6-6ECFB1187D77}" dt="2026-01-26T06:23:44.832" v="3407" actId="14100"/>
          <ac:spMkLst>
            <pc:docMk/>
            <pc:sldMk cId="0" sldId="261"/>
            <ac:spMk id="164" creationId="{00000000-0000-0000-0000-000000000000}"/>
          </ac:spMkLst>
        </pc:spChg>
        <pc:spChg chg="del mod">
          <ac:chgData name="William Santos" userId="3c44bde2a603709d" providerId="LiveId" clId="{EEA2192A-38D1-4A54-81F6-6ECFB1187D77}" dt="2026-01-26T06:04:36.083" v="2672"/>
          <ac:spMkLst>
            <pc:docMk/>
            <pc:sldMk cId="0" sldId="261"/>
            <ac:spMk id="165" creationId="{00000000-0000-0000-0000-000000000000}"/>
          </ac:spMkLst>
        </pc:spChg>
      </pc:sldChg>
      <pc:sldChg chg="delSp modSp mod">
        <pc:chgData name="William Santos" userId="3c44bde2a603709d" providerId="LiveId" clId="{EEA2192A-38D1-4A54-81F6-6ECFB1187D77}" dt="2026-01-26T06:07:19.162" v="2836" actId="1076"/>
        <pc:sldMkLst>
          <pc:docMk/>
          <pc:sldMk cId="0" sldId="262"/>
        </pc:sldMkLst>
        <pc:spChg chg="mod">
          <ac:chgData name="William Santos" userId="3c44bde2a603709d" providerId="LiveId" clId="{EEA2192A-38D1-4A54-81F6-6ECFB1187D77}" dt="2026-01-26T06:06:12.063" v="2826" actId="20577"/>
          <ac:spMkLst>
            <pc:docMk/>
            <pc:sldMk cId="0" sldId="262"/>
            <ac:spMk id="170" creationId="{00000000-0000-0000-0000-000000000000}"/>
          </ac:spMkLst>
        </pc:spChg>
        <pc:spChg chg="mod">
          <ac:chgData name="William Santos" userId="3c44bde2a603709d" providerId="LiveId" clId="{EEA2192A-38D1-4A54-81F6-6ECFB1187D77}" dt="2026-01-26T06:07:19.162" v="2836" actId="1076"/>
          <ac:spMkLst>
            <pc:docMk/>
            <pc:sldMk cId="0" sldId="262"/>
            <ac:spMk id="171" creationId="{00000000-0000-0000-0000-000000000000}"/>
          </ac:spMkLst>
        </pc:spChg>
        <pc:spChg chg="mod">
          <ac:chgData name="William Santos" userId="3c44bde2a603709d" providerId="LiveId" clId="{EEA2192A-38D1-4A54-81F6-6ECFB1187D77}" dt="2026-01-26T04:54:59.845" v="97" actId="790"/>
          <ac:spMkLst>
            <pc:docMk/>
            <pc:sldMk cId="0" sldId="262"/>
            <ac:spMk id="172" creationId="{00000000-0000-0000-0000-000000000000}"/>
          </ac:spMkLst>
        </pc:spChg>
        <pc:spChg chg="del mod">
          <ac:chgData name="William Santos" userId="3c44bde2a603709d" providerId="LiveId" clId="{EEA2192A-38D1-4A54-81F6-6ECFB1187D77}" dt="2026-01-26T06:07:17.380" v="2835"/>
          <ac:spMkLst>
            <pc:docMk/>
            <pc:sldMk cId="0" sldId="262"/>
            <ac:spMk id="173" creationId="{00000000-0000-0000-0000-000000000000}"/>
          </ac:spMkLst>
        </pc:spChg>
        <pc:spChg chg="del mod">
          <ac:chgData name="William Santos" userId="3c44bde2a603709d" providerId="LiveId" clId="{EEA2192A-38D1-4A54-81F6-6ECFB1187D77}" dt="2026-01-26T06:06:46.780" v="2829" actId="478"/>
          <ac:spMkLst>
            <pc:docMk/>
            <pc:sldMk cId="0" sldId="262"/>
            <ac:spMk id="174" creationId="{00000000-0000-0000-0000-000000000000}"/>
          </ac:spMkLst>
        </pc:spChg>
        <pc:spChg chg="del mod">
          <ac:chgData name="William Santos" userId="3c44bde2a603709d" providerId="LiveId" clId="{EEA2192A-38D1-4A54-81F6-6ECFB1187D77}" dt="2026-01-26T06:07:11.378" v="2832" actId="478"/>
          <ac:spMkLst>
            <pc:docMk/>
            <pc:sldMk cId="0" sldId="262"/>
            <ac:spMk id="175" creationId="{00000000-0000-0000-0000-000000000000}"/>
          </ac:spMkLst>
        </pc:spChg>
      </pc:sldChg>
      <pc:sldChg chg="addSp delSp modSp mod">
        <pc:chgData name="William Santos" userId="3c44bde2a603709d" providerId="LiveId" clId="{EEA2192A-38D1-4A54-81F6-6ECFB1187D77}" dt="2026-01-26T06:19:03.740" v="3393"/>
        <pc:sldMkLst>
          <pc:docMk/>
          <pc:sldMk cId="0" sldId="263"/>
        </pc:sldMkLst>
        <pc:spChg chg="add del mod">
          <ac:chgData name="William Santos" userId="3c44bde2a603709d" providerId="LiveId" clId="{EEA2192A-38D1-4A54-81F6-6ECFB1187D77}" dt="2026-01-26T06:10:39.853" v="2962"/>
          <ac:spMkLst>
            <pc:docMk/>
            <pc:sldMk cId="0" sldId="263"/>
            <ac:spMk id="2" creationId="{5BCA89E9-8425-8C90-9770-3B21B2521BE2}"/>
          </ac:spMkLst>
        </pc:spChg>
        <pc:spChg chg="add mod">
          <ac:chgData name="William Santos" userId="3c44bde2a603709d" providerId="LiveId" clId="{EEA2192A-38D1-4A54-81F6-6ECFB1187D77}" dt="2026-01-26T06:18:51.764" v="3389" actId="114"/>
          <ac:spMkLst>
            <pc:docMk/>
            <pc:sldMk cId="0" sldId="263"/>
            <ac:spMk id="3" creationId="{2B63766B-4B78-7B2F-AC4A-5C43CCAC53E3}"/>
          </ac:spMkLst>
        </pc:spChg>
        <pc:spChg chg="mod">
          <ac:chgData name="William Santos" userId="3c44bde2a603709d" providerId="LiveId" clId="{EEA2192A-38D1-4A54-81F6-6ECFB1187D77}" dt="2026-01-26T04:54:59.845" v="97" actId="790"/>
          <ac:spMkLst>
            <pc:docMk/>
            <pc:sldMk cId="0" sldId="263"/>
            <ac:spMk id="180" creationId="{00000000-0000-0000-0000-000000000000}"/>
          </ac:spMkLst>
        </pc:spChg>
        <pc:spChg chg="del mod">
          <ac:chgData name="William Santos" userId="3c44bde2a603709d" providerId="LiveId" clId="{EEA2192A-38D1-4A54-81F6-6ECFB1187D77}" dt="2026-01-26T06:19:03.731" v="3391" actId="478"/>
          <ac:spMkLst>
            <pc:docMk/>
            <pc:sldMk cId="0" sldId="263"/>
            <ac:spMk id="181" creationId="{00000000-0000-0000-0000-000000000000}"/>
          </ac:spMkLst>
        </pc:spChg>
        <pc:spChg chg="mod">
          <ac:chgData name="William Santos" userId="3c44bde2a603709d" providerId="LiveId" clId="{EEA2192A-38D1-4A54-81F6-6ECFB1187D77}" dt="2026-01-26T04:54:59.845" v="97" actId="790"/>
          <ac:spMkLst>
            <pc:docMk/>
            <pc:sldMk cId="0" sldId="263"/>
            <ac:spMk id="182" creationId="{00000000-0000-0000-0000-000000000000}"/>
          </ac:spMkLst>
        </pc:spChg>
        <pc:spChg chg="del mod">
          <ac:chgData name="William Santos" userId="3c44bde2a603709d" providerId="LiveId" clId="{EEA2192A-38D1-4A54-81F6-6ECFB1187D77}" dt="2026-01-26T06:19:03.740" v="3393"/>
          <ac:spMkLst>
            <pc:docMk/>
            <pc:sldMk cId="0" sldId="263"/>
            <ac:spMk id="183" creationId="{00000000-0000-0000-0000-000000000000}"/>
          </ac:spMkLst>
        </pc:spChg>
      </pc:sldChg>
      <pc:sldChg chg="delSp modSp mod">
        <pc:chgData name="William Santos" userId="3c44bde2a603709d" providerId="LiveId" clId="{EEA2192A-38D1-4A54-81F6-6ECFB1187D77}" dt="2026-01-26T06:24:04.270" v="3408" actId="478"/>
        <pc:sldMkLst>
          <pc:docMk/>
          <pc:sldMk cId="0" sldId="264"/>
        </pc:sldMkLst>
        <pc:spChg chg="mod">
          <ac:chgData name="William Santos" userId="3c44bde2a603709d" providerId="LiveId" clId="{EEA2192A-38D1-4A54-81F6-6ECFB1187D77}" dt="2026-01-26T04:54:59.845" v="97" actId="790"/>
          <ac:spMkLst>
            <pc:docMk/>
            <pc:sldMk cId="0" sldId="264"/>
            <ac:spMk id="189" creationId="{00000000-0000-0000-0000-000000000000}"/>
          </ac:spMkLst>
        </pc:spChg>
        <pc:spChg chg="mod">
          <ac:chgData name="William Santos" userId="3c44bde2a603709d" providerId="LiveId" clId="{EEA2192A-38D1-4A54-81F6-6ECFB1187D77}" dt="2026-01-26T04:54:59.845" v="97" actId="790"/>
          <ac:spMkLst>
            <pc:docMk/>
            <pc:sldMk cId="0" sldId="264"/>
            <ac:spMk id="190" creationId="{00000000-0000-0000-0000-000000000000}"/>
          </ac:spMkLst>
        </pc:spChg>
        <pc:spChg chg="del mod">
          <ac:chgData name="William Santos" userId="3c44bde2a603709d" providerId="LiveId" clId="{EEA2192A-38D1-4A54-81F6-6ECFB1187D77}" dt="2026-01-26T06:24:04.270" v="3408" actId="478"/>
          <ac:spMkLst>
            <pc:docMk/>
            <pc:sldMk cId="0" sldId="264"/>
            <ac:spMk id="191" creationId="{00000000-0000-0000-0000-000000000000}"/>
          </ac:spMkLst>
        </pc:spChg>
      </pc:sldChg>
      <pc:sldChg chg="modSp del mod">
        <pc:chgData name="William Santos" userId="3c44bde2a603709d" providerId="LiveId" clId="{EEA2192A-38D1-4A54-81F6-6ECFB1187D77}" dt="2026-01-26T06:19:48.681" v="3394" actId="47"/>
        <pc:sldMkLst>
          <pc:docMk/>
          <pc:sldMk cId="0" sldId="265"/>
        </pc:sldMkLst>
        <pc:spChg chg="mod">
          <ac:chgData name="William Santos" userId="3c44bde2a603709d" providerId="LiveId" clId="{EEA2192A-38D1-4A54-81F6-6ECFB1187D77}" dt="2026-01-26T04:54:59.845" v="97" actId="790"/>
          <ac:spMkLst>
            <pc:docMk/>
            <pc:sldMk cId="0" sldId="265"/>
            <ac:spMk id="197" creationId="{00000000-0000-0000-0000-000000000000}"/>
          </ac:spMkLst>
        </pc:spChg>
        <pc:spChg chg="mod">
          <ac:chgData name="William Santos" userId="3c44bde2a603709d" providerId="LiveId" clId="{EEA2192A-38D1-4A54-81F6-6ECFB1187D77}" dt="2026-01-26T04:54:59.845" v="97" actId="790"/>
          <ac:spMkLst>
            <pc:docMk/>
            <pc:sldMk cId="0" sldId="265"/>
            <ac:spMk id="199" creationId="{00000000-0000-0000-0000-000000000000}"/>
          </ac:spMkLst>
        </pc:spChg>
        <pc:spChg chg="mod">
          <ac:chgData name="William Santos" userId="3c44bde2a603709d" providerId="LiveId" clId="{EEA2192A-38D1-4A54-81F6-6ECFB1187D77}" dt="2026-01-26T04:54:59.845" v="97" actId="790"/>
          <ac:spMkLst>
            <pc:docMk/>
            <pc:sldMk cId="0" sldId="265"/>
            <ac:spMk id="200" creationId="{00000000-0000-0000-0000-000000000000}"/>
          </ac:spMkLst>
        </pc:spChg>
      </pc:sldChg>
      <pc:sldChg chg="modSp del mod">
        <pc:chgData name="William Santos" userId="3c44bde2a603709d" providerId="LiveId" clId="{EEA2192A-38D1-4A54-81F6-6ECFB1187D77}" dt="2026-01-26T06:19:49.864" v="3395" actId="47"/>
        <pc:sldMkLst>
          <pc:docMk/>
          <pc:sldMk cId="0" sldId="266"/>
        </pc:sldMkLst>
        <pc:spChg chg="mod">
          <ac:chgData name="William Santos" userId="3c44bde2a603709d" providerId="LiveId" clId="{EEA2192A-38D1-4A54-81F6-6ECFB1187D77}" dt="2026-01-26T04:54:59.845" v="97" actId="790"/>
          <ac:spMkLst>
            <pc:docMk/>
            <pc:sldMk cId="0" sldId="266"/>
            <ac:spMk id="207" creationId="{00000000-0000-0000-0000-000000000000}"/>
          </ac:spMkLst>
        </pc:spChg>
        <pc:spChg chg="mod">
          <ac:chgData name="William Santos" userId="3c44bde2a603709d" providerId="LiveId" clId="{EEA2192A-38D1-4A54-81F6-6ECFB1187D77}" dt="2026-01-26T04:54:59.845" v="97" actId="790"/>
          <ac:spMkLst>
            <pc:docMk/>
            <pc:sldMk cId="0" sldId="266"/>
            <ac:spMk id="208" creationId="{00000000-0000-0000-0000-000000000000}"/>
          </ac:spMkLst>
        </pc:spChg>
        <pc:spChg chg="mod">
          <ac:chgData name="William Santos" userId="3c44bde2a603709d" providerId="LiveId" clId="{EEA2192A-38D1-4A54-81F6-6ECFB1187D77}" dt="2026-01-26T04:54:59.845" v="97" actId="790"/>
          <ac:spMkLst>
            <pc:docMk/>
            <pc:sldMk cId="0" sldId="266"/>
            <ac:spMk id="210" creationId="{00000000-0000-0000-0000-000000000000}"/>
          </ac:spMkLst>
        </pc:spChg>
        <pc:spChg chg="mod">
          <ac:chgData name="William Santos" userId="3c44bde2a603709d" providerId="LiveId" clId="{EEA2192A-38D1-4A54-81F6-6ECFB1187D77}" dt="2026-01-26T04:54:59.845" v="97" actId="790"/>
          <ac:spMkLst>
            <pc:docMk/>
            <pc:sldMk cId="0" sldId="266"/>
            <ac:spMk id="211" creationId="{00000000-0000-0000-0000-000000000000}"/>
          </ac:spMkLst>
        </pc:spChg>
        <pc:graphicFrameChg chg="modGraphic">
          <ac:chgData name="William Santos" userId="3c44bde2a603709d" providerId="LiveId" clId="{EEA2192A-38D1-4A54-81F6-6ECFB1187D77}" dt="2026-01-26T04:54:59.845" v="97" actId="790"/>
          <ac:graphicFrameMkLst>
            <pc:docMk/>
            <pc:sldMk cId="0" sldId="266"/>
            <ac:graphicFrameMk id="206" creationId="{00000000-0000-0000-0000-000000000000}"/>
          </ac:graphicFrameMkLst>
        </pc:graphicFrameChg>
        <pc:graphicFrameChg chg="modGraphic">
          <ac:chgData name="William Santos" userId="3c44bde2a603709d" providerId="LiveId" clId="{EEA2192A-38D1-4A54-81F6-6ECFB1187D77}" dt="2026-01-26T04:54:59.845" v="97" actId="790"/>
          <ac:graphicFrameMkLst>
            <pc:docMk/>
            <pc:sldMk cId="0" sldId="266"/>
            <ac:graphicFrameMk id="209" creationId="{00000000-0000-0000-0000-000000000000}"/>
          </ac:graphicFrameMkLst>
        </pc:graphicFrameChg>
      </pc:sldChg>
      <pc:sldChg chg="modSp mod">
        <pc:chgData name="William Santos" userId="3c44bde2a603709d" providerId="LiveId" clId="{EEA2192A-38D1-4A54-81F6-6ECFB1187D77}" dt="2026-01-26T04:54:59.845" v="97" actId="790"/>
        <pc:sldMkLst>
          <pc:docMk/>
          <pc:sldMk cId="0" sldId="267"/>
        </pc:sldMkLst>
        <pc:spChg chg="mod">
          <ac:chgData name="William Santos" userId="3c44bde2a603709d" providerId="LiveId" clId="{EEA2192A-38D1-4A54-81F6-6ECFB1187D77}" dt="2026-01-26T04:54:59.845" v="97" actId="790"/>
          <ac:spMkLst>
            <pc:docMk/>
            <pc:sldMk cId="0" sldId="267"/>
            <ac:spMk id="216" creationId="{00000000-0000-0000-0000-000000000000}"/>
          </ac:spMkLst>
        </pc:spChg>
      </pc:sldChg>
      <pc:sldChg chg="modSp mod">
        <pc:chgData name="William Santos" userId="3c44bde2a603709d" providerId="LiveId" clId="{EEA2192A-38D1-4A54-81F6-6ECFB1187D77}" dt="2026-01-26T04:54:59.845" v="97" actId="790"/>
        <pc:sldMkLst>
          <pc:docMk/>
          <pc:sldMk cId="0" sldId="268"/>
        </pc:sldMkLst>
        <pc:spChg chg="mod">
          <ac:chgData name="William Santos" userId="3c44bde2a603709d" providerId="LiveId" clId="{EEA2192A-38D1-4A54-81F6-6ECFB1187D77}" dt="2026-01-26T04:54:59.845" v="97" actId="790"/>
          <ac:spMkLst>
            <pc:docMk/>
            <pc:sldMk cId="0" sldId="268"/>
            <ac:spMk id="222" creationId="{00000000-0000-0000-0000-000000000000}"/>
          </ac:spMkLst>
        </pc:spChg>
        <pc:spChg chg="mod">
          <ac:chgData name="William Santos" userId="3c44bde2a603709d" providerId="LiveId" clId="{EEA2192A-38D1-4A54-81F6-6ECFB1187D77}" dt="2026-01-26T04:54:59.845" v="97" actId="790"/>
          <ac:spMkLst>
            <pc:docMk/>
            <pc:sldMk cId="0" sldId="268"/>
            <ac:spMk id="223" creationId="{00000000-0000-0000-0000-000000000000}"/>
          </ac:spMkLst>
        </pc:spChg>
        <pc:spChg chg="mod">
          <ac:chgData name="William Santos" userId="3c44bde2a603709d" providerId="LiveId" clId="{EEA2192A-38D1-4A54-81F6-6ECFB1187D77}" dt="2026-01-26T04:54:59.845" v="97" actId="790"/>
          <ac:spMkLst>
            <pc:docMk/>
            <pc:sldMk cId="0" sldId="268"/>
            <ac:spMk id="224" creationId="{00000000-0000-0000-0000-000000000000}"/>
          </ac:spMkLst>
        </pc:spChg>
      </pc:sldChg>
      <pc:sldChg chg="modSp add mod ord">
        <pc:chgData name="William Santos" userId="3c44bde2a603709d" providerId="LiveId" clId="{EEA2192A-38D1-4A54-81F6-6ECFB1187D77}" dt="2026-01-26T04:54:59.845" v="97" actId="790"/>
        <pc:sldMkLst>
          <pc:docMk/>
          <pc:sldMk cId="0" sldId="269"/>
        </pc:sldMkLst>
        <pc:spChg chg="mod">
          <ac:chgData name="William Santos" userId="3c44bde2a603709d" providerId="LiveId" clId="{EEA2192A-38D1-4A54-81F6-6ECFB1187D77}" dt="2026-01-26T04:54:59.845" v="97" actId="790"/>
          <ac:spMkLst>
            <pc:docMk/>
            <pc:sldMk cId="0" sldId="269"/>
            <ac:spMk id="4" creationId="{1964F80B-BC6B-AEA5-60EC-9E90C5F7EA3E}"/>
          </ac:spMkLst>
        </pc:spChg>
        <pc:spChg chg="mod">
          <ac:chgData name="William Santos" userId="3c44bde2a603709d" providerId="LiveId" clId="{EEA2192A-38D1-4A54-81F6-6ECFB1187D77}" dt="2026-01-26T04:54:59.845" v="97" actId="790"/>
          <ac:spMkLst>
            <pc:docMk/>
            <pc:sldMk cId="0" sldId="269"/>
            <ac:spMk id="5" creationId="{8C165128-CEAD-D4A4-BB4B-675ECEA005B6}"/>
          </ac:spMkLst>
        </pc:spChg>
        <pc:graphicFrameChg chg="modGraphic">
          <ac:chgData name="William Santos" userId="3c44bde2a603709d" providerId="LiveId" clId="{EEA2192A-38D1-4A54-81F6-6ECFB1187D77}" dt="2026-01-26T04:54:59.845" v="97" actId="790"/>
          <ac:graphicFrameMkLst>
            <pc:docMk/>
            <pc:sldMk cId="0" sldId="269"/>
            <ac:graphicFrameMk id="3" creationId="{12BD3746-68C0-DB7F-8816-4EEEA27FC4AC}"/>
          </ac:graphicFrameMkLst>
        </pc:graphicFrameChg>
      </pc:sldChg>
      <pc:sldChg chg="delSp modSp add mod">
        <pc:chgData name="William Santos" userId="3c44bde2a603709d" providerId="LiveId" clId="{EEA2192A-38D1-4A54-81F6-6ECFB1187D77}" dt="2026-01-26T06:30:34.497" v="3466" actId="1076"/>
        <pc:sldMkLst>
          <pc:docMk/>
          <pc:sldMk cId="0" sldId="270"/>
        </pc:sldMkLst>
        <pc:spChg chg="mod">
          <ac:chgData name="William Santos" userId="3c44bde2a603709d" providerId="LiveId" clId="{EEA2192A-38D1-4A54-81F6-6ECFB1187D77}" dt="2026-01-26T04:54:59.845" v="97" actId="790"/>
          <ac:spMkLst>
            <pc:docMk/>
            <pc:sldMk cId="0" sldId="270"/>
            <ac:spMk id="95" creationId="{00000000-0000-0000-0000-000000000000}"/>
          </ac:spMkLst>
        </pc:spChg>
        <pc:spChg chg="mod">
          <ac:chgData name="William Santos" userId="3c44bde2a603709d" providerId="LiveId" clId="{EEA2192A-38D1-4A54-81F6-6ECFB1187D77}" dt="2026-01-26T04:54:59.845" v="97" actId="790"/>
          <ac:spMkLst>
            <pc:docMk/>
            <pc:sldMk cId="0" sldId="270"/>
            <ac:spMk id="96" creationId="{00000000-0000-0000-0000-000000000000}"/>
          </ac:spMkLst>
        </pc:spChg>
        <pc:spChg chg="mod">
          <ac:chgData name="William Santos" userId="3c44bde2a603709d" providerId="LiveId" clId="{EEA2192A-38D1-4A54-81F6-6ECFB1187D77}" dt="2026-01-26T06:30:34.497" v="3466" actId="1076"/>
          <ac:spMkLst>
            <pc:docMk/>
            <pc:sldMk cId="0" sldId="270"/>
            <ac:spMk id="97" creationId="{00000000-0000-0000-0000-000000000000}"/>
          </ac:spMkLst>
        </pc:spChg>
        <pc:spChg chg="mod">
          <ac:chgData name="William Santos" userId="3c44bde2a603709d" providerId="LiveId" clId="{EEA2192A-38D1-4A54-81F6-6ECFB1187D77}" dt="2026-01-26T04:54:59.845" v="97" actId="790"/>
          <ac:spMkLst>
            <pc:docMk/>
            <pc:sldMk cId="0" sldId="270"/>
            <ac:spMk id="98" creationId="{00000000-0000-0000-0000-000000000000}"/>
          </ac:spMkLst>
        </pc:spChg>
        <pc:spChg chg="mod">
          <ac:chgData name="William Santos" userId="3c44bde2a603709d" providerId="LiveId" clId="{EEA2192A-38D1-4A54-81F6-6ECFB1187D77}" dt="2026-01-26T04:54:59.845" v="97" actId="790"/>
          <ac:spMkLst>
            <pc:docMk/>
            <pc:sldMk cId="0" sldId="270"/>
            <ac:spMk id="99" creationId="{00000000-0000-0000-0000-000000000000}"/>
          </ac:spMkLst>
        </pc:spChg>
        <pc:spChg chg="mod">
          <ac:chgData name="William Santos" userId="3c44bde2a603709d" providerId="LiveId" clId="{EEA2192A-38D1-4A54-81F6-6ECFB1187D77}" dt="2026-01-26T04:54:59.845" v="97" actId="790"/>
          <ac:spMkLst>
            <pc:docMk/>
            <pc:sldMk cId="0" sldId="270"/>
            <ac:spMk id="100" creationId="{00000000-0000-0000-0000-000000000000}"/>
          </ac:spMkLst>
        </pc:spChg>
        <pc:spChg chg="del mod">
          <ac:chgData name="William Santos" userId="3c44bde2a603709d" providerId="LiveId" clId="{EEA2192A-38D1-4A54-81F6-6ECFB1187D77}" dt="2026-01-26T04:51:06.933" v="9"/>
          <ac:spMkLst>
            <pc:docMk/>
            <pc:sldMk cId="0" sldId="270"/>
            <ac:spMk id="101" creationId="{00000000-0000-0000-0000-000000000000}"/>
          </ac:spMkLst>
        </pc:spChg>
      </pc:sldChg>
      <pc:sldChg chg="delSp modSp add mod">
        <pc:chgData name="William Santos" userId="3c44bde2a603709d" providerId="LiveId" clId="{EEA2192A-38D1-4A54-81F6-6ECFB1187D77}" dt="2026-01-26T06:08:50.174" v="2959" actId="14100"/>
        <pc:sldMkLst>
          <pc:docMk/>
          <pc:sldMk cId="3903505151" sldId="271"/>
        </pc:sldMkLst>
        <pc:spChg chg="mod">
          <ac:chgData name="William Santos" userId="3c44bde2a603709d" providerId="LiveId" clId="{EEA2192A-38D1-4A54-81F6-6ECFB1187D77}" dt="2026-01-26T05:08:13.758" v="614" actId="20577"/>
          <ac:spMkLst>
            <pc:docMk/>
            <pc:sldMk cId="3903505151" sldId="271"/>
            <ac:spMk id="109" creationId="{7D2F3C40-B9C0-0A5D-48E2-9CA6815B41CA}"/>
          </ac:spMkLst>
        </pc:spChg>
        <pc:spChg chg="topLvl">
          <ac:chgData name="William Santos" userId="3c44bde2a603709d" providerId="LiveId" clId="{EEA2192A-38D1-4A54-81F6-6ECFB1187D77}" dt="2026-01-26T05:09:35.065" v="695" actId="478"/>
          <ac:spMkLst>
            <pc:docMk/>
            <pc:sldMk cId="3903505151" sldId="271"/>
            <ac:spMk id="112" creationId="{308F01A3-CCFF-9ED1-122C-479FEE99D37A}"/>
          </ac:spMkLst>
        </pc:spChg>
        <pc:spChg chg="del topLvl">
          <ac:chgData name="William Santos" userId="3c44bde2a603709d" providerId="LiveId" clId="{EEA2192A-38D1-4A54-81F6-6ECFB1187D77}" dt="2026-01-26T05:09:35.065" v="695" actId="478"/>
          <ac:spMkLst>
            <pc:docMk/>
            <pc:sldMk cId="3903505151" sldId="271"/>
            <ac:spMk id="113" creationId="{694887EB-15A2-AA46-D5EB-D9FE3CB96431}"/>
          </ac:spMkLst>
        </pc:spChg>
        <pc:spChg chg="del">
          <ac:chgData name="William Santos" userId="3c44bde2a603709d" providerId="LiveId" clId="{EEA2192A-38D1-4A54-81F6-6ECFB1187D77}" dt="2026-01-26T05:09:36.844" v="696" actId="478"/>
          <ac:spMkLst>
            <pc:docMk/>
            <pc:sldMk cId="3903505151" sldId="271"/>
            <ac:spMk id="114" creationId="{AD603248-1CC1-22C1-3928-F1554B11330B}"/>
          </ac:spMkLst>
        </pc:spChg>
        <pc:spChg chg="del">
          <ac:chgData name="William Santos" userId="3c44bde2a603709d" providerId="LiveId" clId="{EEA2192A-38D1-4A54-81F6-6ECFB1187D77}" dt="2026-01-26T05:09:31.484" v="694" actId="478"/>
          <ac:spMkLst>
            <pc:docMk/>
            <pc:sldMk cId="3903505151" sldId="271"/>
            <ac:spMk id="116" creationId="{204E6100-2EE1-1BBC-95C2-7CC726EDC942}"/>
          </ac:spMkLst>
        </pc:spChg>
        <pc:spChg chg="mod">
          <ac:chgData name="William Santos" userId="3c44bde2a603709d" providerId="LiveId" clId="{EEA2192A-38D1-4A54-81F6-6ECFB1187D77}" dt="2026-01-26T05:09:07.674" v="689" actId="20577"/>
          <ac:spMkLst>
            <pc:docMk/>
            <pc:sldMk cId="3903505151" sldId="271"/>
            <ac:spMk id="125" creationId="{D3186667-559E-CF2D-8E05-48A1479D418C}"/>
          </ac:spMkLst>
        </pc:spChg>
        <pc:spChg chg="mod">
          <ac:chgData name="William Santos" userId="3c44bde2a603709d" providerId="LiveId" clId="{EEA2192A-38D1-4A54-81F6-6ECFB1187D77}" dt="2026-01-26T05:10:13.136" v="719" actId="20577"/>
          <ac:spMkLst>
            <pc:docMk/>
            <pc:sldMk cId="3903505151" sldId="271"/>
            <ac:spMk id="128" creationId="{9E002E9B-3AED-460E-8FF5-F64FAD3ECB35}"/>
          </ac:spMkLst>
        </pc:spChg>
        <pc:spChg chg="mod">
          <ac:chgData name="William Santos" userId="3c44bde2a603709d" providerId="LiveId" clId="{EEA2192A-38D1-4A54-81F6-6ECFB1187D77}" dt="2026-01-26T06:08:22.839" v="2897" actId="20577"/>
          <ac:spMkLst>
            <pc:docMk/>
            <pc:sldMk cId="3903505151" sldId="271"/>
            <ac:spMk id="131" creationId="{0C0821BC-78D7-5563-343E-F9B8995852E0}"/>
          </ac:spMkLst>
        </pc:spChg>
        <pc:spChg chg="mod">
          <ac:chgData name="William Santos" userId="3c44bde2a603709d" providerId="LiveId" clId="{EEA2192A-38D1-4A54-81F6-6ECFB1187D77}" dt="2026-01-26T06:08:36.719" v="2957" actId="20577"/>
          <ac:spMkLst>
            <pc:docMk/>
            <pc:sldMk cId="3903505151" sldId="271"/>
            <ac:spMk id="134" creationId="{3A6C292F-CC3D-4984-9806-7F8FA7F35020}"/>
          </ac:spMkLst>
        </pc:spChg>
        <pc:spChg chg="del mod">
          <ac:chgData name="William Santos" userId="3c44bde2a603709d" providerId="LiveId" clId="{EEA2192A-38D1-4A54-81F6-6ECFB1187D77}" dt="2026-01-26T05:09:46.613" v="699"/>
          <ac:spMkLst>
            <pc:docMk/>
            <pc:sldMk cId="3903505151" sldId="271"/>
            <ac:spMk id="140" creationId="{24C30121-6675-2ED2-1B36-83E25BC59460}"/>
          </ac:spMkLst>
        </pc:spChg>
        <pc:grpChg chg="mod">
          <ac:chgData name="William Santos" userId="3c44bde2a603709d" providerId="LiveId" clId="{EEA2192A-38D1-4A54-81F6-6ECFB1187D77}" dt="2026-01-26T05:09:19.422" v="691" actId="14100"/>
          <ac:grpSpMkLst>
            <pc:docMk/>
            <pc:sldMk cId="3903505151" sldId="271"/>
            <ac:grpSpMk id="107" creationId="{E44423C5-E368-6A09-B5C3-8BFF4F408A7C}"/>
          </ac:grpSpMkLst>
        </pc:grpChg>
        <pc:grpChg chg="del">
          <ac:chgData name="William Santos" userId="3c44bde2a603709d" providerId="LiveId" clId="{EEA2192A-38D1-4A54-81F6-6ECFB1187D77}" dt="2026-01-26T05:09:35.065" v="695" actId="478"/>
          <ac:grpSpMkLst>
            <pc:docMk/>
            <pc:sldMk cId="3903505151" sldId="271"/>
            <ac:grpSpMk id="111" creationId="{F96EF47E-B4F4-37B4-FBB4-D1A17F18AFD9}"/>
          </ac:grpSpMkLst>
        </pc:grpChg>
        <pc:grpChg chg="del">
          <ac:chgData name="William Santos" userId="3c44bde2a603709d" providerId="LiveId" clId="{EEA2192A-38D1-4A54-81F6-6ECFB1187D77}" dt="2026-01-26T05:09:27.993" v="693" actId="478"/>
          <ac:grpSpMkLst>
            <pc:docMk/>
            <pc:sldMk cId="3903505151" sldId="271"/>
            <ac:grpSpMk id="117" creationId="{D89A140A-E560-BC0C-7D49-9F0DAFB54037}"/>
          </ac:grpSpMkLst>
        </pc:grpChg>
        <pc:grpChg chg="del">
          <ac:chgData name="William Santos" userId="3c44bde2a603709d" providerId="LiveId" clId="{EEA2192A-38D1-4A54-81F6-6ECFB1187D77}" dt="2026-01-26T05:09:22.118" v="692" actId="478"/>
          <ac:grpSpMkLst>
            <pc:docMk/>
            <pc:sldMk cId="3903505151" sldId="271"/>
            <ac:grpSpMk id="120" creationId="{9E612474-216C-539A-4829-82F88D010C24}"/>
          </ac:grpSpMkLst>
        </pc:grpChg>
        <pc:grpChg chg="mod">
          <ac:chgData name="William Santos" userId="3c44bde2a603709d" providerId="LiveId" clId="{EEA2192A-38D1-4A54-81F6-6ECFB1187D77}" dt="2026-01-26T05:09:13.614" v="690" actId="14100"/>
          <ac:grpSpMkLst>
            <pc:docMk/>
            <pc:sldMk cId="3903505151" sldId="271"/>
            <ac:grpSpMk id="123" creationId="{9ABEBE36-A103-5134-4D01-FAD14EF0773A}"/>
          </ac:grpSpMkLst>
        </pc:grpChg>
        <pc:grpChg chg="mod">
          <ac:chgData name="William Santos" userId="3c44bde2a603709d" providerId="LiveId" clId="{EEA2192A-38D1-4A54-81F6-6ECFB1187D77}" dt="2026-01-26T05:10:18.688" v="720" actId="14100"/>
          <ac:grpSpMkLst>
            <pc:docMk/>
            <pc:sldMk cId="3903505151" sldId="271"/>
            <ac:grpSpMk id="126" creationId="{FF14EAAF-FFB2-6179-53B2-1F08E0CB2A99}"/>
          </ac:grpSpMkLst>
        </pc:grpChg>
        <pc:grpChg chg="mod">
          <ac:chgData name="William Santos" userId="3c44bde2a603709d" providerId="LiveId" clId="{EEA2192A-38D1-4A54-81F6-6ECFB1187D77}" dt="2026-01-26T06:08:50.174" v="2959" actId="14100"/>
          <ac:grpSpMkLst>
            <pc:docMk/>
            <pc:sldMk cId="3903505151" sldId="271"/>
            <ac:grpSpMk id="129" creationId="{95BC10BB-048D-CA3C-8F5E-F3987E0AFFCF}"/>
          </ac:grpSpMkLst>
        </pc:grpChg>
        <pc:grpChg chg="mod">
          <ac:chgData name="William Santos" userId="3c44bde2a603709d" providerId="LiveId" clId="{EEA2192A-38D1-4A54-81F6-6ECFB1187D77}" dt="2026-01-26T06:08:40.667" v="2958" actId="14100"/>
          <ac:grpSpMkLst>
            <pc:docMk/>
            <pc:sldMk cId="3903505151" sldId="271"/>
            <ac:grpSpMk id="132" creationId="{74BEA283-1029-ABA7-136B-250AEE26B15F}"/>
          </ac:grpSpMkLst>
        </pc:grpChg>
      </pc:sldChg>
      <pc:sldChg chg="addSp delSp modSp add del mod">
        <pc:chgData name="William Santos" userId="3c44bde2a603709d" providerId="LiveId" clId="{EEA2192A-38D1-4A54-81F6-6ECFB1187D77}" dt="2026-01-26T05:13:46.025" v="826" actId="478"/>
        <pc:sldMkLst>
          <pc:docMk/>
          <pc:sldMk cId="2006078031" sldId="272"/>
        </pc:sldMkLst>
        <pc:spChg chg="add mod">
          <ac:chgData name="William Santos" userId="3c44bde2a603709d" providerId="LiveId" clId="{EEA2192A-38D1-4A54-81F6-6ECFB1187D77}" dt="2026-01-26T05:13:43.367" v="825"/>
          <ac:spMkLst>
            <pc:docMk/>
            <pc:sldMk cId="2006078031" sldId="272"/>
            <ac:spMk id="2" creationId="{A9862E91-3B86-3BB3-730D-855354999ECB}"/>
          </ac:spMkLst>
        </pc:spChg>
        <pc:spChg chg="del">
          <ac:chgData name="William Santos" userId="3c44bde2a603709d" providerId="LiveId" clId="{EEA2192A-38D1-4A54-81F6-6ECFB1187D77}" dt="2026-01-26T05:13:23.321" v="818" actId="478"/>
          <ac:spMkLst>
            <pc:docMk/>
            <pc:sldMk cId="2006078031" sldId="272"/>
            <ac:spMk id="3" creationId="{9CCF6768-891A-2AE9-1F46-6D2AF02D08BA}"/>
          </ac:spMkLst>
        </pc:spChg>
        <pc:spChg chg="del">
          <ac:chgData name="William Santos" userId="3c44bde2a603709d" providerId="LiveId" clId="{EEA2192A-38D1-4A54-81F6-6ECFB1187D77}" dt="2026-01-26T05:13:25.161" v="819" actId="478"/>
          <ac:spMkLst>
            <pc:docMk/>
            <pc:sldMk cId="2006078031" sldId="272"/>
            <ac:spMk id="4" creationId="{C9FBB7A5-D869-FFB9-85D3-77CFF1A06380}"/>
          </ac:spMkLst>
        </pc:spChg>
        <pc:spChg chg="del">
          <ac:chgData name="William Santos" userId="3c44bde2a603709d" providerId="LiveId" clId="{EEA2192A-38D1-4A54-81F6-6ECFB1187D77}" dt="2026-01-26T05:13:46.025" v="826" actId="478"/>
          <ac:spMkLst>
            <pc:docMk/>
            <pc:sldMk cId="2006078031" sldId="272"/>
            <ac:spMk id="155" creationId="{719C1448-C374-3077-1C61-3E5362AD05F7}"/>
          </ac:spMkLst>
        </pc:spChg>
      </pc:sldChg>
      <pc:sldChg chg="new del">
        <pc:chgData name="William Santos" userId="3c44bde2a603709d" providerId="LiveId" clId="{EEA2192A-38D1-4A54-81F6-6ECFB1187D77}" dt="2026-01-26T05:13:32.581" v="823" actId="680"/>
        <pc:sldMkLst>
          <pc:docMk/>
          <pc:sldMk cId="448321779" sldId="273"/>
        </pc:sldMkLst>
      </pc:sldChg>
      <pc:sldChg chg="addSp delSp modSp add mod">
        <pc:chgData name="William Santos" userId="3c44bde2a603709d" providerId="LiveId" clId="{EEA2192A-38D1-4A54-81F6-6ECFB1187D77}" dt="2026-01-26T05:14:44.214" v="838" actId="14100"/>
        <pc:sldMkLst>
          <pc:docMk/>
          <pc:sldMk cId="3775313388" sldId="273"/>
        </pc:sldMkLst>
        <pc:spChg chg="add mod">
          <ac:chgData name="William Santos" userId="3c44bde2a603709d" providerId="LiveId" clId="{EEA2192A-38D1-4A54-81F6-6ECFB1187D77}" dt="2026-01-26T05:14:44.214" v="838" actId="14100"/>
          <ac:spMkLst>
            <pc:docMk/>
            <pc:sldMk cId="3775313388" sldId="273"/>
            <ac:spMk id="2" creationId="{58CF0F96-5295-F7DD-FA14-A3342F99EFD6}"/>
          </ac:spMkLst>
        </pc:spChg>
        <pc:spChg chg="del">
          <ac:chgData name="William Santos" userId="3c44bde2a603709d" providerId="LiveId" clId="{EEA2192A-38D1-4A54-81F6-6ECFB1187D77}" dt="2026-01-26T05:14:38.977" v="836" actId="478"/>
          <ac:spMkLst>
            <pc:docMk/>
            <pc:sldMk cId="3775313388" sldId="273"/>
            <ac:spMk id="155" creationId="{E0E79A18-2F07-9960-2760-443A65BB66B7}"/>
          </ac:spMkLst>
        </pc:spChg>
      </pc:sldChg>
      <pc:sldChg chg="addSp delSp modSp add mod ord">
        <pc:chgData name="William Santos" userId="3c44bde2a603709d" providerId="LiveId" clId="{EEA2192A-38D1-4A54-81F6-6ECFB1187D77}" dt="2026-01-26T05:14:21.638" v="832"/>
        <pc:sldMkLst>
          <pc:docMk/>
          <pc:sldMk cId="4262706509" sldId="274"/>
        </pc:sldMkLst>
        <pc:spChg chg="add mod">
          <ac:chgData name="William Santos" userId="3c44bde2a603709d" providerId="LiveId" clId="{EEA2192A-38D1-4A54-81F6-6ECFB1187D77}" dt="2026-01-26T05:14:07.364" v="830" actId="1076"/>
          <ac:spMkLst>
            <pc:docMk/>
            <pc:sldMk cId="4262706509" sldId="274"/>
            <ac:spMk id="2" creationId="{2901CE5D-5FF4-FCDF-A6AF-B0BED49DA8A3}"/>
          </ac:spMkLst>
        </pc:spChg>
        <pc:spChg chg="del">
          <ac:chgData name="William Santos" userId="3c44bde2a603709d" providerId="LiveId" clId="{EEA2192A-38D1-4A54-81F6-6ECFB1187D77}" dt="2026-01-26T05:14:04.484" v="829" actId="478"/>
          <ac:spMkLst>
            <pc:docMk/>
            <pc:sldMk cId="4262706509" sldId="274"/>
            <ac:spMk id="155" creationId="{F899FD3F-B802-79A9-327E-49563ADFCB46}"/>
          </ac:spMkLst>
        </pc:spChg>
      </pc:sldChg>
      <pc:sldChg chg="addSp delSp modSp add mod">
        <pc:chgData name="William Santos" userId="3c44bde2a603709d" providerId="LiveId" clId="{EEA2192A-38D1-4A54-81F6-6ECFB1187D77}" dt="2026-01-26T05:19:14.400" v="865" actId="255"/>
        <pc:sldMkLst>
          <pc:docMk/>
          <pc:sldMk cId="924076569" sldId="275"/>
        </pc:sldMkLst>
        <pc:spChg chg="add mod">
          <ac:chgData name="William Santos" userId="3c44bde2a603709d" providerId="LiveId" clId="{EEA2192A-38D1-4A54-81F6-6ECFB1187D77}" dt="2026-01-26T05:19:14.400" v="865" actId="255"/>
          <ac:spMkLst>
            <pc:docMk/>
            <pc:sldMk cId="924076569" sldId="275"/>
            <ac:spMk id="2" creationId="{6F33340F-EE3B-4E4C-58E3-9E2125791F03}"/>
          </ac:spMkLst>
        </pc:spChg>
        <pc:spChg chg="add del mod">
          <ac:chgData name="William Santos" userId="3c44bde2a603709d" providerId="LiveId" clId="{EEA2192A-38D1-4A54-81F6-6ECFB1187D77}" dt="2026-01-26T05:18:54.696" v="861" actId="20577"/>
          <ac:spMkLst>
            <pc:docMk/>
            <pc:sldMk cId="924076569" sldId="275"/>
            <ac:spMk id="155" creationId="{B3AE5123-DA49-508E-742C-D85B94EEBC1D}"/>
          </ac:spMkLst>
        </pc:spChg>
      </pc:sldChg>
      <pc:sldChg chg="addSp delSp modSp add mod">
        <pc:chgData name="William Santos" userId="3c44bde2a603709d" providerId="LiveId" clId="{EEA2192A-38D1-4A54-81F6-6ECFB1187D77}" dt="2026-01-26T05:15:36.374" v="843" actId="1076"/>
        <pc:sldMkLst>
          <pc:docMk/>
          <pc:sldMk cId="2279126066" sldId="276"/>
        </pc:sldMkLst>
        <pc:spChg chg="add mod">
          <ac:chgData name="William Santos" userId="3c44bde2a603709d" providerId="LiveId" clId="{EEA2192A-38D1-4A54-81F6-6ECFB1187D77}" dt="2026-01-26T05:15:36.374" v="843" actId="1076"/>
          <ac:spMkLst>
            <pc:docMk/>
            <pc:sldMk cId="2279126066" sldId="276"/>
            <ac:spMk id="2" creationId="{20A98001-9B53-5188-334D-0B1EB585FBE3}"/>
          </ac:spMkLst>
        </pc:spChg>
        <pc:spChg chg="del">
          <ac:chgData name="William Santos" userId="3c44bde2a603709d" providerId="LiveId" clId="{EEA2192A-38D1-4A54-81F6-6ECFB1187D77}" dt="2026-01-26T05:15:30.900" v="841" actId="478"/>
          <ac:spMkLst>
            <pc:docMk/>
            <pc:sldMk cId="2279126066" sldId="276"/>
            <ac:spMk id="155" creationId="{E199DBB0-9523-9D9C-B591-39D282B94E20}"/>
          </ac:spMkLst>
        </pc:spChg>
      </pc:sldChg>
      <pc:sldChg chg="addSp delSp modSp add mod">
        <pc:chgData name="William Santos" userId="3c44bde2a603709d" providerId="LiveId" clId="{EEA2192A-38D1-4A54-81F6-6ECFB1187D77}" dt="2026-01-26T05:15:09.737" v="840"/>
        <pc:sldMkLst>
          <pc:docMk/>
          <pc:sldMk cId="1543970843" sldId="277"/>
        </pc:sldMkLst>
        <pc:spChg chg="add mod">
          <ac:chgData name="William Santos" userId="3c44bde2a603709d" providerId="LiveId" clId="{EEA2192A-38D1-4A54-81F6-6ECFB1187D77}" dt="2026-01-26T05:15:09.737" v="840"/>
          <ac:spMkLst>
            <pc:docMk/>
            <pc:sldMk cId="1543970843" sldId="277"/>
            <ac:spMk id="2" creationId="{749B7752-0F0F-A33C-21C6-70FA9FEBF48A}"/>
          </ac:spMkLst>
        </pc:spChg>
        <pc:spChg chg="del">
          <ac:chgData name="William Santos" userId="3c44bde2a603709d" providerId="LiveId" clId="{EEA2192A-38D1-4A54-81F6-6ECFB1187D77}" dt="2026-01-26T05:15:09.413" v="839" actId="478"/>
          <ac:spMkLst>
            <pc:docMk/>
            <pc:sldMk cId="1543970843" sldId="277"/>
            <ac:spMk id="155" creationId="{F44FAF25-A743-3E9B-8A18-E8668BF30F26}"/>
          </ac:spMkLst>
        </pc:spChg>
      </pc:sldChg>
      <pc:sldChg chg="addSp modSp add mod">
        <pc:chgData name="William Santos" userId="3c44bde2a603709d" providerId="LiveId" clId="{EEA2192A-38D1-4A54-81F6-6ECFB1187D77}" dt="2026-01-26T05:21:03.083" v="897"/>
        <pc:sldMkLst>
          <pc:docMk/>
          <pc:sldMk cId="1617948464" sldId="278"/>
        </pc:sldMkLst>
        <pc:spChg chg="add mod">
          <ac:chgData name="William Santos" userId="3c44bde2a603709d" providerId="LiveId" clId="{EEA2192A-38D1-4A54-81F6-6ECFB1187D77}" dt="2026-01-26T05:21:03.083" v="897"/>
          <ac:spMkLst>
            <pc:docMk/>
            <pc:sldMk cId="1617948464" sldId="278"/>
            <ac:spMk id="2" creationId="{DC0A98FA-562C-647F-5C73-F9482FE815AE}"/>
          </ac:spMkLst>
        </pc:spChg>
        <pc:spChg chg="mod">
          <ac:chgData name="William Santos" userId="3c44bde2a603709d" providerId="LiveId" clId="{EEA2192A-38D1-4A54-81F6-6ECFB1187D77}" dt="2026-01-26T05:20:58.303" v="896"/>
          <ac:spMkLst>
            <pc:docMk/>
            <pc:sldMk cId="1617948464" sldId="278"/>
            <ac:spMk id="155" creationId="{E04084DD-21DE-164C-627C-B52C0567E1F5}"/>
          </ac:spMkLst>
        </pc:spChg>
      </pc:sldChg>
      <pc:sldChg chg="addSp delSp modSp add mod">
        <pc:chgData name="William Santos" userId="3c44bde2a603709d" providerId="LiveId" clId="{EEA2192A-38D1-4A54-81F6-6ECFB1187D77}" dt="2026-01-26T05:20:34.645" v="892"/>
        <pc:sldMkLst>
          <pc:docMk/>
          <pc:sldMk cId="3168146977" sldId="279"/>
        </pc:sldMkLst>
        <pc:spChg chg="del mod">
          <ac:chgData name="William Santos" userId="3c44bde2a603709d" providerId="LiveId" clId="{EEA2192A-38D1-4A54-81F6-6ECFB1187D77}" dt="2026-01-26T05:20:34.645" v="892"/>
          <ac:spMkLst>
            <pc:docMk/>
            <pc:sldMk cId="3168146977" sldId="279"/>
            <ac:spMk id="155" creationId="{D170309C-B298-B6A7-2B5A-64042DDE04E6}"/>
          </ac:spMkLst>
        </pc:spChg>
        <pc:picChg chg="add mod">
          <ac:chgData name="William Santos" userId="3c44bde2a603709d" providerId="LiveId" clId="{EEA2192A-38D1-4A54-81F6-6ECFB1187D77}" dt="2026-01-26T05:20:34.171" v="890" actId="1076"/>
          <ac:picMkLst>
            <pc:docMk/>
            <pc:sldMk cId="3168146977" sldId="279"/>
            <ac:picMk id="2" creationId="{31016B60-44C1-022A-91AD-84106A46FF38}"/>
          </ac:picMkLst>
        </pc:picChg>
      </pc:sldChg>
      <pc:sldChg chg="addSp delSp modSp add mod">
        <pc:chgData name="William Santos" userId="3c44bde2a603709d" providerId="LiveId" clId="{EEA2192A-38D1-4A54-81F6-6ECFB1187D77}" dt="2026-01-26T05:20:18.561" v="885"/>
        <pc:sldMkLst>
          <pc:docMk/>
          <pc:sldMk cId="2623793861" sldId="280"/>
        </pc:sldMkLst>
        <pc:spChg chg="add mod">
          <ac:chgData name="William Santos" userId="3c44bde2a603709d" providerId="LiveId" clId="{EEA2192A-38D1-4A54-81F6-6ECFB1187D77}" dt="2026-01-26T05:20:17.266" v="883" actId="1076"/>
          <ac:spMkLst>
            <pc:docMk/>
            <pc:sldMk cId="2623793861" sldId="280"/>
            <ac:spMk id="2" creationId="{F204B11C-AC00-BF70-AB7B-8D18DE075CAF}"/>
          </ac:spMkLst>
        </pc:spChg>
        <pc:spChg chg="del mod">
          <ac:chgData name="William Santos" userId="3c44bde2a603709d" providerId="LiveId" clId="{EEA2192A-38D1-4A54-81F6-6ECFB1187D77}" dt="2026-01-26T05:20:18.561" v="885"/>
          <ac:spMkLst>
            <pc:docMk/>
            <pc:sldMk cId="2623793861" sldId="280"/>
            <ac:spMk id="155" creationId="{18CF6989-EEED-27D7-205A-9164689FA881}"/>
          </ac:spMkLst>
        </pc:spChg>
      </pc:sldChg>
      <pc:sldChg chg="addSp modSp add mod">
        <pc:chgData name="William Santos" userId="3c44bde2a603709d" providerId="LiveId" clId="{EEA2192A-38D1-4A54-81F6-6ECFB1187D77}" dt="2026-01-26T05:20:00.540" v="880" actId="20577"/>
        <pc:sldMkLst>
          <pc:docMk/>
          <pc:sldMk cId="2080733819" sldId="281"/>
        </pc:sldMkLst>
        <pc:spChg chg="add mod">
          <ac:chgData name="William Santos" userId="3c44bde2a603709d" providerId="LiveId" clId="{EEA2192A-38D1-4A54-81F6-6ECFB1187D77}" dt="2026-01-26T05:19:56.429" v="871" actId="255"/>
          <ac:spMkLst>
            <pc:docMk/>
            <pc:sldMk cId="2080733819" sldId="281"/>
            <ac:spMk id="2" creationId="{CE35910E-D8CB-0089-94DC-652362491717}"/>
          </ac:spMkLst>
        </pc:spChg>
        <pc:spChg chg="mod">
          <ac:chgData name="William Santos" userId="3c44bde2a603709d" providerId="LiveId" clId="{EEA2192A-38D1-4A54-81F6-6ECFB1187D77}" dt="2026-01-26T05:20:00.540" v="880" actId="20577"/>
          <ac:spMkLst>
            <pc:docMk/>
            <pc:sldMk cId="2080733819" sldId="281"/>
            <ac:spMk id="155" creationId="{ED67B040-074C-D3C2-9CF3-1235507543DA}"/>
          </ac:spMkLst>
        </pc:spChg>
      </pc:sldChg>
      <pc:sldChg chg="addSp delSp modSp add mod">
        <pc:chgData name="William Santos" userId="3c44bde2a603709d" providerId="LiveId" clId="{EEA2192A-38D1-4A54-81F6-6ECFB1187D77}" dt="2026-01-26T05:19:44.708" v="869"/>
        <pc:sldMkLst>
          <pc:docMk/>
          <pc:sldMk cId="2811304906" sldId="282"/>
        </pc:sldMkLst>
        <pc:spChg chg="add mod">
          <ac:chgData name="William Santos" userId="3c44bde2a603709d" providerId="LiveId" clId="{EEA2192A-38D1-4A54-81F6-6ECFB1187D77}" dt="2026-01-26T05:19:28.167" v="866"/>
          <ac:spMkLst>
            <pc:docMk/>
            <pc:sldMk cId="2811304906" sldId="282"/>
            <ac:spMk id="2" creationId="{2764235F-4BD9-8751-B00D-31160FBE07A1}"/>
          </ac:spMkLst>
        </pc:spChg>
        <pc:spChg chg="del mod">
          <ac:chgData name="William Santos" userId="3c44bde2a603709d" providerId="LiveId" clId="{EEA2192A-38D1-4A54-81F6-6ECFB1187D77}" dt="2026-01-26T05:19:44.708" v="869"/>
          <ac:spMkLst>
            <pc:docMk/>
            <pc:sldMk cId="2811304906" sldId="282"/>
            <ac:spMk id="155" creationId="{0D48271C-E718-9D96-C145-508902841E2D}"/>
          </ac:spMkLst>
        </pc:spChg>
      </pc:sldChg>
      <pc:sldChg chg="addSp delSp modSp add mod">
        <pc:chgData name="William Santos" userId="3c44bde2a603709d" providerId="LiveId" clId="{EEA2192A-38D1-4A54-81F6-6ECFB1187D77}" dt="2026-01-26T05:22:24.830" v="915"/>
        <pc:sldMkLst>
          <pc:docMk/>
          <pc:sldMk cId="186359461" sldId="283"/>
        </pc:sldMkLst>
        <pc:spChg chg="add mod">
          <ac:chgData name="William Santos" userId="3c44bde2a603709d" providerId="LiveId" clId="{EEA2192A-38D1-4A54-81F6-6ECFB1187D77}" dt="2026-01-26T05:22:14.312" v="913" actId="1076"/>
          <ac:spMkLst>
            <pc:docMk/>
            <pc:sldMk cId="186359461" sldId="283"/>
            <ac:spMk id="2" creationId="{F0F48B5E-5329-B440-A3CF-978F203BE2DA}"/>
          </ac:spMkLst>
        </pc:spChg>
        <pc:spChg chg="del mod">
          <ac:chgData name="William Santos" userId="3c44bde2a603709d" providerId="LiveId" clId="{EEA2192A-38D1-4A54-81F6-6ECFB1187D77}" dt="2026-01-26T05:22:24.830" v="915"/>
          <ac:spMkLst>
            <pc:docMk/>
            <pc:sldMk cId="186359461" sldId="283"/>
            <ac:spMk id="155" creationId="{D28784F0-CC3F-CF94-589F-D96C10E7A0F4}"/>
          </ac:spMkLst>
        </pc:spChg>
      </pc:sldChg>
      <pc:sldChg chg="addSp delSp modSp add mod">
        <pc:chgData name="William Santos" userId="3c44bde2a603709d" providerId="LiveId" clId="{EEA2192A-38D1-4A54-81F6-6ECFB1187D77}" dt="2026-01-26T05:21:35.961" v="906" actId="1076"/>
        <pc:sldMkLst>
          <pc:docMk/>
          <pc:sldMk cId="2581406491" sldId="284"/>
        </pc:sldMkLst>
        <pc:spChg chg="add mod">
          <ac:chgData name="William Santos" userId="3c44bde2a603709d" providerId="LiveId" clId="{EEA2192A-38D1-4A54-81F6-6ECFB1187D77}" dt="2026-01-26T05:21:35.961" v="906" actId="1076"/>
          <ac:spMkLst>
            <pc:docMk/>
            <pc:sldMk cId="2581406491" sldId="284"/>
            <ac:spMk id="2" creationId="{4CC18D49-C90D-89D9-8FC6-A110CAC0742D}"/>
          </ac:spMkLst>
        </pc:spChg>
        <pc:spChg chg="del mod">
          <ac:chgData name="William Santos" userId="3c44bde2a603709d" providerId="LiveId" clId="{EEA2192A-38D1-4A54-81F6-6ECFB1187D77}" dt="2026-01-26T05:21:31.678" v="904"/>
          <ac:spMkLst>
            <pc:docMk/>
            <pc:sldMk cId="2581406491" sldId="284"/>
            <ac:spMk id="155" creationId="{C03EE7BC-04EE-E8DD-7DDA-3EBBD6316763}"/>
          </ac:spMkLst>
        </pc:spChg>
      </pc:sldChg>
      <pc:sldChg chg="addSp delSp modSp add mod">
        <pc:chgData name="William Santos" userId="3c44bde2a603709d" providerId="LiveId" clId="{EEA2192A-38D1-4A54-81F6-6ECFB1187D77}" dt="2026-01-26T05:21:26.321" v="901"/>
        <pc:sldMkLst>
          <pc:docMk/>
          <pc:sldMk cId="634804113" sldId="285"/>
        </pc:sldMkLst>
        <pc:spChg chg="add mod">
          <ac:chgData name="William Santos" userId="3c44bde2a603709d" providerId="LiveId" clId="{EEA2192A-38D1-4A54-81F6-6ECFB1187D77}" dt="2026-01-26T05:21:17.135" v="898"/>
          <ac:spMkLst>
            <pc:docMk/>
            <pc:sldMk cId="634804113" sldId="285"/>
            <ac:spMk id="2" creationId="{DA279C84-FD35-B98E-60E7-82E985FD139E}"/>
          </ac:spMkLst>
        </pc:spChg>
        <pc:spChg chg="del mod">
          <ac:chgData name="William Santos" userId="3c44bde2a603709d" providerId="LiveId" clId="{EEA2192A-38D1-4A54-81F6-6ECFB1187D77}" dt="2026-01-26T05:21:26.321" v="901"/>
          <ac:spMkLst>
            <pc:docMk/>
            <pc:sldMk cId="634804113" sldId="285"/>
            <ac:spMk id="155" creationId="{BF442DEF-152B-63FD-ED9B-3B4EEDA58182}"/>
          </ac:spMkLst>
        </pc:spChg>
      </pc:sldChg>
      <pc:sldChg chg="addSp modSp add mod">
        <pc:chgData name="William Santos" userId="3c44bde2a603709d" providerId="LiveId" clId="{EEA2192A-38D1-4A54-81F6-6ECFB1187D77}" dt="2026-01-26T05:25:18.183" v="939"/>
        <pc:sldMkLst>
          <pc:docMk/>
          <pc:sldMk cId="3754232963" sldId="286"/>
        </pc:sldMkLst>
        <pc:spChg chg="add mod">
          <ac:chgData name="William Santos" userId="3c44bde2a603709d" providerId="LiveId" clId="{EEA2192A-38D1-4A54-81F6-6ECFB1187D77}" dt="2026-01-26T05:25:18.183" v="939"/>
          <ac:spMkLst>
            <pc:docMk/>
            <pc:sldMk cId="3754232963" sldId="286"/>
            <ac:spMk id="2" creationId="{8EF3A2C5-192F-BC15-8938-2EAC622A8F72}"/>
          </ac:spMkLst>
        </pc:spChg>
        <pc:spChg chg="mod">
          <ac:chgData name="William Santos" userId="3c44bde2a603709d" providerId="LiveId" clId="{EEA2192A-38D1-4A54-81F6-6ECFB1187D77}" dt="2026-01-26T05:25:13.979" v="938"/>
          <ac:spMkLst>
            <pc:docMk/>
            <pc:sldMk cId="3754232963" sldId="286"/>
            <ac:spMk id="155" creationId="{DBB66ECA-DE36-CB9D-3EE8-DF611702E24F}"/>
          </ac:spMkLst>
        </pc:spChg>
      </pc:sldChg>
      <pc:sldChg chg="addSp delSp modSp add mod">
        <pc:chgData name="William Santos" userId="3c44bde2a603709d" providerId="LiveId" clId="{EEA2192A-38D1-4A54-81F6-6ECFB1187D77}" dt="2026-01-26T05:23:54.212" v="929"/>
        <pc:sldMkLst>
          <pc:docMk/>
          <pc:sldMk cId="457041042" sldId="287"/>
        </pc:sldMkLst>
        <pc:spChg chg="del mod">
          <ac:chgData name="William Santos" userId="3c44bde2a603709d" providerId="LiveId" clId="{EEA2192A-38D1-4A54-81F6-6ECFB1187D77}" dt="2026-01-26T05:23:54.212" v="929"/>
          <ac:spMkLst>
            <pc:docMk/>
            <pc:sldMk cId="457041042" sldId="287"/>
            <ac:spMk id="155" creationId="{2E235376-79A9-83C9-041A-C637C57B12B4}"/>
          </ac:spMkLst>
        </pc:spChg>
        <pc:picChg chg="add mod">
          <ac:chgData name="William Santos" userId="3c44bde2a603709d" providerId="LiveId" clId="{EEA2192A-38D1-4A54-81F6-6ECFB1187D77}" dt="2026-01-26T05:23:43.435" v="924"/>
          <ac:picMkLst>
            <pc:docMk/>
            <pc:sldMk cId="457041042" sldId="287"/>
            <ac:picMk id="2" creationId="{A7E38A3B-63F6-D07B-0420-932EF96290DA}"/>
          </ac:picMkLst>
        </pc:picChg>
        <pc:picChg chg="add mod">
          <ac:chgData name="William Santos" userId="3c44bde2a603709d" providerId="LiveId" clId="{EEA2192A-38D1-4A54-81F6-6ECFB1187D77}" dt="2026-01-26T05:23:49.576" v="926" actId="1076"/>
          <ac:picMkLst>
            <pc:docMk/>
            <pc:sldMk cId="457041042" sldId="287"/>
            <ac:picMk id="3" creationId="{975152A0-ED20-F289-B3CC-A53080DA2C49}"/>
          </ac:picMkLst>
        </pc:picChg>
      </pc:sldChg>
      <pc:sldChg chg="addSp modSp add mod">
        <pc:chgData name="William Santos" userId="3c44bde2a603709d" providerId="LiveId" clId="{EEA2192A-38D1-4A54-81F6-6ECFB1187D77}" dt="2026-01-26T05:23:33.462" v="923" actId="1076"/>
        <pc:sldMkLst>
          <pc:docMk/>
          <pc:sldMk cId="1091029808" sldId="288"/>
        </pc:sldMkLst>
        <pc:spChg chg="add mod">
          <ac:chgData name="William Santos" userId="3c44bde2a603709d" providerId="LiveId" clId="{EEA2192A-38D1-4A54-81F6-6ECFB1187D77}" dt="2026-01-26T05:23:33.462" v="923" actId="1076"/>
          <ac:spMkLst>
            <pc:docMk/>
            <pc:sldMk cId="1091029808" sldId="288"/>
            <ac:spMk id="2" creationId="{8D71FDD4-6516-2B17-08DF-863031E92C36}"/>
          </ac:spMkLst>
        </pc:spChg>
        <pc:spChg chg="mod">
          <ac:chgData name="William Santos" userId="3c44bde2a603709d" providerId="LiveId" clId="{EEA2192A-38D1-4A54-81F6-6ECFB1187D77}" dt="2026-01-26T05:23:22.307" v="921"/>
          <ac:spMkLst>
            <pc:docMk/>
            <pc:sldMk cId="1091029808" sldId="288"/>
            <ac:spMk id="155" creationId="{5734D2CB-FE79-A3C5-6191-B3A40EFBDD77}"/>
          </ac:spMkLst>
        </pc:spChg>
      </pc:sldChg>
      <pc:sldChg chg="addSp delSp modSp add mod">
        <pc:chgData name="William Santos" userId="3c44bde2a603709d" providerId="LiveId" clId="{EEA2192A-38D1-4A54-81F6-6ECFB1187D77}" dt="2026-01-26T05:22:39.609" v="920" actId="1076"/>
        <pc:sldMkLst>
          <pc:docMk/>
          <pc:sldMk cId="2196746306" sldId="289"/>
        </pc:sldMkLst>
        <pc:spChg chg="add mod">
          <ac:chgData name="William Santos" userId="3c44bde2a603709d" providerId="LiveId" clId="{EEA2192A-38D1-4A54-81F6-6ECFB1187D77}" dt="2026-01-26T05:22:39.609" v="920" actId="1076"/>
          <ac:spMkLst>
            <pc:docMk/>
            <pc:sldMk cId="2196746306" sldId="289"/>
            <ac:spMk id="3" creationId="{F7D440BA-A1E8-DD16-BBE4-031B1228E612}"/>
          </ac:spMkLst>
        </pc:spChg>
        <pc:spChg chg="del">
          <ac:chgData name="William Santos" userId="3c44bde2a603709d" providerId="LiveId" clId="{EEA2192A-38D1-4A54-81F6-6ECFB1187D77}" dt="2026-01-26T05:22:28.364" v="916" actId="478"/>
          <ac:spMkLst>
            <pc:docMk/>
            <pc:sldMk cId="2196746306" sldId="289"/>
            <ac:spMk id="155" creationId="{A95B009F-D0D6-11A6-C181-044E48C5E0E7}"/>
          </ac:spMkLst>
        </pc:spChg>
        <pc:picChg chg="add mod">
          <ac:chgData name="William Santos" userId="3c44bde2a603709d" providerId="LiveId" clId="{EEA2192A-38D1-4A54-81F6-6ECFB1187D77}" dt="2026-01-26T05:22:31.115" v="918" actId="1076"/>
          <ac:picMkLst>
            <pc:docMk/>
            <pc:sldMk cId="2196746306" sldId="289"/>
            <ac:picMk id="2" creationId="{92367273-9F8C-2D86-6C58-6BC37C988773}"/>
          </ac:picMkLst>
        </pc:picChg>
      </pc:sldChg>
      <pc:sldChg chg="addSp modSp add mod">
        <pc:chgData name="William Santos" userId="3c44bde2a603709d" providerId="LiveId" clId="{EEA2192A-38D1-4A54-81F6-6ECFB1187D77}" dt="2026-01-26T05:27:32.992" v="961"/>
        <pc:sldMkLst>
          <pc:docMk/>
          <pc:sldMk cId="3816384738" sldId="290"/>
        </pc:sldMkLst>
        <pc:spChg chg="add mod">
          <ac:chgData name="William Santos" userId="3c44bde2a603709d" providerId="LiveId" clId="{EEA2192A-38D1-4A54-81F6-6ECFB1187D77}" dt="2026-01-26T05:27:32.992" v="961"/>
          <ac:spMkLst>
            <pc:docMk/>
            <pc:sldMk cId="3816384738" sldId="290"/>
            <ac:spMk id="2" creationId="{D429B2E3-1DEC-2C83-9164-F6E4C31D0F85}"/>
          </ac:spMkLst>
        </pc:spChg>
        <pc:spChg chg="mod">
          <ac:chgData name="William Santos" userId="3c44bde2a603709d" providerId="LiveId" clId="{EEA2192A-38D1-4A54-81F6-6ECFB1187D77}" dt="2026-01-26T05:27:28.890" v="960"/>
          <ac:spMkLst>
            <pc:docMk/>
            <pc:sldMk cId="3816384738" sldId="290"/>
            <ac:spMk id="155" creationId="{9DCBC276-8EC5-FCEC-F4FE-A363B4287D41}"/>
          </ac:spMkLst>
        </pc:spChg>
      </pc:sldChg>
      <pc:sldChg chg="addSp delSp modSp add mod">
        <pc:chgData name="William Santos" userId="3c44bde2a603709d" providerId="LiveId" clId="{EEA2192A-38D1-4A54-81F6-6ECFB1187D77}" dt="2026-01-26T05:27:19.219" v="959"/>
        <pc:sldMkLst>
          <pc:docMk/>
          <pc:sldMk cId="3834810985" sldId="291"/>
        </pc:sldMkLst>
        <pc:spChg chg="add mod">
          <ac:chgData name="William Santos" userId="3c44bde2a603709d" providerId="LiveId" clId="{EEA2192A-38D1-4A54-81F6-6ECFB1187D77}" dt="2026-01-26T05:27:13.975" v="957" actId="1076"/>
          <ac:spMkLst>
            <pc:docMk/>
            <pc:sldMk cId="3834810985" sldId="291"/>
            <ac:spMk id="2" creationId="{0AABA16C-4AA6-03C0-E8D6-3478B46BB5BE}"/>
          </ac:spMkLst>
        </pc:spChg>
        <pc:spChg chg="del mod">
          <ac:chgData name="William Santos" userId="3c44bde2a603709d" providerId="LiveId" clId="{EEA2192A-38D1-4A54-81F6-6ECFB1187D77}" dt="2026-01-26T05:27:19.219" v="959"/>
          <ac:spMkLst>
            <pc:docMk/>
            <pc:sldMk cId="3834810985" sldId="291"/>
            <ac:spMk id="155" creationId="{E45F7737-F41C-7734-960A-9D104B4AE814}"/>
          </ac:spMkLst>
        </pc:spChg>
      </pc:sldChg>
      <pc:sldChg chg="addSp delSp modSp add mod">
        <pc:chgData name="William Santos" userId="3c44bde2a603709d" providerId="LiveId" clId="{EEA2192A-38D1-4A54-81F6-6ECFB1187D77}" dt="2026-01-26T05:27:04.734" v="954"/>
        <pc:sldMkLst>
          <pc:docMk/>
          <pc:sldMk cId="547085433" sldId="292"/>
        </pc:sldMkLst>
        <pc:spChg chg="add mod">
          <ac:chgData name="William Santos" userId="3c44bde2a603709d" providerId="LiveId" clId="{EEA2192A-38D1-4A54-81F6-6ECFB1187D77}" dt="2026-01-26T05:26:59.642" v="952" actId="1076"/>
          <ac:spMkLst>
            <pc:docMk/>
            <pc:sldMk cId="547085433" sldId="292"/>
            <ac:spMk id="2" creationId="{BE68514E-FF72-68B5-1870-2E0A426993E5}"/>
          </ac:spMkLst>
        </pc:spChg>
        <pc:spChg chg="del mod">
          <ac:chgData name="William Santos" userId="3c44bde2a603709d" providerId="LiveId" clId="{EEA2192A-38D1-4A54-81F6-6ECFB1187D77}" dt="2026-01-26T05:27:04.734" v="954"/>
          <ac:spMkLst>
            <pc:docMk/>
            <pc:sldMk cId="547085433" sldId="292"/>
            <ac:spMk id="155" creationId="{DC6AE2C0-E183-2CB5-2119-036D7856B796}"/>
          </ac:spMkLst>
        </pc:spChg>
      </pc:sldChg>
      <pc:sldChg chg="addSp delSp modSp add mod">
        <pc:chgData name="William Santos" userId="3c44bde2a603709d" providerId="LiveId" clId="{EEA2192A-38D1-4A54-81F6-6ECFB1187D77}" dt="2026-01-26T05:26:42.987" v="949" actId="1076"/>
        <pc:sldMkLst>
          <pc:docMk/>
          <pc:sldMk cId="1364798796" sldId="293"/>
        </pc:sldMkLst>
        <pc:spChg chg="add mod">
          <ac:chgData name="William Santos" userId="3c44bde2a603709d" providerId="LiveId" clId="{EEA2192A-38D1-4A54-81F6-6ECFB1187D77}" dt="2026-01-26T05:26:42.987" v="949" actId="1076"/>
          <ac:spMkLst>
            <pc:docMk/>
            <pc:sldMk cId="1364798796" sldId="293"/>
            <ac:spMk id="2" creationId="{9D697BDF-91C3-A584-A652-DD250D79AFFD}"/>
          </ac:spMkLst>
        </pc:spChg>
        <pc:spChg chg="del mod">
          <ac:chgData name="William Santos" userId="3c44bde2a603709d" providerId="LiveId" clId="{EEA2192A-38D1-4A54-81F6-6ECFB1187D77}" dt="2026-01-26T05:26:29.013" v="947"/>
          <ac:spMkLst>
            <pc:docMk/>
            <pc:sldMk cId="1364798796" sldId="293"/>
            <ac:spMk id="155" creationId="{01643006-57A4-56EB-B3D2-8CA6E01C3E00}"/>
          </ac:spMkLst>
        </pc:spChg>
      </pc:sldChg>
      <pc:sldChg chg="addSp modSp add mod">
        <pc:chgData name="William Santos" userId="3c44bde2a603709d" providerId="LiveId" clId="{EEA2192A-38D1-4A54-81F6-6ECFB1187D77}" dt="2026-01-26T05:26:06.658" v="943"/>
        <pc:sldMkLst>
          <pc:docMk/>
          <pc:sldMk cId="4167743107" sldId="294"/>
        </pc:sldMkLst>
        <pc:spChg chg="add mod">
          <ac:chgData name="William Santos" userId="3c44bde2a603709d" providerId="LiveId" clId="{EEA2192A-38D1-4A54-81F6-6ECFB1187D77}" dt="2026-01-26T05:26:06.658" v="943"/>
          <ac:spMkLst>
            <pc:docMk/>
            <pc:sldMk cId="4167743107" sldId="294"/>
            <ac:spMk id="2" creationId="{2155AC19-7683-8614-A1E0-B2A99C871192}"/>
          </ac:spMkLst>
        </pc:spChg>
        <pc:spChg chg="mod">
          <ac:chgData name="William Santos" userId="3c44bde2a603709d" providerId="LiveId" clId="{EEA2192A-38D1-4A54-81F6-6ECFB1187D77}" dt="2026-01-26T05:26:01.351" v="942"/>
          <ac:spMkLst>
            <pc:docMk/>
            <pc:sldMk cId="4167743107" sldId="294"/>
            <ac:spMk id="155" creationId="{5E2937D5-CC5D-BE6F-4AD9-113FEF2C1B0B}"/>
          </ac:spMkLst>
        </pc:spChg>
      </pc:sldChg>
      <pc:sldChg chg="addSp delSp modSp add mod">
        <pc:chgData name="William Santos" userId="3c44bde2a603709d" providerId="LiveId" clId="{EEA2192A-38D1-4A54-81F6-6ECFB1187D77}" dt="2026-01-26T05:28:47.663" v="984"/>
        <pc:sldMkLst>
          <pc:docMk/>
          <pc:sldMk cId="1843697828" sldId="295"/>
        </pc:sldMkLst>
        <pc:spChg chg="del">
          <ac:chgData name="William Santos" userId="3c44bde2a603709d" providerId="LiveId" clId="{EEA2192A-38D1-4A54-81F6-6ECFB1187D77}" dt="2026-01-26T05:28:06.174" v="963" actId="478"/>
          <ac:spMkLst>
            <pc:docMk/>
            <pc:sldMk cId="1843697828" sldId="295"/>
            <ac:spMk id="2" creationId="{8F03EA62-A380-B68F-88C9-A6C08C1E68E8}"/>
          </ac:spMkLst>
        </pc:spChg>
        <pc:spChg chg="add mod">
          <ac:chgData name="William Santos" userId="3c44bde2a603709d" providerId="LiveId" clId="{EEA2192A-38D1-4A54-81F6-6ECFB1187D77}" dt="2026-01-26T05:28:41.592" v="981"/>
          <ac:spMkLst>
            <pc:docMk/>
            <pc:sldMk cId="1843697828" sldId="295"/>
            <ac:spMk id="3" creationId="{A0A1B728-D06E-F4B9-8B57-F165138B9B6B}"/>
          </ac:spMkLst>
        </pc:spChg>
        <pc:spChg chg="del mod">
          <ac:chgData name="William Santos" userId="3c44bde2a603709d" providerId="LiveId" clId="{EEA2192A-38D1-4A54-81F6-6ECFB1187D77}" dt="2026-01-26T05:28:47.663" v="984"/>
          <ac:spMkLst>
            <pc:docMk/>
            <pc:sldMk cId="1843697828" sldId="295"/>
            <ac:spMk id="155" creationId="{812D7EBE-29D3-3054-C4E3-F311CD9A6FAF}"/>
          </ac:spMkLst>
        </pc:spChg>
      </pc:sldChg>
      <pc:sldChg chg="addSp delSp modSp add mod">
        <pc:chgData name="William Santos" userId="3c44bde2a603709d" providerId="LiveId" clId="{EEA2192A-38D1-4A54-81F6-6ECFB1187D77}" dt="2026-01-26T05:30:52.342" v="1009"/>
        <pc:sldMkLst>
          <pc:docMk/>
          <pc:sldMk cId="135422416" sldId="296"/>
        </pc:sldMkLst>
        <pc:spChg chg="add mod">
          <ac:chgData name="William Santos" userId="3c44bde2a603709d" providerId="LiveId" clId="{EEA2192A-38D1-4A54-81F6-6ECFB1187D77}" dt="2026-01-26T05:30:37.683" v="1005"/>
          <ac:spMkLst>
            <pc:docMk/>
            <pc:sldMk cId="135422416" sldId="296"/>
            <ac:spMk id="2" creationId="{8A18128B-2E3F-7683-BAC2-698A1AFEC189}"/>
          </ac:spMkLst>
        </pc:spChg>
        <pc:spChg chg="del mod">
          <ac:chgData name="William Santos" userId="3c44bde2a603709d" providerId="LiveId" clId="{EEA2192A-38D1-4A54-81F6-6ECFB1187D77}" dt="2026-01-26T05:30:52.342" v="1009"/>
          <ac:spMkLst>
            <pc:docMk/>
            <pc:sldMk cId="135422416" sldId="296"/>
            <ac:spMk id="155" creationId="{8AE2E736-B809-FF96-60D8-734E4701A1AF}"/>
          </ac:spMkLst>
        </pc:spChg>
        <pc:picChg chg="add mod">
          <ac:chgData name="William Santos" userId="3c44bde2a603709d" providerId="LiveId" clId="{EEA2192A-38D1-4A54-81F6-6ECFB1187D77}" dt="2026-01-26T05:30:43.829" v="1006"/>
          <ac:picMkLst>
            <pc:docMk/>
            <pc:sldMk cId="135422416" sldId="296"/>
            <ac:picMk id="3" creationId="{A656D4E8-9BCC-B435-F5DC-AF2F30A131CD}"/>
          </ac:picMkLst>
        </pc:picChg>
      </pc:sldChg>
      <pc:sldChg chg="addSp delSp modSp add mod">
        <pc:chgData name="William Santos" userId="3c44bde2a603709d" providerId="LiveId" clId="{EEA2192A-38D1-4A54-81F6-6ECFB1187D77}" dt="2026-01-26T05:30:14.743" v="1001"/>
        <pc:sldMkLst>
          <pc:docMk/>
          <pc:sldMk cId="640883856" sldId="297"/>
        </pc:sldMkLst>
        <pc:spChg chg="add mod">
          <ac:chgData name="William Santos" userId="3c44bde2a603709d" providerId="LiveId" clId="{EEA2192A-38D1-4A54-81F6-6ECFB1187D77}" dt="2026-01-26T05:30:07.191" v="998"/>
          <ac:spMkLst>
            <pc:docMk/>
            <pc:sldMk cId="640883856" sldId="297"/>
            <ac:spMk id="2" creationId="{DA73F979-0791-6CC5-1A5E-C1B503233525}"/>
          </ac:spMkLst>
        </pc:spChg>
        <pc:spChg chg="del mod">
          <ac:chgData name="William Santos" userId="3c44bde2a603709d" providerId="LiveId" clId="{EEA2192A-38D1-4A54-81F6-6ECFB1187D77}" dt="2026-01-26T05:30:14.743" v="1001"/>
          <ac:spMkLst>
            <pc:docMk/>
            <pc:sldMk cId="640883856" sldId="297"/>
            <ac:spMk id="155" creationId="{7E86F5FE-2103-1AF9-32FE-29B183F22A74}"/>
          </ac:spMkLst>
        </pc:spChg>
      </pc:sldChg>
      <pc:sldChg chg="addSp delSp modSp add mod">
        <pc:chgData name="William Santos" userId="3c44bde2a603709d" providerId="LiveId" clId="{EEA2192A-38D1-4A54-81F6-6ECFB1187D77}" dt="2026-01-26T05:29:59.932" v="997"/>
        <pc:sldMkLst>
          <pc:docMk/>
          <pc:sldMk cId="2262906984" sldId="298"/>
        </pc:sldMkLst>
        <pc:spChg chg="add mod">
          <ac:chgData name="William Santos" userId="3c44bde2a603709d" providerId="LiveId" clId="{EEA2192A-38D1-4A54-81F6-6ECFB1187D77}" dt="2026-01-26T05:29:41.045" v="995" actId="1076"/>
          <ac:spMkLst>
            <pc:docMk/>
            <pc:sldMk cId="2262906984" sldId="298"/>
            <ac:spMk id="2" creationId="{B91C1552-EB53-836F-7139-D4012B10B364}"/>
          </ac:spMkLst>
        </pc:spChg>
        <pc:spChg chg="del mod">
          <ac:chgData name="William Santos" userId="3c44bde2a603709d" providerId="LiveId" clId="{EEA2192A-38D1-4A54-81F6-6ECFB1187D77}" dt="2026-01-26T05:29:59.932" v="997"/>
          <ac:spMkLst>
            <pc:docMk/>
            <pc:sldMk cId="2262906984" sldId="298"/>
            <ac:spMk id="155" creationId="{1405FBF6-1021-8EFE-8CA7-B6270594C768}"/>
          </ac:spMkLst>
        </pc:spChg>
      </pc:sldChg>
      <pc:sldChg chg="addSp delSp modSp add mod">
        <pc:chgData name="William Santos" userId="3c44bde2a603709d" providerId="LiveId" clId="{EEA2192A-38D1-4A54-81F6-6ECFB1187D77}" dt="2026-01-26T05:29:19.551" v="992"/>
        <pc:sldMkLst>
          <pc:docMk/>
          <pc:sldMk cId="4067958747" sldId="299"/>
        </pc:sldMkLst>
        <pc:spChg chg="add mod">
          <ac:chgData name="William Santos" userId="3c44bde2a603709d" providerId="LiveId" clId="{EEA2192A-38D1-4A54-81F6-6ECFB1187D77}" dt="2026-01-26T05:29:14.678" v="989"/>
          <ac:spMkLst>
            <pc:docMk/>
            <pc:sldMk cId="4067958747" sldId="299"/>
            <ac:spMk id="2" creationId="{DA203574-56D3-BA80-1BA2-B62C78EBD65F}"/>
          </ac:spMkLst>
        </pc:spChg>
        <pc:spChg chg="del mod">
          <ac:chgData name="William Santos" userId="3c44bde2a603709d" providerId="LiveId" clId="{EEA2192A-38D1-4A54-81F6-6ECFB1187D77}" dt="2026-01-26T05:29:19.551" v="992"/>
          <ac:spMkLst>
            <pc:docMk/>
            <pc:sldMk cId="4067958747" sldId="299"/>
            <ac:spMk id="155" creationId="{B7BE4825-D4AA-F611-A2C4-E7E51B30B243}"/>
          </ac:spMkLst>
        </pc:spChg>
      </pc:sldChg>
      <pc:sldChg chg="addSp delSp modSp add mod">
        <pc:chgData name="William Santos" userId="3c44bde2a603709d" providerId="LiveId" clId="{EEA2192A-38D1-4A54-81F6-6ECFB1187D77}" dt="2026-01-26T05:29:06.602" v="988"/>
        <pc:sldMkLst>
          <pc:docMk/>
          <pc:sldMk cId="453872963" sldId="300"/>
        </pc:sldMkLst>
        <pc:spChg chg="add mod">
          <ac:chgData name="William Santos" userId="3c44bde2a603709d" providerId="LiveId" clId="{EEA2192A-38D1-4A54-81F6-6ECFB1187D77}" dt="2026-01-26T05:29:02.623" v="985"/>
          <ac:spMkLst>
            <pc:docMk/>
            <pc:sldMk cId="453872963" sldId="300"/>
            <ac:spMk id="2" creationId="{1054E23E-1366-F35D-D7EB-94A47DF1EB83}"/>
          </ac:spMkLst>
        </pc:spChg>
        <pc:spChg chg="del mod">
          <ac:chgData name="William Santos" userId="3c44bde2a603709d" providerId="LiveId" clId="{EEA2192A-38D1-4A54-81F6-6ECFB1187D77}" dt="2026-01-26T05:29:06.602" v="988"/>
          <ac:spMkLst>
            <pc:docMk/>
            <pc:sldMk cId="453872963" sldId="300"/>
            <ac:spMk id="155" creationId="{9D907143-301A-EE73-F4E2-3137E51A8353}"/>
          </ac:spMkLst>
        </pc:spChg>
      </pc:sldChg>
      <pc:sldChg chg="addSp delSp modSp add mod">
        <pc:chgData name="William Santos" userId="3c44bde2a603709d" providerId="LiveId" clId="{EEA2192A-38D1-4A54-81F6-6ECFB1187D77}" dt="2026-01-26T05:34:17.348" v="1043"/>
        <pc:sldMkLst>
          <pc:docMk/>
          <pc:sldMk cId="1882270906" sldId="301"/>
        </pc:sldMkLst>
        <pc:spChg chg="add mod">
          <ac:chgData name="William Santos" userId="3c44bde2a603709d" providerId="LiveId" clId="{EEA2192A-38D1-4A54-81F6-6ECFB1187D77}" dt="2026-01-26T05:34:07.227" v="1040"/>
          <ac:spMkLst>
            <pc:docMk/>
            <pc:sldMk cId="1882270906" sldId="301"/>
            <ac:spMk id="2" creationId="{AD1B4D0B-D32F-0337-407A-276A00D02759}"/>
          </ac:spMkLst>
        </pc:spChg>
        <pc:spChg chg="del mod">
          <ac:chgData name="William Santos" userId="3c44bde2a603709d" providerId="LiveId" clId="{EEA2192A-38D1-4A54-81F6-6ECFB1187D77}" dt="2026-01-26T05:34:17.348" v="1043"/>
          <ac:spMkLst>
            <pc:docMk/>
            <pc:sldMk cId="1882270906" sldId="301"/>
            <ac:spMk id="155" creationId="{C2CB3638-7F7E-E60B-0BA7-81F15348522F}"/>
          </ac:spMkLst>
        </pc:spChg>
      </pc:sldChg>
      <pc:sldChg chg="addSp delSp modSp add mod">
        <pc:chgData name="William Santos" userId="3c44bde2a603709d" providerId="LiveId" clId="{EEA2192A-38D1-4A54-81F6-6ECFB1187D77}" dt="2026-01-26T05:33:49.369" v="1036"/>
        <pc:sldMkLst>
          <pc:docMk/>
          <pc:sldMk cId="65525173" sldId="302"/>
        </pc:sldMkLst>
        <pc:spChg chg="add mod">
          <ac:chgData name="William Santos" userId="3c44bde2a603709d" providerId="LiveId" clId="{EEA2192A-38D1-4A54-81F6-6ECFB1187D77}" dt="2026-01-26T05:33:45.593" v="1033"/>
          <ac:spMkLst>
            <pc:docMk/>
            <pc:sldMk cId="65525173" sldId="302"/>
            <ac:spMk id="2" creationId="{F36D58F3-9D66-ACEB-0BAD-029D3CBE98C7}"/>
          </ac:spMkLst>
        </pc:spChg>
        <pc:spChg chg="del mod">
          <ac:chgData name="William Santos" userId="3c44bde2a603709d" providerId="LiveId" clId="{EEA2192A-38D1-4A54-81F6-6ECFB1187D77}" dt="2026-01-26T05:33:49.369" v="1036"/>
          <ac:spMkLst>
            <pc:docMk/>
            <pc:sldMk cId="65525173" sldId="302"/>
            <ac:spMk id="155" creationId="{8716C4CA-4193-D237-3061-A3CC2894768D}"/>
          </ac:spMkLst>
        </pc:spChg>
      </pc:sldChg>
      <pc:sldChg chg="addSp modSp add mod">
        <pc:chgData name="William Santos" userId="3c44bde2a603709d" providerId="LiveId" clId="{EEA2192A-38D1-4A54-81F6-6ECFB1187D77}" dt="2026-01-26T05:33:33.077" v="1032"/>
        <pc:sldMkLst>
          <pc:docMk/>
          <pc:sldMk cId="3609648253" sldId="303"/>
        </pc:sldMkLst>
        <pc:spChg chg="add mod">
          <ac:chgData name="William Santos" userId="3c44bde2a603709d" providerId="LiveId" clId="{EEA2192A-38D1-4A54-81F6-6ECFB1187D77}" dt="2026-01-26T05:33:27.656" v="1031"/>
          <ac:spMkLst>
            <pc:docMk/>
            <pc:sldMk cId="3609648253" sldId="303"/>
            <ac:spMk id="2" creationId="{E1B163FB-E10B-E89B-142A-EBDC6D2F0E9F}"/>
          </ac:spMkLst>
        </pc:spChg>
        <pc:spChg chg="add mod">
          <ac:chgData name="William Santos" userId="3c44bde2a603709d" providerId="LiveId" clId="{EEA2192A-38D1-4A54-81F6-6ECFB1187D77}" dt="2026-01-26T05:33:33.077" v="1032"/>
          <ac:spMkLst>
            <pc:docMk/>
            <pc:sldMk cId="3609648253" sldId="303"/>
            <ac:spMk id="3" creationId="{9333A815-2BBF-8D07-85DB-AD5E58FDB918}"/>
          </ac:spMkLst>
        </pc:spChg>
        <pc:spChg chg="mod">
          <ac:chgData name="William Santos" userId="3c44bde2a603709d" providerId="LiveId" clId="{EEA2192A-38D1-4A54-81F6-6ECFB1187D77}" dt="2026-01-26T05:33:21.776" v="1030"/>
          <ac:spMkLst>
            <pc:docMk/>
            <pc:sldMk cId="3609648253" sldId="303"/>
            <ac:spMk id="155" creationId="{BA9AD03D-9265-79D9-212A-2108D445E2DB}"/>
          </ac:spMkLst>
        </pc:spChg>
      </pc:sldChg>
      <pc:sldChg chg="addSp delSp modSp add mod">
        <pc:chgData name="William Santos" userId="3c44bde2a603709d" providerId="LiveId" clId="{EEA2192A-38D1-4A54-81F6-6ECFB1187D77}" dt="2026-01-26T05:35:06.655" v="1058"/>
        <pc:sldMkLst>
          <pc:docMk/>
          <pc:sldMk cId="2984463494" sldId="304"/>
        </pc:sldMkLst>
        <pc:spChg chg="add mod">
          <ac:chgData name="William Santos" userId="3c44bde2a603709d" providerId="LiveId" clId="{EEA2192A-38D1-4A54-81F6-6ECFB1187D77}" dt="2026-01-26T05:34:52.553" v="1052"/>
          <ac:spMkLst>
            <pc:docMk/>
            <pc:sldMk cId="2984463494" sldId="304"/>
            <ac:spMk id="2" creationId="{3CC338F3-2739-99E3-546D-93CCDE9A3A85}"/>
          </ac:spMkLst>
        </pc:spChg>
        <pc:spChg chg="add mod">
          <ac:chgData name="William Santos" userId="3c44bde2a603709d" providerId="LiveId" clId="{EEA2192A-38D1-4A54-81F6-6ECFB1187D77}" dt="2026-01-26T05:35:00.999" v="1055"/>
          <ac:spMkLst>
            <pc:docMk/>
            <pc:sldMk cId="2984463494" sldId="304"/>
            <ac:spMk id="3" creationId="{F80348C2-ED10-CC9E-5D1C-0AC857780D79}"/>
          </ac:spMkLst>
        </pc:spChg>
        <pc:spChg chg="del mod">
          <ac:chgData name="William Santos" userId="3c44bde2a603709d" providerId="LiveId" clId="{EEA2192A-38D1-4A54-81F6-6ECFB1187D77}" dt="2026-01-26T05:35:06.655" v="1058"/>
          <ac:spMkLst>
            <pc:docMk/>
            <pc:sldMk cId="2984463494" sldId="304"/>
            <ac:spMk id="155" creationId="{489DE859-AC96-E49F-9F36-4B177D85E6D4}"/>
          </ac:spMkLst>
        </pc:spChg>
      </pc:sldChg>
      <pc:sldChg chg="addSp delSp modSp add mod">
        <pc:chgData name="William Santos" userId="3c44bde2a603709d" providerId="LiveId" clId="{EEA2192A-38D1-4A54-81F6-6ECFB1187D77}" dt="2026-01-26T05:34:50.520" v="1051"/>
        <pc:sldMkLst>
          <pc:docMk/>
          <pc:sldMk cId="2209279360" sldId="305"/>
        </pc:sldMkLst>
        <pc:spChg chg="add mod">
          <ac:chgData name="William Santos" userId="3c44bde2a603709d" providerId="LiveId" clId="{EEA2192A-38D1-4A54-81F6-6ECFB1187D77}" dt="2026-01-26T05:34:41.956" v="1048"/>
          <ac:spMkLst>
            <pc:docMk/>
            <pc:sldMk cId="2209279360" sldId="305"/>
            <ac:spMk id="2" creationId="{9E2970E3-0BF6-5367-49F7-9F76DDC5F4F0}"/>
          </ac:spMkLst>
        </pc:spChg>
        <pc:spChg chg="del mod">
          <ac:chgData name="William Santos" userId="3c44bde2a603709d" providerId="LiveId" clId="{EEA2192A-38D1-4A54-81F6-6ECFB1187D77}" dt="2026-01-26T05:34:50.520" v="1051"/>
          <ac:spMkLst>
            <pc:docMk/>
            <pc:sldMk cId="2209279360" sldId="305"/>
            <ac:spMk id="155" creationId="{DA3AB202-4DE5-5D42-0463-A5189093C333}"/>
          </ac:spMkLst>
        </pc:spChg>
      </pc:sldChg>
      <pc:sldChg chg="addSp delSp modSp add mod">
        <pc:chgData name="William Santos" userId="3c44bde2a603709d" providerId="LiveId" clId="{EEA2192A-38D1-4A54-81F6-6ECFB1187D77}" dt="2026-01-26T05:34:25.590" v="1047"/>
        <pc:sldMkLst>
          <pc:docMk/>
          <pc:sldMk cId="36660148" sldId="306"/>
        </pc:sldMkLst>
        <pc:spChg chg="add mod">
          <ac:chgData name="William Santos" userId="3c44bde2a603709d" providerId="LiveId" clId="{EEA2192A-38D1-4A54-81F6-6ECFB1187D77}" dt="2026-01-26T05:34:18.203" v="1044"/>
          <ac:spMkLst>
            <pc:docMk/>
            <pc:sldMk cId="36660148" sldId="306"/>
            <ac:spMk id="2" creationId="{181F3E58-4E34-4CE5-9EBC-318488C12C2F}"/>
          </ac:spMkLst>
        </pc:spChg>
        <pc:spChg chg="del mod">
          <ac:chgData name="William Santos" userId="3c44bde2a603709d" providerId="LiveId" clId="{EEA2192A-38D1-4A54-81F6-6ECFB1187D77}" dt="2026-01-26T05:34:25.590" v="1047"/>
          <ac:spMkLst>
            <pc:docMk/>
            <pc:sldMk cId="36660148" sldId="306"/>
            <ac:spMk id="155" creationId="{6E153322-31A8-2323-E632-1CBE9D1EFEE5}"/>
          </ac:spMkLst>
        </pc:spChg>
      </pc:sldChg>
      <pc:sldChg chg="addSp delSp modSp add mod">
        <pc:chgData name="William Santos" userId="3c44bde2a603709d" providerId="LiveId" clId="{EEA2192A-38D1-4A54-81F6-6ECFB1187D77}" dt="2026-01-26T05:36:08.200" v="1073"/>
        <pc:sldMkLst>
          <pc:docMk/>
          <pc:sldMk cId="1263805090" sldId="307"/>
        </pc:sldMkLst>
        <pc:spChg chg="del mod">
          <ac:chgData name="William Santos" userId="3c44bde2a603709d" providerId="LiveId" clId="{EEA2192A-38D1-4A54-81F6-6ECFB1187D77}" dt="2026-01-26T05:36:08.200" v="1073"/>
          <ac:spMkLst>
            <pc:docMk/>
            <pc:sldMk cId="1263805090" sldId="307"/>
            <ac:spMk id="155" creationId="{CA1B422D-E8BD-EF32-BF57-FAEB239BED0D}"/>
          </ac:spMkLst>
        </pc:spChg>
        <pc:picChg chg="add mod">
          <ac:chgData name="William Santos" userId="3c44bde2a603709d" providerId="LiveId" clId="{EEA2192A-38D1-4A54-81F6-6ECFB1187D77}" dt="2026-01-26T05:35:59.711" v="1070" actId="1076"/>
          <ac:picMkLst>
            <pc:docMk/>
            <pc:sldMk cId="1263805090" sldId="307"/>
            <ac:picMk id="2" creationId="{D793ECE4-3CCA-6A66-39BA-DBA1E5B5C6D9}"/>
          </ac:picMkLst>
        </pc:picChg>
      </pc:sldChg>
      <pc:sldChg chg="addSp modSp add mod">
        <pc:chgData name="William Santos" userId="3c44bde2a603709d" providerId="LiveId" clId="{EEA2192A-38D1-4A54-81F6-6ECFB1187D77}" dt="2026-01-26T05:35:37.082" v="1064" actId="1076"/>
        <pc:sldMkLst>
          <pc:docMk/>
          <pc:sldMk cId="435836563" sldId="308"/>
        </pc:sldMkLst>
        <pc:spChg chg="mod">
          <ac:chgData name="William Santos" userId="3c44bde2a603709d" providerId="LiveId" clId="{EEA2192A-38D1-4A54-81F6-6ECFB1187D77}" dt="2026-01-26T05:35:26.505" v="1061"/>
          <ac:spMkLst>
            <pc:docMk/>
            <pc:sldMk cId="435836563" sldId="308"/>
            <ac:spMk id="155" creationId="{DDC41994-E742-F540-199D-184A9220D517}"/>
          </ac:spMkLst>
        </pc:spChg>
        <pc:picChg chg="add mod">
          <ac:chgData name="William Santos" userId="3c44bde2a603709d" providerId="LiveId" clId="{EEA2192A-38D1-4A54-81F6-6ECFB1187D77}" dt="2026-01-26T05:35:37.082" v="1064" actId="1076"/>
          <ac:picMkLst>
            <pc:docMk/>
            <pc:sldMk cId="435836563" sldId="308"/>
            <ac:picMk id="2" creationId="{95152A77-12DB-A23C-2CC3-4D7FE804D6A9}"/>
          </ac:picMkLst>
        </pc:picChg>
      </pc:sldChg>
      <pc:sldChg chg="addSp delSp modSp add mod">
        <pc:chgData name="William Santos" userId="3c44bde2a603709d" providerId="LiveId" clId="{EEA2192A-38D1-4A54-81F6-6ECFB1187D77}" dt="2026-01-26T05:43:17.353" v="1825" actId="1076"/>
        <pc:sldMkLst>
          <pc:docMk/>
          <pc:sldMk cId="1904303966" sldId="309"/>
        </pc:sldMkLst>
        <pc:spChg chg="add del mod">
          <ac:chgData name="William Santos" userId="3c44bde2a603709d" providerId="LiveId" clId="{EEA2192A-38D1-4A54-81F6-6ECFB1187D77}" dt="2026-01-26T05:39:27.526" v="1196" actId="478"/>
          <ac:spMkLst>
            <pc:docMk/>
            <pc:sldMk cId="1904303966" sldId="309"/>
            <ac:spMk id="2" creationId="{D5A24D24-72EA-0E3D-3985-F26E7420120C}"/>
          </ac:spMkLst>
        </pc:spChg>
        <pc:spChg chg="add mod">
          <ac:chgData name="William Santos" userId="3c44bde2a603709d" providerId="LiveId" clId="{EEA2192A-38D1-4A54-81F6-6ECFB1187D77}" dt="2026-01-26T05:43:17.353" v="1825" actId="1076"/>
          <ac:spMkLst>
            <pc:docMk/>
            <pc:sldMk cId="1904303966" sldId="309"/>
            <ac:spMk id="3" creationId="{23D8F1D4-9629-01C6-5E83-E692E10846BE}"/>
          </ac:spMkLst>
        </pc:spChg>
        <pc:spChg chg="mod">
          <ac:chgData name="William Santos" userId="3c44bde2a603709d" providerId="LiveId" clId="{EEA2192A-38D1-4A54-81F6-6ECFB1187D77}" dt="2026-01-26T05:37:01.084" v="1092" actId="20577"/>
          <ac:spMkLst>
            <pc:docMk/>
            <pc:sldMk cId="1904303966" sldId="309"/>
            <ac:spMk id="155" creationId="{FC91234C-F8F6-209C-00F0-E7A855D312AC}"/>
          </ac:spMkLst>
        </pc:spChg>
      </pc:sldChg>
      <pc:sldChg chg="addSp delSp modSp add mod">
        <pc:chgData name="William Santos" userId="3c44bde2a603709d" providerId="LiveId" clId="{EEA2192A-38D1-4A54-81F6-6ECFB1187D77}" dt="2026-01-26T05:53:08.820" v="2187"/>
        <pc:sldMkLst>
          <pc:docMk/>
          <pc:sldMk cId="2463346961" sldId="310"/>
        </pc:sldMkLst>
        <pc:spChg chg="add mod">
          <ac:chgData name="William Santos" userId="3c44bde2a603709d" providerId="LiveId" clId="{EEA2192A-38D1-4A54-81F6-6ECFB1187D77}" dt="2026-01-26T05:52:55.848" v="2184" actId="14100"/>
          <ac:spMkLst>
            <pc:docMk/>
            <pc:sldMk cId="2463346961" sldId="310"/>
            <ac:spMk id="2" creationId="{FC2D4475-5924-31D0-0653-3F488CDFB9E7}"/>
          </ac:spMkLst>
        </pc:spChg>
        <pc:spChg chg="del mod">
          <ac:chgData name="William Santos" userId="3c44bde2a603709d" providerId="LiveId" clId="{EEA2192A-38D1-4A54-81F6-6ECFB1187D77}" dt="2026-01-26T05:53:08.820" v="2187"/>
          <ac:spMkLst>
            <pc:docMk/>
            <pc:sldMk cId="2463346961" sldId="310"/>
            <ac:spMk id="155" creationId="{B9EFD9F7-A745-AD1D-24B5-A21D6FCDB2D2}"/>
          </ac:spMkLst>
        </pc:spChg>
      </pc:sldChg>
      <pc:sldChg chg="addSp modSp add mod">
        <pc:chgData name="William Santos" userId="3c44bde2a603709d" providerId="LiveId" clId="{EEA2192A-38D1-4A54-81F6-6ECFB1187D77}" dt="2026-01-26T05:52:23.198" v="2180" actId="20577"/>
        <pc:sldMkLst>
          <pc:docMk/>
          <pc:sldMk cId="2486579268" sldId="311"/>
        </pc:sldMkLst>
        <pc:spChg chg="add mod">
          <ac:chgData name="William Santos" userId="3c44bde2a603709d" providerId="LiveId" clId="{EEA2192A-38D1-4A54-81F6-6ECFB1187D77}" dt="2026-01-26T05:50:19.664" v="2162"/>
          <ac:spMkLst>
            <pc:docMk/>
            <pc:sldMk cId="2486579268" sldId="311"/>
            <ac:spMk id="2" creationId="{2A05368D-74D4-9FDC-2C11-595E314C634F}"/>
          </ac:spMkLst>
        </pc:spChg>
        <pc:spChg chg="add mod">
          <ac:chgData name="William Santos" userId="3c44bde2a603709d" providerId="LiveId" clId="{EEA2192A-38D1-4A54-81F6-6ECFB1187D77}" dt="2026-01-26T05:52:23.198" v="2180" actId="20577"/>
          <ac:spMkLst>
            <pc:docMk/>
            <pc:sldMk cId="2486579268" sldId="311"/>
            <ac:spMk id="3" creationId="{4083A3B6-F454-CF8E-3FFC-9D6EDD130F24}"/>
          </ac:spMkLst>
        </pc:spChg>
        <pc:spChg chg="mod">
          <ac:chgData name="William Santos" userId="3c44bde2a603709d" providerId="LiveId" clId="{EEA2192A-38D1-4A54-81F6-6ECFB1187D77}" dt="2026-01-26T05:50:07.864" v="2161"/>
          <ac:spMkLst>
            <pc:docMk/>
            <pc:sldMk cId="2486579268" sldId="311"/>
            <ac:spMk id="155" creationId="{44752336-EF62-5E95-0641-9890BB4ECAD8}"/>
          </ac:spMkLst>
        </pc:spChg>
      </pc:sldChg>
      <pc:sldChg chg="delSp modSp add mod">
        <pc:chgData name="William Santos" userId="3c44bde2a603709d" providerId="LiveId" clId="{EEA2192A-38D1-4A54-81F6-6ECFB1187D77}" dt="2026-01-26T05:48:52.541" v="2160" actId="1076"/>
        <pc:sldMkLst>
          <pc:docMk/>
          <pc:sldMk cId="318777395" sldId="312"/>
        </pc:sldMkLst>
        <pc:spChg chg="mod">
          <ac:chgData name="William Santos" userId="3c44bde2a603709d" providerId="LiveId" clId="{EEA2192A-38D1-4A54-81F6-6ECFB1187D77}" dt="2026-01-26T05:48:52.541" v="2160" actId="1076"/>
          <ac:spMkLst>
            <pc:docMk/>
            <pc:sldMk cId="318777395" sldId="312"/>
            <ac:spMk id="3" creationId="{433D6464-1390-27D7-CC76-F9F8325951AC}"/>
          </ac:spMkLst>
        </pc:spChg>
        <pc:spChg chg="del mod">
          <ac:chgData name="William Santos" userId="3c44bde2a603709d" providerId="LiveId" clId="{EEA2192A-38D1-4A54-81F6-6ECFB1187D77}" dt="2026-01-26T05:43:59.029" v="1829"/>
          <ac:spMkLst>
            <pc:docMk/>
            <pc:sldMk cId="318777395" sldId="312"/>
            <ac:spMk id="155" creationId="{38A03C61-58F0-5BA4-F36A-7E2CF2BB2E20}"/>
          </ac:spMkLst>
        </pc:spChg>
      </pc:sldChg>
      <pc:sldChg chg="addSp delSp modSp add mod">
        <pc:chgData name="William Santos" userId="3c44bde2a603709d" providerId="LiveId" clId="{EEA2192A-38D1-4A54-81F6-6ECFB1187D77}" dt="2026-01-26T05:53:29.548" v="2193" actId="255"/>
        <pc:sldMkLst>
          <pc:docMk/>
          <pc:sldMk cId="4243932484" sldId="313"/>
        </pc:sldMkLst>
        <pc:spChg chg="del">
          <ac:chgData name="William Santos" userId="3c44bde2a603709d" providerId="LiveId" clId="{EEA2192A-38D1-4A54-81F6-6ECFB1187D77}" dt="2026-01-26T05:53:15.883" v="2190" actId="478"/>
          <ac:spMkLst>
            <pc:docMk/>
            <pc:sldMk cId="4243932484" sldId="313"/>
            <ac:spMk id="2" creationId="{D5E27865-517B-D6B9-5939-4A21C9310CA2}"/>
          </ac:spMkLst>
        </pc:spChg>
        <pc:spChg chg="add mod">
          <ac:chgData name="William Santos" userId="3c44bde2a603709d" providerId="LiveId" clId="{EEA2192A-38D1-4A54-81F6-6ECFB1187D77}" dt="2026-01-26T05:53:29.548" v="2193" actId="255"/>
          <ac:spMkLst>
            <pc:docMk/>
            <pc:sldMk cId="4243932484" sldId="313"/>
            <ac:spMk id="3" creationId="{E693A2EC-EB12-96B5-C382-02E50DA8250D}"/>
          </ac:spMkLst>
        </pc:spChg>
      </pc:sldChg>
      <pc:sldMasterChg chg="delSldLayout">
        <pc:chgData name="William Santos" userId="3c44bde2a603709d" providerId="LiveId" clId="{EEA2192A-38D1-4A54-81F6-6ECFB1187D77}" dt="2026-01-26T06:19:49.864" v="3395" actId="47"/>
        <pc:sldMasterMkLst>
          <pc:docMk/>
          <pc:sldMasterMk cId="0" sldId="2147483648"/>
        </pc:sldMasterMkLst>
        <pc:sldLayoutChg chg="del">
          <pc:chgData name="William Santos" userId="3c44bde2a603709d" providerId="LiveId" clId="{EEA2192A-38D1-4A54-81F6-6ECFB1187D77}" dt="2026-01-26T06:19:49.864" v="3395" actId="47"/>
          <pc:sldLayoutMkLst>
            <pc:docMk/>
            <pc:sldMasterMk cId="0" sldId="2147483648"/>
            <pc:sldLayoutMk cId="0"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64afea4f63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g364afea4f63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82C192BB-5B4C-4FB5-E7F3-7208DE076EFB}"/>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D903CC06-F567-ADA9-0468-E1F5E94812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a:extLst>
              <a:ext uri="{FF2B5EF4-FFF2-40B4-BE49-F238E27FC236}">
                <a16:creationId xmlns:a16="http://schemas.microsoft.com/office/drawing/2014/main" id="{AB5F6E31-3459-DE11-112D-787912D15B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5164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BE9C81D-EDDE-BDD7-63ED-32897D64BB03}"/>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B9B04279-14B5-7637-DBCC-5A368C6C38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FA44BE61-37AE-1244-120C-7B03D46733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5713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65BD73C-AA6D-4701-84D6-101FA9DD5757}"/>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B5D6AF15-DC63-5EF8-94B1-6786F58BDF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B45B36D-F29E-C8A2-1A0F-D2D4E1BFE7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70382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C909737-D9A6-FB81-FD10-C9CA2D10B0CF}"/>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89CD166-4EF9-DF42-63F8-B02032C0965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7D0B51E3-C608-2DA7-980F-33870443B9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33236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D4919CD-3097-0DEB-1FAC-C4B961B3DC5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918A00D8-917B-207D-8EA7-29BA546D8BA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81F05E1-52ED-A052-1FCC-9D8D1C0ED1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2876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F22609E-CCEE-E978-80E3-9E369BB0AF6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2C98EBF-2355-6DA0-A23B-1156E391C61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ECBA0F5-2B74-1E8A-91C5-28C36D22FD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82392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3794D89-AE90-1108-083E-438F21A97E2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C1A95C5-B02A-A0D5-F35C-B5143E9A2B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C583461-CE13-77A4-0E88-7D8E5C37A9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91203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D024017-FCAB-D57D-2F03-6ED563CB347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B49274F6-BEB8-C373-1BB0-991ABD85EC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0071C381-6F8F-8831-5E77-9D6F2812D4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32399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FB9ED5F-F407-ABBB-16F2-7EA97464BC4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B73DA44-3DE5-CABA-E8CC-03C48C5490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C55F7AA-27D3-2756-1241-730845EA42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8637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FED182D-28E3-4A94-51C3-E169F18FC5AB}"/>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C4240DBA-F5E0-6BDD-404D-AE9BCC6EA2C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5071760-3E2E-CBD9-D6CA-F1666A4F6A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84778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C66FE8E-AC50-40D6-8452-D103D09BAD2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A5ED0C86-685C-A233-49F6-9CEAEE276E0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FF5E046-788F-E372-ACFA-322963CB77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43027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23BD9953-8973-2580-2C08-12E32EA1234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D58CA67-7844-04E0-C6BB-6EC4F22F37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DEA0E3E7-D461-EF42-8FE2-CE85E25BF6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79786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58B4811-B0DB-4EFA-FB6C-6CF307B7E067}"/>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A90E433-1348-DCCF-0217-F1D00BC501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F2B3DA53-4EFA-735B-00FB-74F90F334C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0934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C0A0AC3-A6F7-C0D7-61B1-8B5F7F8A44FC}"/>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36A57D9-A6CE-95F9-8B0E-CA7D04EF68F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3671AF9-4B71-A15C-0C9C-A26BBE15AF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24644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BCB453B-F474-1C9B-E572-F29F7073627E}"/>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0888F904-5A72-B298-3E9B-18826CD10CC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97CFB34-08D6-FA97-6F34-173149403E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0102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AF69ABCF-2672-75FD-613F-DF95CA6F03D3}"/>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E818587-3DAB-8B4E-0CFD-E6186A470B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626B57E8-35DF-8F87-37AD-10D4C18DA3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278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84D05CA-A938-1FC9-9DC1-8AC617520338}"/>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422C389-C6F6-07A9-F0B4-72332E8537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EA2ACAB-1471-D588-E541-62E9D4D6B8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856963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41C56D4-D3F1-48D9-9C71-EEE7DD8B402E}"/>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90CB9E7C-D97B-5452-1165-3A8582D5ED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49F63E7-6A2A-936B-9290-4ED4590E5E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381802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4B69E78-08C6-91B6-B104-64728336532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7BBB75BF-46BD-19BC-DC6D-71607936862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3273494-672E-4338-12C0-EF005E390E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900918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FD66AC1-C598-6412-1096-36F7921BA50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2EC2508-EA97-1AB7-DF95-37A7A68DCE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874F41B-18D9-9E19-A68D-3F6837FF50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8153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2A29B06-EDD6-EA84-1C19-CD04116048C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A32BB9D7-07DF-021B-0D0A-AF30004798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13BECD9-AF94-797A-4F1E-F9767E4264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9646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BA042BF2-5787-6B6F-6BE8-57BC94CE05F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04DE860B-F5A1-35C3-8021-452C8D8B506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36BC23C8-494D-2292-9A22-9550CBFBC7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30858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BAD0269-A228-7F7F-9730-B4807943DE18}"/>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AF42DB6C-5075-7B2D-FC16-76AD8337571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7480072-7022-48FA-C58C-CF50F06E00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846860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B914CCC-5DA0-9FA2-9369-05D5BB339B48}"/>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33F7E00-1DE2-955E-CABE-B806E52CD9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D1AFFE9D-F964-4803-9B40-8D04F1228A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9218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FFC71E3-11E5-D4EF-E04A-323AA29012DF}"/>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633C3B8-B142-DAB0-D8FB-8D5676919B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6DD49149-4E14-EEF5-8052-0DA014AD3B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13946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F2FB05F-93AB-2EC3-EB74-148D23B729E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BDCFA1A1-1278-0FE1-32C7-FA3C562F9D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F90A28CD-2877-9230-27AF-9716651CE7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20339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ED1581C-7CDA-3730-4240-325F1A4D4A0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74591D4-9445-F642-E639-2E3B4394F31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AAA25E8-4713-8360-8C59-17C79A63A2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71121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8E992E1-0846-B66D-0C25-CA6AE988D373}"/>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9FDA3434-8720-A65E-88CC-616674070B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51561DDD-1934-5743-94EB-CD47B458EC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167787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A9BAE9C-E36C-418F-EE80-FEF68867042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70FDFD5B-B267-D2A4-05FB-E684BB65196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AB0A49AD-CFF4-DF30-E297-B6CBE15D7D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11257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D98E72B-2DFC-9BE7-AC5A-5647166F48D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88D6770D-4054-90C1-B60C-9E75F485D3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39113794-C680-3DD9-41FA-AB18E9ACA8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39511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54E8B78-82E5-6A27-AD95-098A778DE771}"/>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0AF3EF0-B514-6D72-84B0-B1B1EEA5419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62CC3005-A1B4-2C0D-16EC-30DE0CAB36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20719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86C715C-7D7F-AF6D-7ED7-8B1761C8B76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3F52A14-B592-9E3A-3026-3890CBC8B10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0E1FFD5E-D35F-67FC-409D-2037D8AFDE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89053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26BF1EC-E307-3AEC-74F9-7A12E8B24DBE}"/>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B0859C04-B43B-F2AE-C462-6D4B545E5A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E56A935-473C-BF40-66B3-233BEB679E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80588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AC1DE5C-EFED-0DF0-6A30-4D7C017CAC7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BFC803C-571B-ED0A-2EF8-2158F552FDC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024C058-6616-E0FC-E8C4-1EB08B2D8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12519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410DDBD-6426-2907-33D6-A4232802223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95A1FED-7E2A-E8D2-70DC-FE6C3A4FEB2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E42203E-11F1-2BDA-C03B-D28B455E0E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7559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165EA52-D30F-3E97-DE4D-312CCFE2E01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3EEB2D0-38C4-B9CA-5D16-C1D2893D8F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6CE0D873-9209-820E-8383-41EF5436AC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47130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79E9AB2-0AFF-C5B0-A6B3-62374F1F017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59A68F9-8FC2-7AAF-5A20-D70B457951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00AEFFF0-A0FC-FEF7-BA07-8232832692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60517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FD96B10-B427-1BFC-785F-ABB672ED835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743B420-C0ED-A7F7-62E7-96A21F5231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E5B264E-ADF4-15B8-0D48-E021D4E491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02563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C18C21E9-FD93-09E9-CF0E-AF870A34F5E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BD719672-0A90-BCA7-382D-867EC7CB6C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30C6F45-B39A-FF2D-CA60-EE65509655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92648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B4882BC-68FF-4810-7B64-2FF7E06AA59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883CD0D-8A76-890F-7985-C24A62D756E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AD288D74-4366-ACBF-AB1F-CFF9EA6791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10727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21AD13EB-2A72-8025-04EC-63F0A63BD02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7A4258E5-B0DE-3170-9A04-ABF5BCFD8FA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7B158E12-D98F-E4C4-55E1-FC13C3D424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53312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04E3E07E-AAEA-B37F-0201-AAFA2E003EA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CD4CCDC9-D33C-E67C-B010-46F4631126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F8DBA05-E0F7-6CE5-0584-6BFECB409E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67047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B2A80B3E-0CB4-B94D-6EF0-BF6C1467DBAA}"/>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912F1BF9-A85E-17F9-399B-8DB89F670F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36B85AB1-63C7-2145-2133-50FACDC6A1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84074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4f262177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4f262177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4afea4f6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64afea4f63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www.youtube.com/watch?v=6Mncbrp80To"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2" name="Google Shape;54;p1">
            <a:extLst>
              <a:ext uri="{FF2B5EF4-FFF2-40B4-BE49-F238E27FC236}">
                <a16:creationId xmlns:a16="http://schemas.microsoft.com/office/drawing/2014/main" id="{BDA1B7AB-5723-F890-C79A-1CF0F259B0AE}"/>
              </a:ext>
            </a:extLst>
          </p:cNvPr>
          <p:cNvPicPr preferRelativeResize="0"/>
          <p:nvPr/>
        </p:nvPicPr>
        <p:blipFill rotWithShape="1">
          <a:blip r:embed="rId3">
            <a:alphaModFix amt="62000"/>
          </a:blip>
          <a:srcRect/>
          <a:stretch/>
        </p:blipFill>
        <p:spPr>
          <a:xfrm>
            <a:off x="1" y="0"/>
            <a:ext cx="18288000" cy="10287000"/>
          </a:xfrm>
          <a:prstGeom prst="rect">
            <a:avLst/>
          </a:prstGeom>
          <a:noFill/>
          <a:ln>
            <a:noFill/>
          </a:ln>
        </p:spPr>
      </p:pic>
      <p:graphicFrame>
        <p:nvGraphicFramePr>
          <p:cNvPr id="3" name="Google Shape;55;p1">
            <a:extLst>
              <a:ext uri="{FF2B5EF4-FFF2-40B4-BE49-F238E27FC236}">
                <a16:creationId xmlns:a16="http://schemas.microsoft.com/office/drawing/2014/main" id="{12BD3746-68C0-DB7F-8816-4EEEA27FC4AC}"/>
              </a:ext>
            </a:extLst>
          </p:cNvPr>
          <p:cNvGraphicFramePr/>
          <p:nvPr>
            <p:extLst>
              <p:ext uri="{D42A27DB-BD31-4B8C-83A1-F6EECF244321}">
                <p14:modId xmlns:p14="http://schemas.microsoft.com/office/powerpoint/2010/main" val="2986383831"/>
              </p:ext>
            </p:extLst>
          </p:nvPr>
        </p:nvGraphicFramePr>
        <p:xfrm>
          <a:off x="11229474" y="1756089"/>
          <a:ext cx="6609348" cy="1436290"/>
        </p:xfrm>
        <a:graphic>
          <a:graphicData uri="http://schemas.openxmlformats.org/drawingml/2006/table">
            <a:tbl>
              <a:tblPr>
                <a:noFill/>
              </a:tblPr>
              <a:tblGrid>
                <a:gridCol w="2951747">
                  <a:extLst>
                    <a:ext uri="{9D8B030D-6E8A-4147-A177-3AD203B41FA5}">
                      <a16:colId xmlns:a16="http://schemas.microsoft.com/office/drawing/2014/main" val="20000"/>
                    </a:ext>
                  </a:extLst>
                </a:gridCol>
                <a:gridCol w="3657601">
                  <a:extLst>
                    <a:ext uri="{9D8B030D-6E8A-4147-A177-3AD203B41FA5}">
                      <a16:colId xmlns:a16="http://schemas.microsoft.com/office/drawing/2014/main" val="20001"/>
                    </a:ext>
                  </a:extLst>
                </a:gridCol>
              </a:tblGrid>
              <a:tr h="718145">
                <a:tc>
                  <a:txBody>
                    <a:bodyPr/>
                    <a:lstStyle/>
                    <a:p>
                      <a:pPr marL="0" marR="0" lvl="0" indent="0" algn="l" rtl="0">
                        <a:lnSpc>
                          <a:spcPct val="100000"/>
                        </a:lnSpc>
                        <a:spcBef>
                          <a:spcPts val="0"/>
                        </a:spcBef>
                        <a:spcAft>
                          <a:spcPts val="0"/>
                        </a:spcAft>
                        <a:buClr>
                          <a:srgbClr val="000000"/>
                        </a:buClr>
                        <a:buSzPts val="1420"/>
                        <a:buFont typeface="Arial"/>
                        <a:buNone/>
                      </a:pPr>
                      <a:r>
                        <a:rPr lang="es-GT" sz="2800" b="1" u="none" strike="noStrike" cap="none" noProof="0" dirty="0">
                          <a:solidFill>
                            <a:schemeClr val="dk1"/>
                          </a:solidFill>
                        </a:rPr>
                        <a:t>Día, Fecha:</a:t>
                      </a: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GT" sz="2800" noProof="0" dirty="0"/>
                        <a:t>Martes</a:t>
                      </a:r>
                      <a:r>
                        <a:rPr lang="es-GT" sz="2800" u="none" strike="noStrike" cap="none" noProof="0" dirty="0"/>
                        <a:t>, 27/</a:t>
                      </a:r>
                      <a:r>
                        <a:rPr lang="es-GT" sz="2800" noProof="0" dirty="0"/>
                        <a:t>01</a:t>
                      </a:r>
                      <a:r>
                        <a:rPr lang="es-GT" sz="2800" u="none" strike="noStrike" cap="none" noProof="0" dirty="0"/>
                        <a:t>/202</a:t>
                      </a:r>
                      <a:r>
                        <a:rPr lang="es-GT" sz="2800" noProof="0" dirty="0"/>
                        <a:t>6</a:t>
                      </a:r>
                      <a:endParaRPr lang="es-GT" sz="2800" u="none" strike="noStrike" cap="none" noProof="0" dirty="0"/>
                    </a:p>
                  </a:txBody>
                  <a:tcPr marL="91425" marR="91425" marT="91425" marB="91425"/>
                </a:tc>
                <a:extLst>
                  <a:ext uri="{0D108BD9-81ED-4DB2-BD59-A6C34878D82A}">
                    <a16:rowId xmlns:a16="http://schemas.microsoft.com/office/drawing/2014/main" val="10000"/>
                  </a:ext>
                </a:extLst>
              </a:tr>
              <a:tr h="718145">
                <a:tc>
                  <a:txBody>
                    <a:bodyPr/>
                    <a:lstStyle/>
                    <a:p>
                      <a:pPr marL="0" marR="0" lvl="0" indent="0" algn="l" rtl="0">
                        <a:lnSpc>
                          <a:spcPct val="100000"/>
                        </a:lnSpc>
                        <a:spcBef>
                          <a:spcPts val="0"/>
                        </a:spcBef>
                        <a:spcAft>
                          <a:spcPts val="0"/>
                        </a:spcAft>
                        <a:buClr>
                          <a:srgbClr val="000000"/>
                        </a:buClr>
                        <a:buSzPts val="1420"/>
                        <a:buFont typeface="Arial"/>
                        <a:buNone/>
                      </a:pPr>
                      <a:r>
                        <a:rPr lang="es-GT" sz="2800" b="1" u="none" strike="noStrike" cap="none" noProof="0" dirty="0">
                          <a:solidFill>
                            <a:schemeClr val="dk1"/>
                          </a:solidFill>
                        </a:rPr>
                        <a:t>Hora de inicio:</a:t>
                      </a:r>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s-GT" sz="2800" u="none" strike="noStrike" cap="none" noProof="0" dirty="0"/>
                        <a:t>17:20</a:t>
                      </a:r>
                    </a:p>
                  </a:txBody>
                  <a:tcPr marL="91425" marR="91425" marT="91425" marB="91425"/>
                </a:tc>
                <a:extLst>
                  <a:ext uri="{0D108BD9-81ED-4DB2-BD59-A6C34878D82A}">
                    <a16:rowId xmlns:a16="http://schemas.microsoft.com/office/drawing/2014/main" val="10001"/>
                  </a:ext>
                </a:extLst>
              </a:tr>
            </a:tbl>
          </a:graphicData>
        </a:graphic>
      </p:graphicFrame>
      <p:sp>
        <p:nvSpPr>
          <p:cNvPr id="4" name="Google Shape;57;p1">
            <a:extLst>
              <a:ext uri="{FF2B5EF4-FFF2-40B4-BE49-F238E27FC236}">
                <a16:creationId xmlns:a16="http://schemas.microsoft.com/office/drawing/2014/main" id="{1964F80B-BC6B-AEA5-60EC-9E90C5F7EA3E}"/>
              </a:ext>
            </a:extLst>
          </p:cNvPr>
          <p:cNvSpPr txBox="1"/>
          <p:nvPr/>
        </p:nvSpPr>
        <p:spPr>
          <a:xfrm>
            <a:off x="4018260" y="6284640"/>
            <a:ext cx="9124534" cy="86174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GT" sz="4400" b="0" i="0" u="none" strike="noStrike" cap="none" noProof="0" dirty="0">
                <a:solidFill>
                  <a:srgbClr val="000000"/>
                </a:solidFill>
                <a:latin typeface="Arial"/>
                <a:ea typeface="Arial"/>
                <a:cs typeface="Arial"/>
                <a:sym typeface="Arial"/>
              </a:rPr>
              <a:t>William Alexander Santos Colindres</a:t>
            </a:r>
          </a:p>
        </p:txBody>
      </p:sp>
      <p:sp>
        <p:nvSpPr>
          <p:cNvPr id="5" name="Google Shape;56;p1">
            <a:extLst>
              <a:ext uri="{FF2B5EF4-FFF2-40B4-BE49-F238E27FC236}">
                <a16:creationId xmlns:a16="http://schemas.microsoft.com/office/drawing/2014/main" id="{8C165128-CEAD-D4A4-BB4B-675ECEA005B6}"/>
              </a:ext>
            </a:extLst>
          </p:cNvPr>
          <p:cNvSpPr txBox="1"/>
          <p:nvPr/>
        </p:nvSpPr>
        <p:spPr>
          <a:xfrm>
            <a:off x="2381335" y="4068679"/>
            <a:ext cx="14527044" cy="221596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s-GT" sz="6600" noProof="0" dirty="0"/>
              <a:t>SISTEMAS ORGANIZACIONALES Y GERENCIALES 2</a:t>
            </a:r>
            <a:r>
              <a:rPr lang="es-GT" sz="6600" b="0" i="0" u="none" strike="noStrike" cap="none" noProof="0" dirty="0">
                <a:solidFill>
                  <a:srgbClr val="000000"/>
                </a:solidFill>
                <a:latin typeface="Arial"/>
                <a:ea typeface="Arial"/>
                <a:cs typeface="Arial"/>
                <a:sym typeface="Arial"/>
              </a:rPr>
              <a:t> </a:t>
            </a:r>
            <a:r>
              <a:rPr lang="es-GT" sz="6600" noProof="0" dirty="0"/>
              <a:t>[N]</a:t>
            </a:r>
            <a:endParaRPr lang="es-GT" sz="66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p:nvPr/>
        </p:nvSpPr>
        <p:spPr>
          <a:xfrm>
            <a:off x="12541309" y="6021878"/>
            <a:ext cx="4160184" cy="4114800"/>
          </a:xfrm>
          <a:custGeom>
            <a:avLst/>
            <a:gdLst/>
            <a:ahLst/>
            <a:cxnLst/>
            <a:rect l="l" t="t" r="r" b="b"/>
            <a:pathLst>
              <a:path w="4160184" h="4114800" extrusionOk="0">
                <a:moveTo>
                  <a:pt x="0" y="0"/>
                </a:moveTo>
                <a:lnTo>
                  <a:pt x="4160184" y="0"/>
                </a:lnTo>
                <a:lnTo>
                  <a:pt x="4160184" y="4114800"/>
                </a:lnTo>
                <a:lnTo>
                  <a:pt x="0" y="4114800"/>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96" name="Google Shape;96;p1"/>
          <p:cNvSpPr txBox="1"/>
          <p:nvPr/>
        </p:nvSpPr>
        <p:spPr>
          <a:xfrm>
            <a:off x="890249" y="7555025"/>
            <a:ext cx="8526600"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s-GT" sz="5000" b="1" i="0" u="none" strike="noStrike" cap="none" noProof="0" dirty="0">
                <a:solidFill>
                  <a:srgbClr val="131416"/>
                </a:solidFill>
                <a:latin typeface="Open Sans"/>
                <a:ea typeface="Open Sans"/>
                <a:cs typeface="Open Sans"/>
                <a:sym typeface="Open Sans"/>
              </a:rPr>
              <a:t>SOYG2</a:t>
            </a:r>
          </a:p>
        </p:txBody>
      </p:sp>
      <p:sp>
        <p:nvSpPr>
          <p:cNvPr id="97" name="Google Shape;97;p1"/>
          <p:cNvSpPr txBox="1"/>
          <p:nvPr/>
        </p:nvSpPr>
        <p:spPr>
          <a:xfrm>
            <a:off x="2618551" y="1423012"/>
            <a:ext cx="12375000" cy="6075509"/>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s-GT" sz="9200" b="1" i="0" u="none" strike="noStrike" cap="none" noProof="0" dirty="0">
                <a:solidFill>
                  <a:srgbClr val="131416"/>
                </a:solidFill>
                <a:latin typeface="Open Sans"/>
                <a:ea typeface="Open Sans"/>
                <a:cs typeface="Open Sans"/>
                <a:sym typeface="Open Sans"/>
              </a:rPr>
              <a:t>UNIDAD 1 y 2</a:t>
            </a:r>
          </a:p>
          <a:p>
            <a:pPr lvl="0" algn="ctr">
              <a:lnSpc>
                <a:spcPct val="140000"/>
              </a:lnSpc>
              <a:buSzPts val="9200"/>
            </a:pPr>
            <a:r>
              <a:rPr lang="es-GT" sz="4400" b="1" noProof="0" dirty="0">
                <a:solidFill>
                  <a:srgbClr val="131416"/>
                </a:solidFill>
                <a:latin typeface="Open Sans"/>
                <a:ea typeface="Open Sans"/>
                <a:cs typeface="Open Sans"/>
                <a:sym typeface="Open Sans"/>
              </a:rPr>
              <a:t>Exploración del mundo de los ERP (Enterprise </a:t>
            </a:r>
            <a:r>
              <a:rPr lang="es-GT" sz="4400" b="1" noProof="0" dirty="0" err="1">
                <a:solidFill>
                  <a:srgbClr val="131416"/>
                </a:solidFill>
                <a:latin typeface="Open Sans"/>
                <a:ea typeface="Open Sans"/>
                <a:cs typeface="Open Sans"/>
                <a:sym typeface="Open Sans"/>
              </a:rPr>
              <a:t>Resource</a:t>
            </a:r>
            <a:r>
              <a:rPr lang="es-GT" sz="4400" b="1" noProof="0" dirty="0">
                <a:solidFill>
                  <a:srgbClr val="131416"/>
                </a:solidFill>
                <a:latin typeface="Open Sans"/>
                <a:ea typeface="Open Sans"/>
                <a:cs typeface="Open Sans"/>
                <a:sym typeface="Open Sans"/>
              </a:rPr>
              <a:t> </a:t>
            </a:r>
            <a:r>
              <a:rPr lang="es-GT" sz="4400" b="1" noProof="0" dirty="0" err="1">
                <a:solidFill>
                  <a:srgbClr val="131416"/>
                </a:solidFill>
                <a:latin typeface="Open Sans"/>
                <a:ea typeface="Open Sans"/>
                <a:cs typeface="Open Sans"/>
                <a:sym typeface="Open Sans"/>
              </a:rPr>
              <a:t>Planning</a:t>
            </a:r>
            <a:r>
              <a:rPr lang="es-GT" sz="4400" b="1" noProof="0" dirty="0">
                <a:solidFill>
                  <a:srgbClr val="131416"/>
                </a:solidFill>
                <a:latin typeface="Open Sans"/>
                <a:ea typeface="Open Sans"/>
                <a:cs typeface="Open Sans"/>
                <a:sym typeface="Open Sans"/>
              </a:rPr>
              <a:t>)</a:t>
            </a:r>
          </a:p>
          <a:p>
            <a:pPr lvl="0" algn="ctr">
              <a:lnSpc>
                <a:spcPct val="140000"/>
              </a:lnSpc>
              <a:buSzPts val="9200"/>
            </a:pPr>
            <a:r>
              <a:rPr lang="es-GT" sz="4400" b="1" i="0" u="none" strike="noStrike" cap="none" dirty="0">
                <a:solidFill>
                  <a:srgbClr val="131416"/>
                </a:solidFill>
                <a:latin typeface="Open Sans"/>
                <a:ea typeface="Open Sans"/>
                <a:cs typeface="Open Sans"/>
                <a:sym typeface="Open Sans"/>
              </a:rPr>
              <a:t>Recursos y toma de decisiones basadas en tecnologías</a:t>
            </a:r>
            <a:endParaRPr lang="es-GT" sz="4400" b="1" i="0" u="none" strike="noStrike" cap="none" noProof="0" dirty="0">
              <a:solidFill>
                <a:srgbClr val="131416"/>
              </a:solidFill>
              <a:latin typeface="Open Sans"/>
              <a:ea typeface="Open Sans"/>
              <a:cs typeface="Open Sans"/>
              <a:sym typeface="Open Sans"/>
            </a:endParaRPr>
          </a:p>
          <a:p>
            <a:pPr marL="0" marR="0" lvl="0" indent="0" algn="ctr" rtl="0">
              <a:lnSpc>
                <a:spcPct val="140000"/>
              </a:lnSpc>
              <a:spcBef>
                <a:spcPts val="0"/>
              </a:spcBef>
              <a:spcAft>
                <a:spcPts val="0"/>
              </a:spcAft>
              <a:buClr>
                <a:srgbClr val="000000"/>
              </a:buClr>
              <a:buSzPts val="9200"/>
              <a:buFont typeface="Arial"/>
              <a:buNone/>
            </a:pPr>
            <a:endParaRPr lang="es-GT" sz="1400" b="0" i="0" u="none" strike="noStrike" cap="none" noProof="0" dirty="0">
              <a:solidFill>
                <a:srgbClr val="000000"/>
              </a:solidFill>
              <a:latin typeface="Arial"/>
              <a:ea typeface="Arial"/>
              <a:cs typeface="Arial"/>
              <a:sym typeface="Arial"/>
            </a:endParaRPr>
          </a:p>
        </p:txBody>
      </p:sp>
      <p:sp>
        <p:nvSpPr>
          <p:cNvPr id="98" name="Google Shape;98;p1"/>
          <p:cNvSpPr txBox="1"/>
          <p:nvPr/>
        </p:nvSpPr>
        <p:spPr>
          <a:xfrm>
            <a:off x="1063303" y="8745251"/>
            <a:ext cx="6981379" cy="42227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Escuela de </a:t>
            </a:r>
            <a:r>
              <a:rPr lang="es-GT" sz="2499" b="1" i="0" u="none" strike="noStrike" cap="none" noProof="0" dirty="0" err="1">
                <a:solidFill>
                  <a:srgbClr val="131416"/>
                </a:solidFill>
                <a:latin typeface="Open Sans"/>
                <a:ea typeface="Open Sans"/>
                <a:cs typeface="Open Sans"/>
                <a:sym typeface="Open Sans"/>
              </a:rPr>
              <a:t>Ingenieria</a:t>
            </a:r>
            <a:r>
              <a:rPr lang="es-GT" sz="2499" b="1" i="0" u="none" strike="noStrike" cap="none" noProof="0" dirty="0">
                <a:solidFill>
                  <a:srgbClr val="131416"/>
                </a:solidFill>
                <a:latin typeface="Open Sans"/>
                <a:ea typeface="Open Sans"/>
                <a:cs typeface="Open Sans"/>
                <a:sym typeface="Open Sans"/>
              </a:rPr>
              <a:t> de Ciencias Y Sistemas</a:t>
            </a:r>
          </a:p>
        </p:txBody>
      </p:sp>
      <p:sp>
        <p:nvSpPr>
          <p:cNvPr id="99" name="Google Shape;99;p1"/>
          <p:cNvSpPr txBox="1"/>
          <p:nvPr/>
        </p:nvSpPr>
        <p:spPr>
          <a:xfrm>
            <a:off x="1028700" y="9210675"/>
            <a:ext cx="6667500" cy="422275"/>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Facultad de </a:t>
            </a:r>
            <a:r>
              <a:rPr lang="es-GT" sz="2499" b="1" i="0" u="none" strike="noStrike" cap="none" noProof="0" dirty="0" err="1">
                <a:solidFill>
                  <a:srgbClr val="131416"/>
                </a:solidFill>
                <a:latin typeface="Open Sans"/>
                <a:ea typeface="Open Sans"/>
                <a:cs typeface="Open Sans"/>
                <a:sym typeface="Open Sans"/>
              </a:rPr>
              <a:t>Ingenieria</a:t>
            </a:r>
            <a:endParaRPr lang="es-GT" sz="2499" b="1" i="0" u="none" strike="noStrike" cap="none" noProof="0" dirty="0">
              <a:solidFill>
                <a:srgbClr val="131416"/>
              </a:solidFill>
              <a:latin typeface="Open Sans"/>
              <a:ea typeface="Open Sans"/>
              <a:cs typeface="Open Sans"/>
              <a:sym typeface="Open Sans"/>
            </a:endParaRPr>
          </a:p>
        </p:txBody>
      </p:sp>
      <p:sp>
        <p:nvSpPr>
          <p:cNvPr id="100" name="Google Shape;100;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Universidad de San Carlos de Guatemala</a:t>
            </a:r>
            <a:endParaRPr lang="es-GT" sz="1400" b="0" i="0" u="none" strike="noStrike" cap="none" noProof="0" dirty="0">
              <a:solidFill>
                <a:srgbClr val="000000"/>
              </a:solidFill>
              <a:latin typeface="Arial"/>
              <a:ea typeface="Arial"/>
              <a:cs typeface="Arial"/>
              <a:sym typeface="Arial"/>
            </a:endParaRPr>
          </a:p>
        </p:txBody>
      </p:sp>
      <p:pic>
        <p:nvPicPr>
          <p:cNvPr id="102" name="Google Shape;102;p1"/>
          <p:cNvPicPr preferRelativeResize="0"/>
          <p:nvPr/>
        </p:nvPicPr>
        <p:blipFill>
          <a:blip r:embed="rId4">
            <a:alphaModFix/>
          </a:blip>
          <a:stretch>
            <a:fillRect/>
          </a:stretch>
        </p:blipFill>
        <p:spPr>
          <a:xfrm>
            <a:off x="8044675" y="0"/>
            <a:ext cx="10243325" cy="10670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176619" y="4520484"/>
            <a:ext cx="10400396" cy="845385"/>
            <a:chOff x="0" y="-76200"/>
            <a:chExt cx="2021134" cy="359923"/>
          </a:xfrm>
        </p:grpSpPr>
        <p:sp>
          <p:nvSpPr>
            <p:cNvPr id="108" name="Google Shape;108;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p:cNvSpPr txBox="1"/>
            <p:nvPr/>
          </p:nvSpPr>
          <p:spPr>
            <a:xfrm>
              <a:off x="0" y="-76200"/>
              <a:ext cx="2021134"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noProof="0" dirty="0"/>
                <a:t>Conceptos de Planeación, Control y Dirección</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p:cNvGrpSpPr/>
          <p:nvPr/>
        </p:nvGrpSpPr>
        <p:grpSpPr>
          <a:xfrm>
            <a:off x="1866989" y="3013983"/>
            <a:ext cx="5107018" cy="1556484"/>
            <a:chOff x="0" y="-76200"/>
            <a:chExt cx="1083836" cy="409938"/>
          </a:xfrm>
        </p:grpSpPr>
        <p:sp>
          <p:nvSpPr>
            <p:cNvPr id="112" name="Google Shape;112;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p:cNvSpPr txBox="1"/>
            <p:nvPr/>
          </p:nvSpPr>
          <p:spPr>
            <a:xfrm>
              <a:off x="0" y="-76200"/>
              <a:ext cx="1061948"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Validar su asignación en DTT</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p:cNvSpPr txBox="1"/>
          <p:nvPr/>
        </p:nvSpPr>
        <p:spPr>
          <a:xfrm>
            <a:off x="651750" y="490901"/>
            <a:ext cx="6322258" cy="2654573"/>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sp>
        <p:nvSpPr>
          <p:cNvPr id="116" name="Google Shape;116;p2"/>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Lobster"/>
                <a:ea typeface="Lobster"/>
                <a:cs typeface="Lobster"/>
                <a:sym typeface="Lobster"/>
              </a:rPr>
              <a:t>Recursos</a:t>
            </a:r>
            <a:endParaRPr lang="es-GT" sz="1400" b="0" i="0" u="none" strike="noStrike" cap="none" noProof="0" dirty="0">
              <a:solidFill>
                <a:srgbClr val="000000"/>
              </a:solidFill>
              <a:latin typeface="Lobster"/>
              <a:ea typeface="Lobster"/>
              <a:cs typeface="Lobster"/>
              <a:sym typeface="Lobster"/>
            </a:endParaRPr>
          </a:p>
        </p:txBody>
      </p:sp>
      <p:grpSp>
        <p:nvGrpSpPr>
          <p:cNvPr id="117" name="Google Shape;117;p2"/>
          <p:cNvGrpSpPr/>
          <p:nvPr/>
        </p:nvGrpSpPr>
        <p:grpSpPr>
          <a:xfrm>
            <a:off x="10577016" y="2798634"/>
            <a:ext cx="6516435" cy="1701145"/>
            <a:chOff x="-306249" y="-114300"/>
            <a:chExt cx="1716263" cy="448038"/>
          </a:xfrm>
        </p:grpSpPr>
        <p:sp>
          <p:nvSpPr>
            <p:cNvPr id="118" name="Google Shape;118;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19" name="Google Shape;119;p2"/>
            <p:cNvSpPr txBox="1"/>
            <p:nvPr/>
          </p:nvSpPr>
          <p:spPr>
            <a:xfrm>
              <a:off x="-306249" y="-114300"/>
              <a:ext cx="1601963"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Clr>
                  <a:srgbClr val="000000"/>
                </a:buClr>
                <a:buSzPts val="4499"/>
                <a:buFont typeface="Arial"/>
                <a:buNone/>
              </a:pPr>
              <a:r>
                <a:rPr lang="es-ES" sz="2400" b="0" i="0" u="none" strike="noStrike" cap="none" noProof="0" dirty="0">
                  <a:solidFill>
                    <a:srgbClr val="000000"/>
                  </a:solidFill>
                  <a:latin typeface="Arial"/>
                  <a:ea typeface="Arial"/>
                  <a:cs typeface="Arial"/>
                  <a:sym typeface="Arial"/>
                  <a:hlinkClick r:id="rId5"/>
                </a:rPr>
                <a:t>¿Qué es ERP? - Conoce porque un ERP vital para empresas</a:t>
              </a:r>
              <a:endParaRPr lang="es-GT" sz="2400" b="0" i="0" u="none" strike="noStrike" cap="none" noProof="0" dirty="0">
                <a:solidFill>
                  <a:srgbClr val="000000"/>
                </a:solidFill>
                <a:latin typeface="Arial"/>
                <a:ea typeface="Arial"/>
                <a:cs typeface="Arial"/>
                <a:sym typeface="Arial"/>
              </a:endParaRPr>
            </a:p>
          </p:txBody>
        </p:sp>
      </p:grpSp>
      <p:grpSp>
        <p:nvGrpSpPr>
          <p:cNvPr id="120" name="Google Shape;120;p2"/>
          <p:cNvGrpSpPr/>
          <p:nvPr/>
        </p:nvGrpSpPr>
        <p:grpSpPr>
          <a:xfrm>
            <a:off x="11279050" y="3866197"/>
            <a:ext cx="5814401" cy="2433631"/>
            <a:chOff x="-121351" y="-307218"/>
            <a:chExt cx="1531365" cy="640956"/>
          </a:xfrm>
        </p:grpSpPr>
        <p:sp>
          <p:nvSpPr>
            <p:cNvPr id="121" name="Google Shape;121;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22" name="Google Shape;122;p2"/>
            <p:cNvSpPr txBox="1"/>
            <p:nvPr/>
          </p:nvSpPr>
          <p:spPr>
            <a:xfrm>
              <a:off x="-121351" y="-307218"/>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Clr>
                  <a:srgbClr val="000000"/>
                </a:buClr>
                <a:buSzPts val="4499"/>
                <a:buFont typeface="Arial"/>
                <a:buNone/>
              </a:pPr>
              <a:r>
                <a:rPr lang="es-GT" sz="2800" b="0" i="0" u="none" strike="noStrike" cap="none" noProof="0" dirty="0">
                  <a:solidFill>
                    <a:srgbClr val="000000"/>
                  </a:solidFill>
                  <a:latin typeface="Arial"/>
                  <a:ea typeface="Arial"/>
                  <a:cs typeface="Arial"/>
                  <a:sym typeface="Arial"/>
                </a:rPr>
                <a:t>Carpeta de Recursos de UEDI</a:t>
              </a:r>
            </a:p>
          </p:txBody>
        </p:sp>
      </p:grpSp>
      <p:grpSp>
        <p:nvGrpSpPr>
          <p:cNvPr id="123" name="Google Shape;123;p2"/>
          <p:cNvGrpSpPr/>
          <p:nvPr/>
        </p:nvGrpSpPr>
        <p:grpSpPr>
          <a:xfrm>
            <a:off x="176619" y="5444302"/>
            <a:ext cx="9363166" cy="845385"/>
            <a:chOff x="0" y="-76200"/>
            <a:chExt cx="1964221"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lvl="0" algn="ctr">
                <a:lnSpc>
                  <a:spcPct val="148017"/>
                </a:lnSpc>
                <a:buSzPts val="2799"/>
              </a:pPr>
              <a:r>
                <a:rPr lang="es-GT" sz="2799" dirty="0"/>
                <a:t>Componentes generales de un ERP</a:t>
              </a:r>
              <a:endParaRPr lang="es-GT" dirty="0"/>
            </a:p>
          </p:txBody>
        </p:sp>
      </p:grpSp>
      <p:grpSp>
        <p:nvGrpSpPr>
          <p:cNvPr id="126" name="Google Shape;126;p2"/>
          <p:cNvGrpSpPr/>
          <p:nvPr/>
        </p:nvGrpSpPr>
        <p:grpSpPr>
          <a:xfrm>
            <a:off x="176619" y="6449678"/>
            <a:ext cx="11451274" cy="845385"/>
            <a:chOff x="0" y="-66066"/>
            <a:chExt cx="1964221" cy="359923"/>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p:cNvSpPr txBox="1"/>
            <p:nvPr/>
          </p:nvSpPr>
          <p:spPr>
            <a:xfrm>
              <a:off x="0" y="-66066"/>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Bases de datos centralizada, interfaz de usuario</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p:cNvGrpSpPr/>
          <p:nvPr/>
        </p:nvGrpSpPr>
        <p:grpSpPr>
          <a:xfrm>
            <a:off x="176618" y="7349457"/>
            <a:ext cx="12488503" cy="845385"/>
            <a:chOff x="0" y="-76200"/>
            <a:chExt cx="1964221" cy="359923"/>
          </a:xfrm>
        </p:grpSpPr>
        <p:sp>
          <p:nvSpPr>
            <p:cNvPr id="130" name="Google Shape;130;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dirty="0"/>
                <a:t>Beneficios de la Integración a procesos empresariales</a:t>
              </a:r>
              <a:endParaRPr lang="es-GT" sz="1400" b="0" i="0" u="none" strike="noStrike" cap="none" noProof="0" dirty="0">
                <a:solidFill>
                  <a:srgbClr val="000000"/>
                </a:solidFill>
                <a:latin typeface="Arial"/>
                <a:ea typeface="Arial"/>
                <a:cs typeface="Arial"/>
                <a:sym typeface="Arial"/>
              </a:endParaRPr>
            </a:p>
          </p:txBody>
        </p:sp>
      </p:grpSp>
      <p:grpSp>
        <p:nvGrpSpPr>
          <p:cNvPr id="132" name="Google Shape;132;p2"/>
          <p:cNvGrpSpPr/>
          <p:nvPr/>
        </p:nvGrpSpPr>
        <p:grpSpPr>
          <a:xfrm>
            <a:off x="176620" y="8412915"/>
            <a:ext cx="13471142" cy="845385"/>
            <a:chOff x="0" y="-76200"/>
            <a:chExt cx="1964221" cy="359923"/>
          </a:xfrm>
        </p:grpSpPr>
        <p:sp>
          <p:nvSpPr>
            <p:cNvPr id="133" name="Google Shape;133;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4" name="Google Shape;134;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Tendencias actuales en sistemas y ejemplos de aplicaciones</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p:cNvSpPr/>
          <p:nvPr/>
        </p:nvSpPr>
        <p:spPr>
          <a:xfrm>
            <a:off x="13394056" y="6173373"/>
            <a:ext cx="4491992" cy="3810251"/>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6">
              <a:alphaModFix/>
            </a:blip>
            <a:stretch>
              <a:fillRect/>
            </a:stretch>
          </a:blipFill>
          <a:ln>
            <a:noFill/>
          </a:ln>
        </p:spPr>
        <p:txBody>
          <a:bodyPr/>
          <a:lstStyle/>
          <a:p>
            <a:endParaRPr lang="es-GT"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3C1780F9-DC09-0C99-3A1A-8075C8E6C428}"/>
            </a:ext>
          </a:extLst>
        </p:cNvPr>
        <p:cNvGrpSpPr/>
        <p:nvPr/>
      </p:nvGrpSpPr>
      <p:grpSpPr>
        <a:xfrm>
          <a:off x="0" y="0"/>
          <a:ext cx="0" cy="0"/>
          <a:chOff x="0" y="0"/>
          <a:chExt cx="0" cy="0"/>
        </a:xfrm>
      </p:grpSpPr>
      <p:grpSp>
        <p:nvGrpSpPr>
          <p:cNvPr id="107" name="Google Shape;107;p2">
            <a:extLst>
              <a:ext uri="{FF2B5EF4-FFF2-40B4-BE49-F238E27FC236}">
                <a16:creationId xmlns:a16="http://schemas.microsoft.com/office/drawing/2014/main" id="{E44423C5-E368-6A09-B5C3-8BFF4F408A7C}"/>
              </a:ext>
            </a:extLst>
          </p:cNvPr>
          <p:cNvGrpSpPr/>
          <p:nvPr/>
        </p:nvGrpSpPr>
        <p:grpSpPr>
          <a:xfrm>
            <a:off x="176619" y="4520484"/>
            <a:ext cx="6060408" cy="845385"/>
            <a:chOff x="0" y="-76200"/>
            <a:chExt cx="2021134" cy="359923"/>
          </a:xfrm>
        </p:grpSpPr>
        <p:sp>
          <p:nvSpPr>
            <p:cNvPr id="108" name="Google Shape;108;p2">
              <a:extLst>
                <a:ext uri="{FF2B5EF4-FFF2-40B4-BE49-F238E27FC236}">
                  <a16:creationId xmlns:a16="http://schemas.microsoft.com/office/drawing/2014/main" id="{83D8F989-E019-C452-66EE-DB36CF2423C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a:extLst>
                <a:ext uri="{FF2B5EF4-FFF2-40B4-BE49-F238E27FC236}">
                  <a16:creationId xmlns:a16="http://schemas.microsoft.com/office/drawing/2014/main" id="{7D2F3C40-B9C0-0A5D-48E2-9CA6815B41CA}"/>
                </a:ext>
              </a:extLst>
            </p:cNvPr>
            <p:cNvSpPr txBox="1"/>
            <p:nvPr/>
          </p:nvSpPr>
          <p:spPr>
            <a:xfrm>
              <a:off x="0" y="-76200"/>
              <a:ext cx="2021134"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noProof="0" dirty="0"/>
                <a:t>Funciones de un ERP</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a:extLst>
              <a:ext uri="{FF2B5EF4-FFF2-40B4-BE49-F238E27FC236}">
                <a16:creationId xmlns:a16="http://schemas.microsoft.com/office/drawing/2014/main" id="{B1A8F784-C686-55B2-7D6A-D0CF5A95B930}"/>
              </a:ext>
            </a:extLst>
          </p:cNvPr>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12" name="Google Shape;112;p2">
            <a:extLst>
              <a:ext uri="{FF2B5EF4-FFF2-40B4-BE49-F238E27FC236}">
                <a16:creationId xmlns:a16="http://schemas.microsoft.com/office/drawing/2014/main" id="{308F01A3-CCFF-9ED1-122C-479FEE99D37A}"/>
              </a:ext>
            </a:extLst>
          </p:cNvPr>
          <p:cNvSpPr/>
          <p:nvPr/>
        </p:nvSpPr>
        <p:spPr>
          <a:xfrm>
            <a:off x="1866989" y="3303305"/>
            <a:ext cx="5107018" cy="1267162"/>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5" name="Google Shape;115;p2">
            <a:extLst>
              <a:ext uri="{FF2B5EF4-FFF2-40B4-BE49-F238E27FC236}">
                <a16:creationId xmlns:a16="http://schemas.microsoft.com/office/drawing/2014/main" id="{59B19AC6-6EA4-1B78-75D4-2AD7C999A571}"/>
              </a:ext>
            </a:extLst>
          </p:cNvPr>
          <p:cNvSpPr txBox="1"/>
          <p:nvPr/>
        </p:nvSpPr>
        <p:spPr>
          <a:xfrm>
            <a:off x="651750" y="490901"/>
            <a:ext cx="6322258" cy="2654573"/>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grpSp>
        <p:nvGrpSpPr>
          <p:cNvPr id="123" name="Google Shape;123;p2">
            <a:extLst>
              <a:ext uri="{FF2B5EF4-FFF2-40B4-BE49-F238E27FC236}">
                <a16:creationId xmlns:a16="http://schemas.microsoft.com/office/drawing/2014/main" id="{9ABEBE36-A103-5134-4D01-FAD14EF0773A}"/>
              </a:ext>
            </a:extLst>
          </p:cNvPr>
          <p:cNvGrpSpPr/>
          <p:nvPr/>
        </p:nvGrpSpPr>
        <p:grpSpPr>
          <a:xfrm>
            <a:off x="176618" y="5444302"/>
            <a:ext cx="13685405" cy="845385"/>
            <a:chOff x="0" y="-76200"/>
            <a:chExt cx="1964221" cy="359923"/>
          </a:xfrm>
        </p:grpSpPr>
        <p:sp>
          <p:nvSpPr>
            <p:cNvPr id="124" name="Google Shape;124;p2">
              <a:extLst>
                <a:ext uri="{FF2B5EF4-FFF2-40B4-BE49-F238E27FC236}">
                  <a16:creationId xmlns:a16="http://schemas.microsoft.com/office/drawing/2014/main" id="{80B7F189-0667-24BA-F646-794DC29CE106}"/>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a:extLst>
                <a:ext uri="{FF2B5EF4-FFF2-40B4-BE49-F238E27FC236}">
                  <a16:creationId xmlns:a16="http://schemas.microsoft.com/office/drawing/2014/main" id="{D3186667-559E-CF2D-8E05-48A1479D418C}"/>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lvl="0" algn="ctr">
                <a:lnSpc>
                  <a:spcPct val="148017"/>
                </a:lnSpc>
                <a:buSzPts val="2799"/>
              </a:pPr>
              <a:r>
                <a:rPr lang="es-GT" sz="2799" dirty="0"/>
                <a:t>Ejemplos de </a:t>
              </a:r>
              <a:r>
                <a:rPr lang="es-GT" sz="2799" dirty="0" err="1"/>
                <a:t>ERP’s</a:t>
              </a:r>
              <a:r>
                <a:rPr lang="es-GT" sz="2799" dirty="0"/>
                <a:t> especializados para cierto sector empresarial</a:t>
              </a:r>
              <a:endParaRPr lang="es-GT" dirty="0"/>
            </a:p>
          </p:txBody>
        </p:sp>
      </p:grpSp>
      <p:grpSp>
        <p:nvGrpSpPr>
          <p:cNvPr id="126" name="Google Shape;126;p2">
            <a:extLst>
              <a:ext uri="{FF2B5EF4-FFF2-40B4-BE49-F238E27FC236}">
                <a16:creationId xmlns:a16="http://schemas.microsoft.com/office/drawing/2014/main" id="{FF14EAAF-FFB2-6179-53B2-1F08E0CB2A99}"/>
              </a:ext>
            </a:extLst>
          </p:cNvPr>
          <p:cNvGrpSpPr/>
          <p:nvPr/>
        </p:nvGrpSpPr>
        <p:grpSpPr>
          <a:xfrm>
            <a:off x="176619" y="6449678"/>
            <a:ext cx="5746509" cy="845385"/>
            <a:chOff x="0" y="-66066"/>
            <a:chExt cx="1964221" cy="359923"/>
          </a:xfrm>
        </p:grpSpPr>
        <p:sp>
          <p:nvSpPr>
            <p:cNvPr id="127" name="Google Shape;127;p2">
              <a:extLst>
                <a:ext uri="{FF2B5EF4-FFF2-40B4-BE49-F238E27FC236}">
                  <a16:creationId xmlns:a16="http://schemas.microsoft.com/office/drawing/2014/main" id="{1E5DA832-8895-955E-4176-7FAB78FD388C}"/>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a:extLst>
                <a:ext uri="{FF2B5EF4-FFF2-40B4-BE49-F238E27FC236}">
                  <a16:creationId xmlns:a16="http://schemas.microsoft.com/office/drawing/2014/main" id="{9E002E9B-3AED-460E-8FF5-F64FAD3ECB35}"/>
                </a:ext>
              </a:extLst>
            </p:cNvPr>
            <p:cNvSpPr txBox="1"/>
            <p:nvPr/>
          </p:nvSpPr>
          <p:spPr>
            <a:xfrm>
              <a:off x="0" y="-66066"/>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dirty="0"/>
                <a:t>Ejemplos de éxito</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a:extLst>
              <a:ext uri="{FF2B5EF4-FFF2-40B4-BE49-F238E27FC236}">
                <a16:creationId xmlns:a16="http://schemas.microsoft.com/office/drawing/2014/main" id="{95BC10BB-048D-CA3C-8F5E-F3987E0AFFCF}"/>
              </a:ext>
            </a:extLst>
          </p:cNvPr>
          <p:cNvGrpSpPr/>
          <p:nvPr/>
        </p:nvGrpSpPr>
        <p:grpSpPr>
          <a:xfrm>
            <a:off x="176619" y="7349457"/>
            <a:ext cx="3617460" cy="845385"/>
            <a:chOff x="0" y="-76200"/>
            <a:chExt cx="1964221" cy="359923"/>
          </a:xfrm>
        </p:grpSpPr>
        <p:sp>
          <p:nvSpPr>
            <p:cNvPr id="130" name="Google Shape;130;p2">
              <a:extLst>
                <a:ext uri="{FF2B5EF4-FFF2-40B4-BE49-F238E27FC236}">
                  <a16:creationId xmlns:a16="http://schemas.microsoft.com/office/drawing/2014/main" id="{FD1484F7-B3C5-087F-1EDF-04E97D1D2884}"/>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a:extLst>
                <a:ext uri="{FF2B5EF4-FFF2-40B4-BE49-F238E27FC236}">
                  <a16:creationId xmlns:a16="http://schemas.microsoft.com/office/drawing/2014/main" id="{0C0821BC-78D7-5563-343E-F9B8995852E0}"/>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dirty="0"/>
                <a:t>CRM</a:t>
              </a:r>
              <a:endParaRPr lang="es-GT" sz="1400" b="0" i="0" u="none" strike="noStrike" cap="none" noProof="0" dirty="0">
                <a:solidFill>
                  <a:srgbClr val="000000"/>
                </a:solidFill>
                <a:latin typeface="Arial"/>
                <a:ea typeface="Arial"/>
                <a:cs typeface="Arial"/>
                <a:sym typeface="Arial"/>
              </a:endParaRPr>
            </a:p>
          </p:txBody>
        </p:sp>
      </p:grpSp>
      <p:grpSp>
        <p:nvGrpSpPr>
          <p:cNvPr id="132" name="Google Shape;132;p2">
            <a:extLst>
              <a:ext uri="{FF2B5EF4-FFF2-40B4-BE49-F238E27FC236}">
                <a16:creationId xmlns:a16="http://schemas.microsoft.com/office/drawing/2014/main" id="{74BEA283-1029-ABA7-136B-250AEE26B15F}"/>
              </a:ext>
            </a:extLst>
          </p:cNvPr>
          <p:cNvGrpSpPr/>
          <p:nvPr/>
        </p:nvGrpSpPr>
        <p:grpSpPr>
          <a:xfrm>
            <a:off x="176620" y="8412915"/>
            <a:ext cx="9103858" cy="845385"/>
            <a:chOff x="0" y="-76200"/>
            <a:chExt cx="1964221" cy="359923"/>
          </a:xfrm>
        </p:grpSpPr>
        <p:sp>
          <p:nvSpPr>
            <p:cNvPr id="133" name="Google Shape;133;p2">
              <a:extLst>
                <a:ext uri="{FF2B5EF4-FFF2-40B4-BE49-F238E27FC236}">
                  <a16:creationId xmlns:a16="http://schemas.microsoft.com/office/drawing/2014/main" id="{0AAD4760-7FAC-D613-3836-48A663F28652}"/>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4" name="Google Shape;134;p2">
              <a:extLst>
                <a:ext uri="{FF2B5EF4-FFF2-40B4-BE49-F238E27FC236}">
                  <a16:creationId xmlns:a16="http://schemas.microsoft.com/office/drawing/2014/main" id="{3A6C292F-CC3D-4984-9806-7F8FA7F35020}"/>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dirty="0"/>
                <a:t>Componentes principales de un CRM</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a:extLst>
              <a:ext uri="{FF2B5EF4-FFF2-40B4-BE49-F238E27FC236}">
                <a16:creationId xmlns:a16="http://schemas.microsoft.com/office/drawing/2014/main" id="{A060BE9A-A926-DC74-0037-65E7E1C24889}"/>
              </a:ext>
            </a:extLst>
          </p:cNvPr>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a:extLst>
              <a:ext uri="{FF2B5EF4-FFF2-40B4-BE49-F238E27FC236}">
                <a16:creationId xmlns:a16="http://schemas.microsoft.com/office/drawing/2014/main" id="{D410FCA2-BC05-AC14-4134-63BAE179DF88}"/>
              </a:ext>
            </a:extLst>
          </p:cNvPr>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a:extLst>
              <a:ext uri="{FF2B5EF4-FFF2-40B4-BE49-F238E27FC236}">
                <a16:creationId xmlns:a16="http://schemas.microsoft.com/office/drawing/2014/main" id="{586B8C09-BA0B-27A4-1A7C-84231BD9C709}"/>
              </a:ext>
            </a:extLst>
          </p:cNvPr>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a:extLst>
              <a:ext uri="{FF2B5EF4-FFF2-40B4-BE49-F238E27FC236}">
                <a16:creationId xmlns:a16="http://schemas.microsoft.com/office/drawing/2014/main" id="{C6FF5454-B83C-481F-1F69-0AC216223E01}"/>
              </a:ext>
            </a:extLst>
          </p:cNvPr>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a:extLst>
              <a:ext uri="{FF2B5EF4-FFF2-40B4-BE49-F238E27FC236}">
                <a16:creationId xmlns:a16="http://schemas.microsoft.com/office/drawing/2014/main" id="{FA4C53AF-F7AC-AC3C-A9E3-515D561405B8}"/>
              </a:ext>
            </a:extLst>
          </p:cNvPr>
          <p:cNvSpPr/>
          <p:nvPr/>
        </p:nvSpPr>
        <p:spPr>
          <a:xfrm>
            <a:off x="13862024" y="5496607"/>
            <a:ext cx="4626468" cy="4575998"/>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4">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903505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COMPETENCIA(S) QUE DESARROLLAREMOS</a:t>
            </a:r>
            <a:endParaRPr lang="es-GT" sz="1400" b="0" i="0" u="none" strike="noStrike" cap="none" noProof="0" dirty="0">
              <a:solidFill>
                <a:srgbClr val="000000"/>
              </a:solidFill>
              <a:latin typeface="Impact"/>
              <a:ea typeface="Impact"/>
              <a:cs typeface="Impact"/>
              <a:sym typeface="Impact"/>
            </a:endParaRPr>
          </a:p>
        </p:txBody>
      </p:sp>
      <p:sp>
        <p:nvSpPr>
          <p:cNvPr id="147" name="Google Shape;147;p3"/>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49" name="Google Shape;149;p3" title="Gemini_Generated_Image_sfb0qdsfb0qdsfb0.png"/>
          <p:cNvPicPr preferRelativeResize="0"/>
          <p:nvPr/>
        </p:nvPicPr>
        <p:blipFill>
          <a:blip r:embed="rId4">
            <a:alphaModFix/>
          </a:blip>
          <a:stretch>
            <a:fillRect/>
          </a:stretch>
        </p:blipFill>
        <p:spPr>
          <a:xfrm>
            <a:off x="0" y="3113989"/>
            <a:ext cx="5234360" cy="7173012"/>
          </a:xfrm>
          <a:prstGeom prst="rect">
            <a:avLst/>
          </a:prstGeom>
          <a:noFill/>
          <a:ln>
            <a:noFill/>
          </a:ln>
        </p:spPr>
      </p:pic>
      <p:sp>
        <p:nvSpPr>
          <p:cNvPr id="146" name="Google Shape;146;p3"/>
          <p:cNvSpPr txBox="1"/>
          <p:nvPr/>
        </p:nvSpPr>
        <p:spPr>
          <a:xfrm>
            <a:off x="3340511" y="2787225"/>
            <a:ext cx="11606977" cy="3447098"/>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Clr>
                <a:srgbClr val="000000"/>
              </a:buClr>
              <a:buSzPts val="5199"/>
              <a:buFont typeface="Arial"/>
              <a:buNone/>
            </a:pPr>
            <a:r>
              <a:rPr lang="es-ES" sz="3200" b="1" i="0" u="none" strike="noStrike" cap="none" noProof="0" dirty="0">
                <a:solidFill>
                  <a:srgbClr val="131416"/>
                </a:solidFill>
                <a:latin typeface="Open Sans"/>
                <a:ea typeface="Open Sans"/>
                <a:cs typeface="Open Sans"/>
                <a:sym typeface="Open Sans"/>
              </a:rPr>
              <a:t>Analizar oportunidades críticas y de </a:t>
            </a:r>
            <a:r>
              <a:rPr lang="es-ES" sz="3200" b="1" i="0" u="sng" strike="noStrike" cap="none" noProof="0" dirty="0">
                <a:solidFill>
                  <a:srgbClr val="131416"/>
                </a:solidFill>
                <a:latin typeface="Open Sans"/>
                <a:ea typeface="Open Sans"/>
                <a:cs typeface="Open Sans"/>
                <a:sym typeface="Open Sans"/>
              </a:rPr>
              <a:t>gran</a:t>
            </a:r>
            <a:r>
              <a:rPr lang="es-ES" sz="3200" b="1" i="0" u="none" strike="noStrike" cap="none" noProof="0" dirty="0">
                <a:solidFill>
                  <a:srgbClr val="131416"/>
                </a:solidFill>
                <a:latin typeface="Open Sans"/>
                <a:ea typeface="Open Sans"/>
                <a:cs typeface="Open Sans"/>
                <a:sym typeface="Open Sans"/>
              </a:rPr>
              <a:t> valor en un entorno empresarial haciendo uso de matrices y árboles de decisión, así como herramientas para el análisis de datos para definir la mejor planificación y dirección empresarial</a:t>
            </a:r>
            <a:endParaRPr lang="es-GT" sz="32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5" name="Google Shape;155;p4"/>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Planeación</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Google Shape;71;g301c3c48f2b_0_0">
            <a:extLst>
              <a:ext uri="{FF2B5EF4-FFF2-40B4-BE49-F238E27FC236}">
                <a16:creationId xmlns:a16="http://schemas.microsoft.com/office/drawing/2014/main" id="{FD63BF6C-316B-8555-29C7-B1E44DD7BBA0}"/>
              </a:ext>
            </a:extLst>
          </p:cNvPr>
          <p:cNvSpPr txBox="1"/>
          <p:nvPr/>
        </p:nvSpPr>
        <p:spPr>
          <a:xfrm>
            <a:off x="170950" y="2159950"/>
            <a:ext cx="17310600" cy="2035800"/>
          </a:xfrm>
          <a:prstGeom prst="rect">
            <a:avLst/>
          </a:prstGeom>
          <a:noFill/>
          <a:ln>
            <a:noFill/>
          </a:ln>
        </p:spPr>
        <p:txBody>
          <a:bodyPr spcFirstLastPara="1" wrap="square" lIns="182850" tIns="182850" rIns="182850" bIns="182850" anchor="t" anchorCtr="0">
            <a:noAutofit/>
          </a:bodyPr>
          <a:lstStyle/>
          <a:p>
            <a:pPr algn="just"/>
            <a:r>
              <a:rPr lang="es" sz="3600" dirty="0">
                <a:solidFill>
                  <a:schemeClr val="dk1"/>
                </a:solidFill>
              </a:rPr>
              <a:t>La </a:t>
            </a:r>
            <a:r>
              <a:rPr lang="es" sz="3600" b="1" dirty="0">
                <a:solidFill>
                  <a:schemeClr val="dk1"/>
                </a:solidFill>
              </a:rPr>
              <a:t>planeación</a:t>
            </a:r>
            <a:r>
              <a:rPr lang="es" sz="3600" dirty="0">
                <a:solidFill>
                  <a:schemeClr val="dk1"/>
                </a:solidFill>
              </a:rPr>
              <a:t> es un proceso fundamental dentro de la administración y la toma de decisiones, que se utiliza para determinar las metas y objetivos de una organización, definir estrategias y establecer un plan para alcanzarlos.</a:t>
            </a:r>
            <a:endParaRPr sz="3600" dirty="0">
              <a:solidFill>
                <a:schemeClr val="dk2"/>
              </a:solidFill>
            </a:endParaRPr>
          </a:p>
        </p:txBody>
      </p:sp>
      <p:sp>
        <p:nvSpPr>
          <p:cNvPr id="4" name="Google Shape;72;g301c3c48f2b_0_0">
            <a:extLst>
              <a:ext uri="{FF2B5EF4-FFF2-40B4-BE49-F238E27FC236}">
                <a16:creationId xmlns:a16="http://schemas.microsoft.com/office/drawing/2014/main" id="{F963BEEC-45E6-0E9B-1CA4-8B4C708693CC}"/>
              </a:ext>
            </a:extLst>
          </p:cNvPr>
          <p:cNvSpPr txBox="1"/>
          <p:nvPr/>
        </p:nvSpPr>
        <p:spPr>
          <a:xfrm>
            <a:off x="310800" y="4475300"/>
            <a:ext cx="17170800" cy="24864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Definición de planeación: </a:t>
            </a:r>
            <a:r>
              <a:rPr lang="es" sz="3600" dirty="0">
                <a:solidFill>
                  <a:schemeClr val="dk1"/>
                </a:solidFill>
              </a:rPr>
              <a:t>La planeación es un proceso que implica </a:t>
            </a:r>
            <a:r>
              <a:rPr lang="es" sz="3600" b="1" dirty="0">
                <a:solidFill>
                  <a:schemeClr val="dk1"/>
                </a:solidFill>
              </a:rPr>
              <a:t>establecer objetivos</a:t>
            </a:r>
            <a:r>
              <a:rPr lang="es" sz="3600" dirty="0">
                <a:solidFill>
                  <a:schemeClr val="dk1"/>
                </a:solidFill>
              </a:rPr>
              <a:t>, determinar los recursos necesarios y diseñar las estrategias, políticas y acciones que se llevarán a cabo para lograrlos dentro de un período definido.</a:t>
            </a:r>
            <a:endParaRPr sz="3600" dirty="0">
              <a:solidFill>
                <a:schemeClr val="dk1"/>
              </a:solidFill>
            </a:endParaRPr>
          </a:p>
          <a:p>
            <a:pPr>
              <a:spcBef>
                <a:spcPts val="800"/>
              </a:spcBef>
            </a:pPr>
            <a:endParaRPr sz="3600" dirty="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E12B9790-6C2B-B37C-A697-13AFDA45454A}"/>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21F8887B-23EE-099B-30C7-15B16A82E40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78;g301c3c48f2b_0_7">
            <a:extLst>
              <a:ext uri="{FF2B5EF4-FFF2-40B4-BE49-F238E27FC236}">
                <a16:creationId xmlns:a16="http://schemas.microsoft.com/office/drawing/2014/main" id="{A9862E91-3B86-3BB3-730D-855354999ECB}"/>
              </a:ext>
            </a:extLst>
          </p:cNvPr>
          <p:cNvSpPr txBox="1"/>
          <p:nvPr/>
        </p:nvSpPr>
        <p:spPr>
          <a:xfrm>
            <a:off x="248650" y="2051200"/>
            <a:ext cx="17217600" cy="74898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Características principales</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b="1" dirty="0">
                <a:solidFill>
                  <a:schemeClr val="dk1"/>
                </a:solidFill>
              </a:rPr>
              <a:t>Orientada al futuro</a:t>
            </a:r>
            <a:r>
              <a:rPr lang="es" sz="3600" dirty="0">
                <a:solidFill>
                  <a:schemeClr val="dk1"/>
                </a:solidFill>
              </a:rPr>
              <a:t>: Se centra en anticipar necesidades, oportunidades y problemas.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Proceso sistemático</a:t>
            </a:r>
            <a:r>
              <a:rPr lang="es" sz="3600" dirty="0">
                <a:solidFill>
                  <a:schemeClr val="dk1"/>
                </a:solidFill>
              </a:rPr>
              <a:t>: Implica seguir un orden lógico y estructurado.</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Flexibilidad</a:t>
            </a:r>
            <a:r>
              <a:rPr lang="es" sz="3600" dirty="0">
                <a:solidFill>
                  <a:schemeClr val="dk1"/>
                </a:solidFill>
              </a:rPr>
              <a:t>: Debe adaptarse a los cambios del entorno.</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Toma de decisiones</a:t>
            </a:r>
            <a:r>
              <a:rPr lang="es" sz="3600" dirty="0">
                <a:solidFill>
                  <a:schemeClr val="dk1"/>
                </a:solidFill>
              </a:rPr>
              <a:t>: Requiere elegir entre varias alternativas disponibles.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Continuidad</a:t>
            </a:r>
            <a:r>
              <a:rPr lang="es" sz="3600" dirty="0">
                <a:solidFill>
                  <a:schemeClr val="dk1"/>
                </a:solidFill>
              </a:rPr>
              <a:t>: Es un proceso continuo y no un evento único.</a:t>
            </a:r>
            <a:endParaRPr sz="3600" dirty="0">
              <a:solidFill>
                <a:schemeClr val="dk1"/>
              </a:solidFill>
            </a:endParaRPr>
          </a:p>
          <a:p>
            <a:pPr algn="just">
              <a:spcBef>
                <a:spcPts val="2400"/>
              </a:spcBef>
            </a:pPr>
            <a:endParaRPr sz="3600" dirty="0">
              <a:solidFill>
                <a:schemeClr val="dk2"/>
              </a:solidFill>
            </a:endParaRPr>
          </a:p>
        </p:txBody>
      </p:sp>
    </p:spTree>
    <p:extLst>
      <p:ext uri="{BB962C8B-B14F-4D97-AF65-F5344CB8AC3E}">
        <p14:creationId xmlns:p14="http://schemas.microsoft.com/office/powerpoint/2010/main" val="2006078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44DACAB-0AAB-23C2-790B-6A78C28E71AB}"/>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65355AD2-A9DC-9EA0-638D-6793E91B08A3}"/>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84;g301c3c48f2b_0_14">
            <a:extLst>
              <a:ext uri="{FF2B5EF4-FFF2-40B4-BE49-F238E27FC236}">
                <a16:creationId xmlns:a16="http://schemas.microsoft.com/office/drawing/2014/main" id="{2901CE5D-5FF4-FCDF-A6AF-B0BED49DA8A3}"/>
              </a:ext>
            </a:extLst>
          </p:cNvPr>
          <p:cNvSpPr txBox="1"/>
          <p:nvPr/>
        </p:nvSpPr>
        <p:spPr>
          <a:xfrm>
            <a:off x="155400" y="1188600"/>
            <a:ext cx="17590200" cy="79098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Elementos clave de la planeación</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b="1" dirty="0">
                <a:solidFill>
                  <a:schemeClr val="dk1"/>
                </a:solidFill>
              </a:rPr>
              <a:t>Objetivos</a:t>
            </a:r>
            <a:r>
              <a:rPr lang="es" sz="3600" dirty="0">
                <a:solidFill>
                  <a:schemeClr val="dk1"/>
                </a:solidFill>
              </a:rPr>
              <a:t>: Lo que se desea lograr en un tiempo determinado. Deben ser específicos, medibles, alcanzables, relevantes y temporales (SMART).</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Estrategias</a:t>
            </a:r>
            <a:r>
              <a:rPr lang="es" sz="3600" dirty="0">
                <a:solidFill>
                  <a:schemeClr val="dk1"/>
                </a:solidFill>
              </a:rPr>
              <a:t>: Acciones generales que indican cómo se alcanzarán los objetivos.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Tácticas</a:t>
            </a:r>
            <a:r>
              <a:rPr lang="es" sz="3600" dirty="0">
                <a:solidFill>
                  <a:schemeClr val="dk1"/>
                </a:solidFill>
              </a:rPr>
              <a:t>: Planes más detallados y específicos que apoyan a las estrategias.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Recursos</a:t>
            </a:r>
            <a:r>
              <a:rPr lang="es" sz="3600" dirty="0">
                <a:solidFill>
                  <a:schemeClr val="dk1"/>
                </a:solidFill>
              </a:rPr>
              <a:t>: Elementos disponibles (humanos, financieros, materiales, tecnológicos) para implementar los planes.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Control y evaluación</a:t>
            </a:r>
            <a:r>
              <a:rPr lang="es" sz="3600" dirty="0">
                <a:solidFill>
                  <a:schemeClr val="dk1"/>
                </a:solidFill>
              </a:rPr>
              <a:t>: Seguimiento constante para verificar que las acciones se alinean con los objetivos.</a:t>
            </a:r>
            <a:endParaRPr sz="3600" dirty="0">
              <a:solidFill>
                <a:schemeClr val="dk1"/>
              </a:solidFill>
            </a:endParaRPr>
          </a:p>
          <a:p>
            <a:pPr algn="just">
              <a:spcBef>
                <a:spcPts val="2400"/>
              </a:spcBef>
            </a:pPr>
            <a:endParaRPr sz="3600" dirty="0">
              <a:solidFill>
                <a:schemeClr val="dk2"/>
              </a:solidFill>
            </a:endParaRPr>
          </a:p>
        </p:txBody>
      </p:sp>
    </p:spTree>
    <p:extLst>
      <p:ext uri="{BB962C8B-B14F-4D97-AF65-F5344CB8AC3E}">
        <p14:creationId xmlns:p14="http://schemas.microsoft.com/office/powerpoint/2010/main" val="4262706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3E8F1E3-A02A-0CC8-A1D1-B156A1537E1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B3D00DEF-172F-11BB-9C78-3DAEC998E657}"/>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90;g301c3c48f2b_0_21">
            <a:extLst>
              <a:ext uri="{FF2B5EF4-FFF2-40B4-BE49-F238E27FC236}">
                <a16:creationId xmlns:a16="http://schemas.microsoft.com/office/drawing/2014/main" id="{58CF0F96-5295-F7DD-FA14-A3342F99EFD6}"/>
              </a:ext>
            </a:extLst>
          </p:cNvPr>
          <p:cNvSpPr txBox="1"/>
          <p:nvPr/>
        </p:nvSpPr>
        <p:spPr>
          <a:xfrm>
            <a:off x="185700" y="1274250"/>
            <a:ext cx="17916600" cy="512655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Tipos de planeación</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b="1" dirty="0">
                <a:solidFill>
                  <a:schemeClr val="dk1"/>
                </a:solidFill>
              </a:rPr>
              <a:t>Estratégica</a:t>
            </a:r>
            <a:r>
              <a:rPr lang="es" sz="3600" dirty="0">
                <a:solidFill>
                  <a:schemeClr val="dk1"/>
                </a:solidFill>
              </a:rPr>
              <a:t>: A largo plazo, centrada en metas globales y en la misión de la organización.</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Táctica</a:t>
            </a:r>
            <a:r>
              <a:rPr lang="es" sz="3600" dirty="0">
                <a:solidFill>
                  <a:schemeClr val="dk1"/>
                </a:solidFill>
              </a:rPr>
              <a:t>: A mediano plazo, enfocada en áreas específicas o departamentos.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Operativa</a:t>
            </a:r>
            <a:r>
              <a:rPr lang="es" sz="3600" dirty="0">
                <a:solidFill>
                  <a:schemeClr val="dk1"/>
                </a:solidFill>
              </a:rPr>
              <a:t>: A corto plazo, detallada y orientada a las actividades diarias.</a:t>
            </a:r>
            <a:endParaRPr sz="3600" dirty="0">
              <a:solidFill>
                <a:schemeClr val="dk1"/>
              </a:solidFill>
            </a:endParaRPr>
          </a:p>
          <a:p>
            <a:pPr algn="just">
              <a:spcBef>
                <a:spcPts val="2400"/>
              </a:spcBef>
            </a:pPr>
            <a:endParaRPr sz="3600" dirty="0">
              <a:solidFill>
                <a:schemeClr val="dk2"/>
              </a:solidFill>
            </a:endParaRPr>
          </a:p>
        </p:txBody>
      </p:sp>
    </p:spTree>
    <p:extLst>
      <p:ext uri="{BB962C8B-B14F-4D97-AF65-F5344CB8AC3E}">
        <p14:creationId xmlns:p14="http://schemas.microsoft.com/office/powerpoint/2010/main" val="377531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55365FE-12BF-2994-FB6A-0324E52F27C2}"/>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7D5D5A02-56F6-886F-A5A4-1783708E7AA7}"/>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96;g301c3c48f2b_0_28">
            <a:extLst>
              <a:ext uri="{FF2B5EF4-FFF2-40B4-BE49-F238E27FC236}">
                <a16:creationId xmlns:a16="http://schemas.microsoft.com/office/drawing/2014/main" id="{749B7752-0F0F-A33C-21C6-70FA9FEBF48A}"/>
              </a:ext>
            </a:extLst>
          </p:cNvPr>
          <p:cNvSpPr txBox="1"/>
          <p:nvPr/>
        </p:nvSpPr>
        <p:spPr>
          <a:xfrm>
            <a:off x="155400" y="1802550"/>
            <a:ext cx="17434800" cy="80184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Importancia de la planeación</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b="1" dirty="0">
                <a:solidFill>
                  <a:schemeClr val="dk1"/>
                </a:solidFill>
              </a:rPr>
              <a:t>Define un rumbo claro</a:t>
            </a:r>
            <a:r>
              <a:rPr lang="es" sz="3600" dirty="0">
                <a:solidFill>
                  <a:schemeClr val="dk1"/>
                </a:solidFill>
              </a:rPr>
              <a:t> para las acciones organizacionales.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Optimiza el uso de recursos</a:t>
            </a:r>
            <a:r>
              <a:rPr lang="es" sz="3600" dirty="0">
                <a:solidFill>
                  <a:schemeClr val="dk1"/>
                </a:solidFill>
              </a:rPr>
              <a:t>.</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Reduce incertidumbre</a:t>
            </a:r>
            <a:r>
              <a:rPr lang="es" sz="3600" dirty="0">
                <a:solidFill>
                  <a:schemeClr val="dk1"/>
                </a:solidFill>
              </a:rPr>
              <a:t> al anticipar problemas y preparar soluciones.</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Facilita la coordinación</a:t>
            </a:r>
            <a:r>
              <a:rPr lang="es" sz="3600" dirty="0">
                <a:solidFill>
                  <a:schemeClr val="dk1"/>
                </a:solidFill>
              </a:rPr>
              <a:t> entre las diferentes áreas de la organización.</a:t>
            </a:r>
            <a:endParaRPr sz="3600" dirty="0">
              <a:solidFill>
                <a:schemeClr val="dk1"/>
              </a:solidFill>
            </a:endParaRPr>
          </a:p>
          <a:p>
            <a:pPr marL="914400" indent="-685800" algn="just">
              <a:lnSpc>
                <a:spcPct val="115000"/>
              </a:lnSpc>
              <a:buClr>
                <a:schemeClr val="dk1"/>
              </a:buClr>
              <a:buSzPts val="1800"/>
              <a:buChar char="●"/>
            </a:pPr>
            <a:r>
              <a:rPr lang="es" sz="3600" b="1" dirty="0">
                <a:solidFill>
                  <a:schemeClr val="dk1"/>
                </a:solidFill>
              </a:rPr>
              <a:t>Incrementa la efectividad</a:t>
            </a:r>
            <a:r>
              <a:rPr lang="es" sz="3600" dirty="0">
                <a:solidFill>
                  <a:schemeClr val="dk1"/>
                </a:solidFill>
              </a:rPr>
              <a:t> en la consecución de metas.</a:t>
            </a:r>
            <a:endParaRPr sz="3600" dirty="0">
              <a:solidFill>
                <a:schemeClr val="dk1"/>
              </a:solidFill>
            </a:endParaRPr>
          </a:p>
          <a:p>
            <a:pPr algn="just">
              <a:spcBef>
                <a:spcPts val="2400"/>
              </a:spcBef>
            </a:pPr>
            <a:endParaRPr sz="3600" dirty="0">
              <a:solidFill>
                <a:schemeClr val="dk2"/>
              </a:solidFill>
            </a:endParaRPr>
          </a:p>
        </p:txBody>
      </p:sp>
    </p:spTree>
    <p:extLst>
      <p:ext uri="{BB962C8B-B14F-4D97-AF65-F5344CB8AC3E}">
        <p14:creationId xmlns:p14="http://schemas.microsoft.com/office/powerpoint/2010/main" val="1543970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AE47C57-8DF9-3073-ACFD-CD45861B1809}"/>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43FD946D-C6A6-E815-76D1-6E9ABDEE374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02;g301c3c48f2b_0_35">
            <a:extLst>
              <a:ext uri="{FF2B5EF4-FFF2-40B4-BE49-F238E27FC236}">
                <a16:creationId xmlns:a16="http://schemas.microsoft.com/office/drawing/2014/main" id="{20A98001-9B53-5188-334D-0B1EB585FBE3}"/>
              </a:ext>
            </a:extLst>
          </p:cNvPr>
          <p:cNvSpPr txBox="1"/>
          <p:nvPr/>
        </p:nvSpPr>
        <p:spPr>
          <a:xfrm>
            <a:off x="110653" y="381041"/>
            <a:ext cx="17792400" cy="82668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Proceso de planeación</a:t>
            </a:r>
            <a:endParaRPr sz="3600" b="1" dirty="0">
              <a:solidFill>
                <a:schemeClr val="dk1"/>
              </a:solidFill>
            </a:endParaRPr>
          </a:p>
          <a:p>
            <a:pPr marL="914400" indent="-685800" algn="just">
              <a:lnSpc>
                <a:spcPct val="115000"/>
              </a:lnSpc>
              <a:spcBef>
                <a:spcPts val="2400"/>
              </a:spcBef>
              <a:buClr>
                <a:schemeClr val="dk1"/>
              </a:buClr>
              <a:buSzPts val="1800"/>
              <a:buAutoNum type="arabicPeriod"/>
            </a:pPr>
            <a:r>
              <a:rPr lang="es" sz="3600" b="1" dirty="0">
                <a:solidFill>
                  <a:schemeClr val="dk1"/>
                </a:solidFill>
              </a:rPr>
              <a:t>Definición de metas y objetivos</a:t>
            </a:r>
            <a:r>
              <a:rPr lang="es" sz="3600" dirty="0">
                <a:solidFill>
                  <a:schemeClr val="dk1"/>
                </a:solidFill>
              </a:rPr>
              <a:t>.</a:t>
            </a:r>
            <a:endParaRPr sz="3600" dirty="0">
              <a:solidFill>
                <a:schemeClr val="dk1"/>
              </a:solidFill>
            </a:endParaRPr>
          </a:p>
          <a:p>
            <a:pPr marL="914400" indent="-685800" algn="just">
              <a:lnSpc>
                <a:spcPct val="115000"/>
              </a:lnSpc>
              <a:buClr>
                <a:schemeClr val="dk1"/>
              </a:buClr>
              <a:buSzPts val="1800"/>
              <a:buAutoNum type="arabicPeriod"/>
            </a:pPr>
            <a:r>
              <a:rPr lang="es" sz="3600" b="1" dirty="0">
                <a:solidFill>
                  <a:schemeClr val="dk1"/>
                </a:solidFill>
              </a:rPr>
              <a:t>Análisis de la situación actual</a:t>
            </a:r>
            <a:r>
              <a:rPr lang="es" sz="3600" dirty="0">
                <a:solidFill>
                  <a:schemeClr val="dk1"/>
                </a:solidFill>
              </a:rPr>
              <a:t> (evaluación interna y externa).</a:t>
            </a:r>
            <a:endParaRPr sz="3600" dirty="0">
              <a:solidFill>
                <a:schemeClr val="dk1"/>
              </a:solidFill>
            </a:endParaRPr>
          </a:p>
          <a:p>
            <a:pPr marL="914400" indent="-685800" algn="just">
              <a:lnSpc>
                <a:spcPct val="115000"/>
              </a:lnSpc>
              <a:buClr>
                <a:schemeClr val="dk1"/>
              </a:buClr>
              <a:buSzPts val="1800"/>
              <a:buAutoNum type="arabicPeriod"/>
            </a:pPr>
            <a:r>
              <a:rPr lang="es" sz="3600" b="1" dirty="0">
                <a:solidFill>
                  <a:schemeClr val="dk1"/>
                </a:solidFill>
              </a:rPr>
              <a:t>Identificación de alternativas y estrategias posibles</a:t>
            </a:r>
            <a:r>
              <a:rPr lang="es" sz="3600" dirty="0">
                <a:solidFill>
                  <a:schemeClr val="dk1"/>
                </a:solidFill>
              </a:rPr>
              <a:t>.</a:t>
            </a:r>
            <a:endParaRPr sz="3600" dirty="0">
              <a:solidFill>
                <a:schemeClr val="dk1"/>
              </a:solidFill>
            </a:endParaRPr>
          </a:p>
          <a:p>
            <a:pPr marL="914400" indent="-685800" algn="just">
              <a:lnSpc>
                <a:spcPct val="115000"/>
              </a:lnSpc>
              <a:buClr>
                <a:schemeClr val="dk1"/>
              </a:buClr>
              <a:buSzPts val="1800"/>
              <a:buAutoNum type="arabicPeriod"/>
            </a:pPr>
            <a:r>
              <a:rPr lang="es" sz="3600" b="1" dirty="0">
                <a:solidFill>
                  <a:schemeClr val="dk1"/>
                </a:solidFill>
              </a:rPr>
              <a:t>Evaluación y selección de estrategias</a:t>
            </a:r>
            <a:r>
              <a:rPr lang="es" sz="3600" dirty="0">
                <a:solidFill>
                  <a:schemeClr val="dk1"/>
                </a:solidFill>
              </a:rPr>
              <a:t>.</a:t>
            </a:r>
            <a:endParaRPr sz="3600" dirty="0">
              <a:solidFill>
                <a:schemeClr val="dk1"/>
              </a:solidFill>
            </a:endParaRPr>
          </a:p>
          <a:p>
            <a:pPr marL="914400" indent="-685800" algn="just">
              <a:lnSpc>
                <a:spcPct val="115000"/>
              </a:lnSpc>
              <a:buClr>
                <a:schemeClr val="dk1"/>
              </a:buClr>
              <a:buSzPts val="1800"/>
              <a:buAutoNum type="arabicPeriod"/>
            </a:pPr>
            <a:r>
              <a:rPr lang="es" sz="3600" b="1" dirty="0">
                <a:solidFill>
                  <a:schemeClr val="dk1"/>
                </a:solidFill>
              </a:rPr>
              <a:t>Elaboración del plan detallado</a:t>
            </a:r>
            <a:r>
              <a:rPr lang="es" sz="3600" dirty="0">
                <a:solidFill>
                  <a:schemeClr val="dk1"/>
                </a:solidFill>
              </a:rPr>
              <a:t>.</a:t>
            </a:r>
            <a:endParaRPr sz="3600" dirty="0">
              <a:solidFill>
                <a:schemeClr val="dk1"/>
              </a:solidFill>
            </a:endParaRPr>
          </a:p>
          <a:p>
            <a:pPr marL="914400" indent="-685800" algn="just">
              <a:lnSpc>
                <a:spcPct val="115000"/>
              </a:lnSpc>
              <a:buClr>
                <a:schemeClr val="dk1"/>
              </a:buClr>
              <a:buSzPts val="1800"/>
              <a:buAutoNum type="arabicPeriod"/>
            </a:pPr>
            <a:r>
              <a:rPr lang="es" sz="3600" b="1" dirty="0">
                <a:solidFill>
                  <a:schemeClr val="dk1"/>
                </a:solidFill>
              </a:rPr>
              <a:t>Implementación</a:t>
            </a:r>
            <a:r>
              <a:rPr lang="es" sz="3600" dirty="0">
                <a:solidFill>
                  <a:schemeClr val="dk1"/>
                </a:solidFill>
              </a:rPr>
              <a:t>.</a:t>
            </a:r>
            <a:endParaRPr sz="3600" dirty="0">
              <a:solidFill>
                <a:schemeClr val="dk1"/>
              </a:solidFill>
            </a:endParaRPr>
          </a:p>
          <a:p>
            <a:pPr marL="914400" indent="-685800" algn="just">
              <a:lnSpc>
                <a:spcPct val="115000"/>
              </a:lnSpc>
              <a:buClr>
                <a:schemeClr val="dk1"/>
              </a:buClr>
              <a:buSzPts val="1800"/>
              <a:buAutoNum type="arabicPeriod"/>
            </a:pPr>
            <a:r>
              <a:rPr lang="es" sz="3600" b="1" dirty="0">
                <a:solidFill>
                  <a:schemeClr val="dk1"/>
                </a:solidFill>
              </a:rPr>
              <a:t>Control y retroalimentación</a:t>
            </a:r>
            <a:r>
              <a:rPr lang="es" sz="3600" dirty="0">
                <a:solidFill>
                  <a:schemeClr val="dk1"/>
                </a:solidFill>
              </a:rPr>
              <a:t> para ajustes futuros.</a:t>
            </a:r>
            <a:endParaRPr sz="3600" dirty="0">
              <a:solidFill>
                <a:schemeClr val="dk1"/>
              </a:solidFill>
            </a:endParaRPr>
          </a:p>
          <a:p>
            <a:pPr algn="just">
              <a:lnSpc>
                <a:spcPct val="115000"/>
              </a:lnSpc>
              <a:spcBef>
                <a:spcPts val="2400"/>
              </a:spcBef>
              <a:spcAft>
                <a:spcPts val="2400"/>
              </a:spcAft>
              <a:buClr>
                <a:schemeClr val="dk1"/>
              </a:buClr>
              <a:buSzPts val="1100"/>
            </a:pPr>
            <a:r>
              <a:rPr lang="es" sz="3600" dirty="0">
                <a:solidFill>
                  <a:schemeClr val="dk1"/>
                </a:solidFill>
              </a:rPr>
              <a:t>La planeación es un pilar fundamental para el éxito en cualquier ámbito, desde proyectos individuales hasta grandes organizaciones.</a:t>
            </a:r>
            <a:endParaRPr sz="3600" dirty="0">
              <a:solidFill>
                <a:schemeClr val="dk1"/>
              </a:solidFill>
            </a:endParaRPr>
          </a:p>
        </p:txBody>
      </p:sp>
    </p:spTree>
    <p:extLst>
      <p:ext uri="{BB962C8B-B14F-4D97-AF65-F5344CB8AC3E}">
        <p14:creationId xmlns:p14="http://schemas.microsoft.com/office/powerpoint/2010/main" val="2279126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3232EA8-5389-515D-0ABD-C9E93EE0F4FF}"/>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B3AE5123-DA49-508E-742C-D85B94EEBC1D}"/>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Control</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E0BDE5E8-F2CA-D494-5CA2-35B54A392831}"/>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09;g301c3c48f2b_0_42">
            <a:extLst>
              <a:ext uri="{FF2B5EF4-FFF2-40B4-BE49-F238E27FC236}">
                <a16:creationId xmlns:a16="http://schemas.microsoft.com/office/drawing/2014/main" id="{6F33340F-EE3B-4E4C-58E3-9E2125791F03}"/>
              </a:ext>
            </a:extLst>
          </p:cNvPr>
          <p:cNvSpPr txBox="1"/>
          <p:nvPr/>
        </p:nvSpPr>
        <p:spPr>
          <a:xfrm>
            <a:off x="47400" y="1460700"/>
            <a:ext cx="18193200" cy="84378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400"/>
              </a:spcBef>
              <a:buClr>
                <a:schemeClr val="dk1"/>
              </a:buClr>
              <a:buSzPts val="1100"/>
            </a:pPr>
            <a:r>
              <a:rPr lang="es" sz="3200" dirty="0">
                <a:solidFill>
                  <a:schemeClr val="dk1"/>
                </a:solidFill>
              </a:rPr>
              <a:t>El control es el </a:t>
            </a:r>
            <a:r>
              <a:rPr lang="es" sz="3200" b="1" dirty="0">
                <a:solidFill>
                  <a:schemeClr val="dk1"/>
                </a:solidFill>
              </a:rPr>
              <a:t>proceso de supervisión y evaluación</a:t>
            </a:r>
            <a:r>
              <a:rPr lang="es" sz="3200" dirty="0">
                <a:solidFill>
                  <a:schemeClr val="dk1"/>
                </a:solidFill>
              </a:rPr>
              <a:t> que asegura que las actividades planeadas se ejecuten conforme a lo establecido. Ayuda a identificar y corregir desviaciones.</a:t>
            </a:r>
            <a:endParaRPr sz="3200" dirty="0">
              <a:solidFill>
                <a:schemeClr val="dk1"/>
              </a:solidFill>
            </a:endParaRPr>
          </a:p>
          <a:p>
            <a:pPr algn="just">
              <a:lnSpc>
                <a:spcPct val="115000"/>
              </a:lnSpc>
              <a:spcBef>
                <a:spcPts val="2800"/>
              </a:spcBef>
              <a:buClr>
                <a:schemeClr val="dk1"/>
              </a:buClr>
              <a:buSzPts val="1100"/>
            </a:pPr>
            <a:r>
              <a:rPr lang="es" sz="3200" b="1" dirty="0">
                <a:solidFill>
                  <a:schemeClr val="dk1"/>
                </a:solidFill>
              </a:rPr>
              <a:t>Características del control:</a:t>
            </a:r>
            <a:endParaRPr sz="3200" b="1" dirty="0">
              <a:solidFill>
                <a:schemeClr val="dk1"/>
              </a:solidFill>
            </a:endParaRPr>
          </a:p>
          <a:p>
            <a:pPr marL="914400" indent="-685800" algn="just">
              <a:lnSpc>
                <a:spcPct val="115000"/>
              </a:lnSpc>
              <a:spcBef>
                <a:spcPts val="2400"/>
              </a:spcBef>
              <a:buClr>
                <a:schemeClr val="dk1"/>
              </a:buClr>
              <a:buSzPts val="1800"/>
              <a:buChar char="●"/>
            </a:pPr>
            <a:r>
              <a:rPr lang="es" sz="3200" b="1" dirty="0">
                <a:solidFill>
                  <a:schemeClr val="dk1"/>
                </a:solidFill>
              </a:rPr>
              <a:t>Comparación de resultados:</a:t>
            </a:r>
            <a:r>
              <a:rPr lang="es" sz="3200" dirty="0">
                <a:solidFill>
                  <a:schemeClr val="dk1"/>
                </a:solidFill>
              </a:rPr>
              <a:t> Evalúa las metas planificadas contra los resultados obtenidos.</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Identificación de desviaciones:</a:t>
            </a:r>
            <a:r>
              <a:rPr lang="es" sz="3200" dirty="0">
                <a:solidFill>
                  <a:schemeClr val="dk1"/>
                </a:solidFill>
              </a:rPr>
              <a:t> Detecta problemas o áreas en las que el desempeño no cumple con lo esperado.</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Acción correctiva:</a:t>
            </a:r>
            <a:r>
              <a:rPr lang="es" sz="3200" dirty="0">
                <a:solidFill>
                  <a:schemeClr val="dk1"/>
                </a:solidFill>
              </a:rPr>
              <a:t> Propone ajustes o medidas para corregir errores.</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Proceso continuo:</a:t>
            </a:r>
            <a:r>
              <a:rPr lang="es" sz="3200" dirty="0">
                <a:solidFill>
                  <a:schemeClr val="dk1"/>
                </a:solidFill>
              </a:rPr>
              <a:t> El control se lleva a cabo a lo largo de toda la ejecución de las actividades.</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Indicadores clave:</a:t>
            </a:r>
            <a:r>
              <a:rPr lang="es" sz="3200" dirty="0">
                <a:solidFill>
                  <a:schemeClr val="dk1"/>
                </a:solidFill>
              </a:rPr>
              <a:t> Utiliza métricas específicas para medir el desempeño.</a:t>
            </a:r>
            <a:endParaRPr sz="3200" dirty="0">
              <a:solidFill>
                <a:schemeClr val="dk1"/>
              </a:solidFill>
            </a:endParaRPr>
          </a:p>
          <a:p>
            <a:pPr algn="just">
              <a:spcBef>
                <a:spcPts val="2400"/>
              </a:spcBef>
            </a:pPr>
            <a:endParaRPr sz="3600" dirty="0">
              <a:solidFill>
                <a:schemeClr val="dk2"/>
              </a:solidFill>
            </a:endParaRPr>
          </a:p>
        </p:txBody>
      </p:sp>
    </p:spTree>
    <p:extLst>
      <p:ext uri="{BB962C8B-B14F-4D97-AF65-F5344CB8AC3E}">
        <p14:creationId xmlns:p14="http://schemas.microsoft.com/office/powerpoint/2010/main" val="9240765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856D525-3CF6-2638-78CC-98ED68349B5F}"/>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3A26522E-0A19-FEA8-D1D2-450F9AE4CDD8}"/>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15;g301c3c48f2b_0_49">
            <a:extLst>
              <a:ext uri="{FF2B5EF4-FFF2-40B4-BE49-F238E27FC236}">
                <a16:creationId xmlns:a16="http://schemas.microsoft.com/office/drawing/2014/main" id="{2764235F-4BD9-8751-B00D-31160FBE07A1}"/>
              </a:ext>
            </a:extLst>
          </p:cNvPr>
          <p:cNvSpPr txBox="1"/>
          <p:nvPr/>
        </p:nvSpPr>
        <p:spPr>
          <a:xfrm>
            <a:off x="31100" y="1693800"/>
            <a:ext cx="18010200" cy="83910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Pasos en el proceso de control:</a:t>
            </a:r>
            <a:endParaRPr sz="3600" b="1" dirty="0">
              <a:solidFill>
                <a:schemeClr val="dk1"/>
              </a:solidFill>
            </a:endParaRPr>
          </a:p>
          <a:p>
            <a:pPr marL="914400" indent="-685800" algn="just">
              <a:lnSpc>
                <a:spcPct val="115000"/>
              </a:lnSpc>
              <a:spcBef>
                <a:spcPts val="2400"/>
              </a:spcBef>
              <a:buClr>
                <a:schemeClr val="dk1"/>
              </a:buClr>
              <a:buSzPts val="1800"/>
              <a:buAutoNum type="arabicPeriod"/>
            </a:pPr>
            <a:r>
              <a:rPr lang="es" sz="3600" dirty="0">
                <a:solidFill>
                  <a:schemeClr val="dk1"/>
                </a:solidFill>
              </a:rPr>
              <a:t>Establecer estándares de desempeño.</a:t>
            </a:r>
            <a:endParaRPr sz="3600" dirty="0">
              <a:solidFill>
                <a:schemeClr val="dk1"/>
              </a:solidFill>
            </a:endParaRPr>
          </a:p>
          <a:p>
            <a:pPr marL="914400" indent="-685800" algn="just">
              <a:lnSpc>
                <a:spcPct val="115000"/>
              </a:lnSpc>
              <a:buClr>
                <a:schemeClr val="dk1"/>
              </a:buClr>
              <a:buSzPts val="1800"/>
              <a:buAutoNum type="arabicPeriod"/>
            </a:pPr>
            <a:r>
              <a:rPr lang="es" sz="3600" dirty="0">
                <a:solidFill>
                  <a:schemeClr val="dk1"/>
                </a:solidFill>
              </a:rPr>
              <a:t>Medir resultados reales.</a:t>
            </a:r>
            <a:endParaRPr sz="3600" dirty="0">
              <a:solidFill>
                <a:schemeClr val="dk1"/>
              </a:solidFill>
            </a:endParaRPr>
          </a:p>
          <a:p>
            <a:pPr marL="914400" indent="-685800" algn="just">
              <a:lnSpc>
                <a:spcPct val="115000"/>
              </a:lnSpc>
              <a:buClr>
                <a:schemeClr val="dk1"/>
              </a:buClr>
              <a:buSzPts val="1800"/>
              <a:buAutoNum type="arabicPeriod"/>
            </a:pPr>
            <a:r>
              <a:rPr lang="es" sz="3600" dirty="0">
                <a:solidFill>
                  <a:schemeClr val="dk1"/>
                </a:solidFill>
              </a:rPr>
              <a:t>Comparar los resultados con los estándares establecidos.</a:t>
            </a:r>
            <a:endParaRPr sz="3600" dirty="0">
              <a:solidFill>
                <a:schemeClr val="dk1"/>
              </a:solidFill>
            </a:endParaRPr>
          </a:p>
          <a:p>
            <a:pPr marL="914400" indent="-685800" algn="just">
              <a:lnSpc>
                <a:spcPct val="115000"/>
              </a:lnSpc>
              <a:buClr>
                <a:schemeClr val="dk1"/>
              </a:buClr>
              <a:buSzPts val="1800"/>
              <a:buAutoNum type="arabicPeriod"/>
            </a:pPr>
            <a:r>
              <a:rPr lang="es" sz="3600" dirty="0">
                <a:solidFill>
                  <a:schemeClr val="dk1"/>
                </a:solidFill>
              </a:rPr>
              <a:t>Tomar acciones correctivas si es necesario.</a:t>
            </a:r>
            <a:endParaRPr sz="3600" dirty="0">
              <a:solidFill>
                <a:schemeClr val="dk1"/>
              </a:solidFill>
            </a:endParaRPr>
          </a:p>
        </p:txBody>
      </p:sp>
    </p:spTree>
    <p:extLst>
      <p:ext uri="{BB962C8B-B14F-4D97-AF65-F5344CB8AC3E}">
        <p14:creationId xmlns:p14="http://schemas.microsoft.com/office/powerpoint/2010/main" val="2811304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DD60C45-693F-D750-5B38-FEC68CE4F599}"/>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ED67B040-074C-D3C2-9CF3-1235507543DA}"/>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Dirección</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90CD3A0F-25F2-71A6-6CDF-FC18B0E02C2C}"/>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22;g2d853e9ab94_0_26">
            <a:extLst>
              <a:ext uri="{FF2B5EF4-FFF2-40B4-BE49-F238E27FC236}">
                <a16:creationId xmlns:a16="http://schemas.microsoft.com/office/drawing/2014/main" id="{CE35910E-D8CB-0089-94DC-652362491717}"/>
              </a:ext>
            </a:extLst>
          </p:cNvPr>
          <p:cNvSpPr txBox="1"/>
          <p:nvPr/>
        </p:nvSpPr>
        <p:spPr>
          <a:xfrm>
            <a:off x="146700" y="1398500"/>
            <a:ext cx="17994600" cy="82824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400"/>
              </a:spcBef>
              <a:buClr>
                <a:schemeClr val="dk1"/>
              </a:buClr>
              <a:buSzPts val="1100"/>
            </a:pPr>
            <a:r>
              <a:rPr lang="es" sz="3200" dirty="0">
                <a:solidFill>
                  <a:schemeClr val="dk1"/>
                </a:solidFill>
              </a:rPr>
              <a:t>La dirección es el proceso de </a:t>
            </a:r>
            <a:r>
              <a:rPr lang="es" sz="3200" b="1" dirty="0">
                <a:solidFill>
                  <a:schemeClr val="dk1"/>
                </a:solidFill>
              </a:rPr>
              <a:t>liderar, motivar y coordinar</a:t>
            </a:r>
            <a:r>
              <a:rPr lang="es" sz="3200" dirty="0">
                <a:solidFill>
                  <a:schemeClr val="dk1"/>
                </a:solidFill>
              </a:rPr>
              <a:t> a las personas dentro de una organización para lograr los objetivos establecidos. Se centra en guiar al personal hacia el cumplimiento de las metas planeadas.</a:t>
            </a:r>
            <a:endParaRPr sz="3200" dirty="0">
              <a:solidFill>
                <a:schemeClr val="dk1"/>
              </a:solidFill>
            </a:endParaRPr>
          </a:p>
          <a:p>
            <a:pPr algn="just">
              <a:lnSpc>
                <a:spcPct val="115000"/>
              </a:lnSpc>
              <a:spcBef>
                <a:spcPts val="2800"/>
              </a:spcBef>
              <a:buClr>
                <a:schemeClr val="dk1"/>
              </a:buClr>
              <a:buSzPts val="1100"/>
            </a:pPr>
            <a:r>
              <a:rPr lang="es" sz="3200" b="1" dirty="0">
                <a:solidFill>
                  <a:schemeClr val="dk1"/>
                </a:solidFill>
              </a:rPr>
              <a:t>Características de la dirección:</a:t>
            </a:r>
            <a:endParaRPr sz="3200" b="1" dirty="0">
              <a:solidFill>
                <a:schemeClr val="dk1"/>
              </a:solidFill>
            </a:endParaRPr>
          </a:p>
          <a:p>
            <a:pPr marL="914400" indent="-685800" algn="just">
              <a:lnSpc>
                <a:spcPct val="115000"/>
              </a:lnSpc>
              <a:spcBef>
                <a:spcPts val="2400"/>
              </a:spcBef>
              <a:buClr>
                <a:schemeClr val="dk1"/>
              </a:buClr>
              <a:buSzPts val="1800"/>
              <a:buChar char="●"/>
            </a:pPr>
            <a:r>
              <a:rPr lang="es" sz="3200" b="1" dirty="0">
                <a:solidFill>
                  <a:schemeClr val="dk1"/>
                </a:solidFill>
              </a:rPr>
              <a:t>Liderazgo:</a:t>
            </a:r>
            <a:r>
              <a:rPr lang="es" sz="3200" dirty="0">
                <a:solidFill>
                  <a:schemeClr val="dk1"/>
                </a:solidFill>
              </a:rPr>
              <a:t> Es fundamental para influir en las personas y orientarlas hacia los objetivos.</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Comunicación:</a:t>
            </a:r>
            <a:r>
              <a:rPr lang="es" sz="3200" dirty="0">
                <a:solidFill>
                  <a:schemeClr val="dk1"/>
                </a:solidFill>
              </a:rPr>
              <a:t> La transmisión efectiva de información y directrices es clave.</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Motivación:</a:t>
            </a:r>
            <a:r>
              <a:rPr lang="es" sz="3200" dirty="0">
                <a:solidFill>
                  <a:schemeClr val="dk1"/>
                </a:solidFill>
              </a:rPr>
              <a:t> Fomenta la participación activa y el compromiso del equipo de trabajo.</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Toma de decisiones:</a:t>
            </a:r>
            <a:r>
              <a:rPr lang="es" sz="3200" dirty="0">
                <a:solidFill>
                  <a:schemeClr val="dk1"/>
                </a:solidFill>
              </a:rPr>
              <a:t> Implica elegir la mejor alternativa en diferentes situaciones.</a:t>
            </a:r>
            <a:endParaRPr sz="3200" dirty="0">
              <a:solidFill>
                <a:schemeClr val="dk1"/>
              </a:solidFill>
            </a:endParaRPr>
          </a:p>
          <a:p>
            <a:pPr marL="914400" indent="-685800" algn="just">
              <a:lnSpc>
                <a:spcPct val="115000"/>
              </a:lnSpc>
              <a:buClr>
                <a:schemeClr val="dk1"/>
              </a:buClr>
              <a:buSzPts val="1800"/>
              <a:buChar char="●"/>
            </a:pPr>
            <a:r>
              <a:rPr lang="es" sz="3200" b="1" dirty="0">
                <a:solidFill>
                  <a:schemeClr val="dk1"/>
                </a:solidFill>
              </a:rPr>
              <a:t>Coordinación:</a:t>
            </a:r>
            <a:r>
              <a:rPr lang="es" sz="3200" dirty="0">
                <a:solidFill>
                  <a:schemeClr val="dk1"/>
                </a:solidFill>
              </a:rPr>
              <a:t> Integra las acciones de las personas y áreas para garantizar coherencia en el cumplimiento de metas.</a:t>
            </a:r>
            <a:endParaRPr sz="3200" dirty="0">
              <a:solidFill>
                <a:schemeClr val="dk1"/>
              </a:solidFill>
            </a:endParaRPr>
          </a:p>
          <a:p>
            <a:pPr algn="just">
              <a:spcBef>
                <a:spcPts val="2400"/>
              </a:spcBef>
            </a:pPr>
            <a:endParaRPr sz="3600" dirty="0">
              <a:solidFill>
                <a:schemeClr val="dk1"/>
              </a:solidFill>
            </a:endParaRPr>
          </a:p>
        </p:txBody>
      </p:sp>
    </p:spTree>
    <p:extLst>
      <p:ext uri="{BB962C8B-B14F-4D97-AF65-F5344CB8AC3E}">
        <p14:creationId xmlns:p14="http://schemas.microsoft.com/office/powerpoint/2010/main" val="2080733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9FAC268-F129-73EA-72C2-CDAFE6248EE9}"/>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C7FCC3CA-1F4B-ED5B-4F5B-A4134B1E9D6B}"/>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28;g2d853e9ab94_0_31">
            <a:extLst>
              <a:ext uri="{FF2B5EF4-FFF2-40B4-BE49-F238E27FC236}">
                <a16:creationId xmlns:a16="http://schemas.microsoft.com/office/drawing/2014/main" id="{F204B11C-AC00-BF70-AB7B-8D18DE075CAF}"/>
              </a:ext>
            </a:extLst>
          </p:cNvPr>
          <p:cNvSpPr txBox="1"/>
          <p:nvPr/>
        </p:nvSpPr>
        <p:spPr>
          <a:xfrm>
            <a:off x="0" y="776096"/>
            <a:ext cx="18010200" cy="83910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Relación entre planeación, control y dirección:</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dirty="0">
                <a:solidFill>
                  <a:schemeClr val="dk1"/>
                </a:solidFill>
              </a:rPr>
              <a:t>La </a:t>
            </a:r>
            <a:r>
              <a:rPr lang="es" sz="3600" b="1" dirty="0">
                <a:solidFill>
                  <a:schemeClr val="dk1"/>
                </a:solidFill>
              </a:rPr>
              <a:t>planeación</a:t>
            </a:r>
            <a:r>
              <a:rPr lang="es" sz="3600" dirty="0">
                <a:solidFill>
                  <a:schemeClr val="dk1"/>
                </a:solidFill>
              </a:rPr>
              <a:t> establece el "qué" y el "cómo" de las acciones a realizar.</a:t>
            </a:r>
            <a:endParaRPr sz="3600" dirty="0">
              <a:solidFill>
                <a:schemeClr val="dk1"/>
              </a:solidFill>
            </a:endParaRPr>
          </a:p>
          <a:p>
            <a:pPr marL="914400" indent="-685800" algn="just">
              <a:lnSpc>
                <a:spcPct val="115000"/>
              </a:lnSpc>
              <a:buClr>
                <a:schemeClr val="dk1"/>
              </a:buClr>
              <a:buSzPts val="1800"/>
              <a:buChar char="●"/>
            </a:pPr>
            <a:r>
              <a:rPr lang="es" sz="3600" dirty="0">
                <a:solidFill>
                  <a:schemeClr val="dk1"/>
                </a:solidFill>
              </a:rPr>
              <a:t>La </a:t>
            </a:r>
            <a:r>
              <a:rPr lang="es" sz="3600" b="1" dirty="0">
                <a:solidFill>
                  <a:schemeClr val="dk1"/>
                </a:solidFill>
              </a:rPr>
              <a:t>dirección</a:t>
            </a:r>
            <a:r>
              <a:rPr lang="es" sz="3600" dirty="0">
                <a:solidFill>
                  <a:schemeClr val="dk1"/>
                </a:solidFill>
              </a:rPr>
              <a:t> convierte esas acciones en realidad al coordinar y motivar a las personas.</a:t>
            </a:r>
            <a:endParaRPr sz="3600" dirty="0">
              <a:solidFill>
                <a:schemeClr val="dk1"/>
              </a:solidFill>
            </a:endParaRPr>
          </a:p>
          <a:p>
            <a:pPr marL="914400" indent="-685800" algn="just">
              <a:lnSpc>
                <a:spcPct val="115000"/>
              </a:lnSpc>
              <a:buClr>
                <a:schemeClr val="dk1"/>
              </a:buClr>
              <a:buSzPts val="1800"/>
              <a:buChar char="●"/>
            </a:pPr>
            <a:r>
              <a:rPr lang="es" sz="3600" dirty="0">
                <a:solidFill>
                  <a:schemeClr val="dk1"/>
                </a:solidFill>
              </a:rPr>
              <a:t>El </a:t>
            </a:r>
            <a:r>
              <a:rPr lang="es" sz="3600" b="1" dirty="0">
                <a:solidFill>
                  <a:schemeClr val="dk1"/>
                </a:solidFill>
              </a:rPr>
              <a:t>control</a:t>
            </a:r>
            <a:r>
              <a:rPr lang="es" sz="3600" dirty="0">
                <a:solidFill>
                  <a:schemeClr val="dk1"/>
                </a:solidFill>
              </a:rPr>
              <a:t> supervisa que se estén cumpliendo los objetivos planificados, proponiendo ajustes cuando sea necesario.</a:t>
            </a:r>
            <a:endParaRPr sz="3600" dirty="0">
              <a:solidFill>
                <a:schemeClr val="dk1"/>
              </a:solidFill>
            </a:endParaRPr>
          </a:p>
          <a:p>
            <a:pPr algn="just">
              <a:lnSpc>
                <a:spcPct val="115000"/>
              </a:lnSpc>
              <a:spcBef>
                <a:spcPts val="2400"/>
              </a:spcBef>
              <a:spcAft>
                <a:spcPts val="2400"/>
              </a:spcAft>
              <a:buClr>
                <a:schemeClr val="dk1"/>
              </a:buClr>
              <a:buSzPts val="1100"/>
            </a:pPr>
            <a:r>
              <a:rPr lang="es" sz="3600" dirty="0">
                <a:solidFill>
                  <a:schemeClr val="dk1"/>
                </a:solidFill>
              </a:rPr>
              <a:t>Estos conceptos no solo son secuenciales sino también cíclicos: las lecciones aprendidas en el proceso de control retroalimentan la planeación y la dirección. Esto crea un ciclo de mejora continua.</a:t>
            </a:r>
            <a:endParaRPr sz="3600" dirty="0">
              <a:solidFill>
                <a:schemeClr val="dk1"/>
              </a:solidFill>
            </a:endParaRPr>
          </a:p>
        </p:txBody>
      </p:sp>
    </p:spTree>
    <p:extLst>
      <p:ext uri="{BB962C8B-B14F-4D97-AF65-F5344CB8AC3E}">
        <p14:creationId xmlns:p14="http://schemas.microsoft.com/office/powerpoint/2010/main" val="2623793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FEBA709-08D5-FC82-67F2-BA86B7FB4F2E}"/>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E0B4E237-20F8-BD04-ECDF-05CD058DEF9D}"/>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34;g2d853e9ab94_0_41">
            <a:extLst>
              <a:ext uri="{FF2B5EF4-FFF2-40B4-BE49-F238E27FC236}">
                <a16:creationId xmlns:a16="http://schemas.microsoft.com/office/drawing/2014/main" id="{31016B60-44C1-022A-91AD-84106A46FF38}"/>
              </a:ext>
            </a:extLst>
          </p:cNvPr>
          <p:cNvPicPr preferRelativeResize="0"/>
          <p:nvPr/>
        </p:nvPicPr>
        <p:blipFill>
          <a:blip r:embed="rId4">
            <a:alphaModFix/>
          </a:blip>
          <a:stretch>
            <a:fillRect/>
          </a:stretch>
        </p:blipFill>
        <p:spPr>
          <a:xfrm>
            <a:off x="2657778" y="1089995"/>
            <a:ext cx="12300168" cy="7003128"/>
          </a:xfrm>
          <a:prstGeom prst="rect">
            <a:avLst/>
          </a:prstGeom>
          <a:noFill/>
          <a:ln>
            <a:noFill/>
          </a:ln>
        </p:spPr>
      </p:pic>
    </p:spTree>
    <p:extLst>
      <p:ext uri="{BB962C8B-B14F-4D97-AF65-F5344CB8AC3E}">
        <p14:creationId xmlns:p14="http://schemas.microsoft.com/office/powerpoint/2010/main" val="3168146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83A2363-E205-5428-C7E6-5A54AAA06367}"/>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E04084DD-21DE-164C-627C-B52C0567E1F5}"/>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Componentes generales de un ERP</a:t>
            </a:r>
          </a:p>
        </p:txBody>
      </p:sp>
      <p:sp>
        <p:nvSpPr>
          <p:cNvPr id="156" name="Google Shape;156;p4">
            <a:extLst>
              <a:ext uri="{FF2B5EF4-FFF2-40B4-BE49-F238E27FC236}">
                <a16:creationId xmlns:a16="http://schemas.microsoft.com/office/drawing/2014/main" id="{C9CB71F3-0174-79DD-D6ED-56C57C0C7FB5}"/>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83;g2d8fa948c4e_0_0">
            <a:extLst>
              <a:ext uri="{FF2B5EF4-FFF2-40B4-BE49-F238E27FC236}">
                <a16:creationId xmlns:a16="http://schemas.microsoft.com/office/drawing/2014/main" id="{DC0A98FA-562C-647F-5C73-F9482FE815AE}"/>
              </a:ext>
            </a:extLst>
          </p:cNvPr>
          <p:cNvSpPr txBox="1"/>
          <p:nvPr/>
        </p:nvSpPr>
        <p:spPr>
          <a:xfrm>
            <a:off x="108750" y="2595050"/>
            <a:ext cx="17994600" cy="75678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400"/>
              </a:spcBef>
              <a:buClr>
                <a:schemeClr val="dk1"/>
              </a:buClr>
              <a:buSzPts val="1100"/>
            </a:pPr>
            <a:r>
              <a:rPr lang="es" sz="3600" dirty="0">
                <a:solidFill>
                  <a:schemeClr val="dk1"/>
                </a:solidFill>
              </a:rPr>
              <a:t>Un </a:t>
            </a:r>
            <a:r>
              <a:rPr lang="es" sz="3600" b="1" dirty="0">
                <a:solidFill>
                  <a:schemeClr val="dk1"/>
                </a:solidFill>
              </a:rPr>
              <a:t>ERP (Enterprise Resource Planning)</a:t>
            </a:r>
            <a:r>
              <a:rPr lang="es" sz="3600" dirty="0">
                <a:solidFill>
                  <a:schemeClr val="dk1"/>
                </a:solidFill>
              </a:rPr>
              <a:t> es un sistema de planificación de recursos empresariales que integra diversas funciones dentro de una organización en una única plataforma. Sus componentes generales incluyen:</a:t>
            </a:r>
            <a:endParaRPr sz="3600" dirty="0">
              <a:solidFill>
                <a:schemeClr val="dk1"/>
              </a:solidFill>
            </a:endParaRPr>
          </a:p>
          <a:p>
            <a:pPr marL="914400" indent="-685800" algn="just">
              <a:lnSpc>
                <a:spcPct val="115000"/>
              </a:lnSpc>
              <a:spcBef>
                <a:spcPts val="2400"/>
              </a:spcBef>
              <a:buClr>
                <a:schemeClr val="dk1"/>
              </a:buClr>
              <a:buSzPts val="1800"/>
              <a:buAutoNum type="arabicPeriod"/>
            </a:pPr>
            <a:r>
              <a:rPr lang="es" sz="3600" b="1" dirty="0">
                <a:solidFill>
                  <a:schemeClr val="dk1"/>
                </a:solidFill>
              </a:rPr>
              <a:t>Gestión Financiera y Contabilidad</a:t>
            </a:r>
            <a:endParaRPr sz="3600" b="1" dirty="0">
              <a:solidFill>
                <a:schemeClr val="dk1"/>
              </a:solidFill>
            </a:endParaRPr>
          </a:p>
          <a:p>
            <a:pPr marL="1828800" lvl="1" indent="-685800" algn="just">
              <a:lnSpc>
                <a:spcPct val="115000"/>
              </a:lnSpc>
              <a:buClr>
                <a:schemeClr val="dk1"/>
              </a:buClr>
              <a:buSzPts val="1800"/>
              <a:buChar char="○"/>
            </a:pPr>
            <a:r>
              <a:rPr lang="es" sz="3600" dirty="0">
                <a:solidFill>
                  <a:schemeClr val="dk1"/>
                </a:solidFill>
              </a:rPr>
              <a:t>Contabilidad general</a:t>
            </a:r>
            <a:endParaRPr sz="3600" dirty="0">
              <a:solidFill>
                <a:schemeClr val="dk1"/>
              </a:solidFill>
            </a:endParaRPr>
          </a:p>
          <a:p>
            <a:pPr marL="1828800" lvl="1" indent="-685800" algn="just">
              <a:lnSpc>
                <a:spcPct val="115000"/>
              </a:lnSpc>
              <a:buClr>
                <a:schemeClr val="dk1"/>
              </a:buClr>
              <a:buSzPts val="1800"/>
              <a:buChar char="○"/>
            </a:pPr>
            <a:r>
              <a:rPr lang="es" sz="3600" dirty="0">
                <a:solidFill>
                  <a:schemeClr val="dk1"/>
                </a:solidFill>
              </a:rPr>
              <a:t>Cuentas por pagar y por cobrar</a:t>
            </a:r>
            <a:endParaRPr sz="3600" dirty="0">
              <a:solidFill>
                <a:schemeClr val="dk1"/>
              </a:solidFill>
            </a:endParaRPr>
          </a:p>
          <a:p>
            <a:pPr marL="1828800" lvl="1" indent="-685800" algn="just">
              <a:lnSpc>
                <a:spcPct val="115000"/>
              </a:lnSpc>
              <a:buClr>
                <a:schemeClr val="dk1"/>
              </a:buClr>
              <a:buSzPts val="1800"/>
              <a:buChar char="○"/>
            </a:pPr>
            <a:r>
              <a:rPr lang="es" sz="3600" dirty="0">
                <a:solidFill>
                  <a:schemeClr val="dk1"/>
                </a:solidFill>
              </a:rPr>
              <a:t>Gestión de activos fijos</a:t>
            </a:r>
            <a:endParaRPr sz="3600" dirty="0">
              <a:solidFill>
                <a:schemeClr val="dk1"/>
              </a:solidFill>
            </a:endParaRPr>
          </a:p>
          <a:p>
            <a:pPr marL="1828800" lvl="1" indent="-685800" algn="just">
              <a:lnSpc>
                <a:spcPct val="115000"/>
              </a:lnSpc>
              <a:buClr>
                <a:schemeClr val="dk1"/>
              </a:buClr>
              <a:buSzPts val="1800"/>
              <a:buChar char="○"/>
            </a:pPr>
            <a:r>
              <a:rPr lang="es" sz="3600" dirty="0">
                <a:solidFill>
                  <a:schemeClr val="dk1"/>
                </a:solidFill>
              </a:rPr>
              <a:t>Presupuestos y análisis financiero</a:t>
            </a:r>
            <a:endParaRPr sz="3600" dirty="0">
              <a:solidFill>
                <a:schemeClr val="dk1"/>
              </a:solidFill>
            </a:endParaRPr>
          </a:p>
          <a:p>
            <a:pPr>
              <a:spcBef>
                <a:spcPts val="2400"/>
              </a:spcBef>
            </a:pPr>
            <a:endParaRPr sz="3600" dirty="0">
              <a:solidFill>
                <a:schemeClr val="dk2"/>
              </a:solidFill>
            </a:endParaRPr>
          </a:p>
        </p:txBody>
      </p:sp>
    </p:spTree>
    <p:extLst>
      <p:ext uri="{BB962C8B-B14F-4D97-AF65-F5344CB8AC3E}">
        <p14:creationId xmlns:p14="http://schemas.microsoft.com/office/powerpoint/2010/main" val="1617948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B6EE922-6529-C0EB-3C8E-7C2FD249DB57}"/>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DB63776F-27C4-7F07-7942-979B4F745072}"/>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89;g2d8fa948c4e_0_9">
            <a:extLst>
              <a:ext uri="{FF2B5EF4-FFF2-40B4-BE49-F238E27FC236}">
                <a16:creationId xmlns:a16="http://schemas.microsoft.com/office/drawing/2014/main" id="{DA279C84-FD35-B98E-60E7-82E985FD139E}"/>
              </a:ext>
            </a:extLst>
          </p:cNvPr>
          <p:cNvSpPr txBox="1"/>
          <p:nvPr/>
        </p:nvSpPr>
        <p:spPr>
          <a:xfrm>
            <a:off x="31100" y="1616100"/>
            <a:ext cx="18165600" cy="8593200"/>
          </a:xfrm>
          <a:prstGeom prst="rect">
            <a:avLst/>
          </a:prstGeom>
          <a:noFill/>
          <a:ln>
            <a:noFill/>
          </a:ln>
        </p:spPr>
        <p:txBody>
          <a:bodyPr spcFirstLastPara="1" wrap="square" lIns="182850" tIns="182850" rIns="182850" bIns="182850" anchor="t" anchorCtr="0">
            <a:noAutofit/>
          </a:bodyPr>
          <a:lstStyle/>
          <a:p>
            <a:pPr>
              <a:buClr>
                <a:schemeClr val="dk1"/>
              </a:buClr>
              <a:buSzPts val="1100"/>
            </a:pPr>
            <a:r>
              <a:rPr lang="es" sz="3600" b="1" dirty="0">
                <a:solidFill>
                  <a:schemeClr val="dk1"/>
                </a:solidFill>
              </a:rPr>
              <a:t>Gestión de Recursos Humanos (RRHH)</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Nómina y compensaciones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Reclutamiento y selección</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Evaluación del desempeño</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Gestión de tiempos y asistencia</a:t>
            </a:r>
            <a:endParaRPr sz="3600" dirty="0">
              <a:solidFill>
                <a:schemeClr val="dk1"/>
              </a:solidFill>
            </a:endParaRPr>
          </a:p>
          <a:p>
            <a:pPr>
              <a:lnSpc>
                <a:spcPct val="115000"/>
              </a:lnSpc>
              <a:spcBef>
                <a:spcPts val="2400"/>
              </a:spcBef>
              <a:buClr>
                <a:schemeClr val="dk1"/>
              </a:buClr>
              <a:buSzPts val="1100"/>
            </a:pPr>
            <a:r>
              <a:rPr lang="es" sz="3600" b="1" dirty="0">
                <a:solidFill>
                  <a:schemeClr val="dk1"/>
                </a:solidFill>
              </a:rPr>
              <a:t>Gestión de Producción y Manufactura</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Planificación de producción</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Control de calidad</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Gestión de inventarios y materiales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Mantenimiento de equipos</a:t>
            </a:r>
            <a:endParaRPr sz="3600" dirty="0">
              <a:solidFill>
                <a:schemeClr val="dk1"/>
              </a:solidFill>
            </a:endParaRPr>
          </a:p>
          <a:p>
            <a:pPr>
              <a:spcBef>
                <a:spcPts val="2400"/>
              </a:spcBef>
            </a:pPr>
            <a:endParaRPr sz="2200" b="1" dirty="0">
              <a:solidFill>
                <a:schemeClr val="dk1"/>
              </a:solidFill>
            </a:endParaRPr>
          </a:p>
        </p:txBody>
      </p:sp>
    </p:spTree>
    <p:extLst>
      <p:ext uri="{BB962C8B-B14F-4D97-AF65-F5344CB8AC3E}">
        <p14:creationId xmlns:p14="http://schemas.microsoft.com/office/powerpoint/2010/main" val="634804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8DF0A13-6155-0098-2983-9EFA12260520}"/>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3161C990-B285-42B0-20CA-28D3DA0F31D9}"/>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95;g2d8fa948c4e_0_13">
            <a:extLst>
              <a:ext uri="{FF2B5EF4-FFF2-40B4-BE49-F238E27FC236}">
                <a16:creationId xmlns:a16="http://schemas.microsoft.com/office/drawing/2014/main" id="{4CC18D49-C90D-89D9-8FC6-A110CAC0742D}"/>
              </a:ext>
            </a:extLst>
          </p:cNvPr>
          <p:cNvSpPr txBox="1"/>
          <p:nvPr/>
        </p:nvSpPr>
        <p:spPr>
          <a:xfrm>
            <a:off x="31200" y="1101672"/>
            <a:ext cx="18256800" cy="8640000"/>
          </a:xfrm>
          <a:prstGeom prst="rect">
            <a:avLst/>
          </a:prstGeom>
          <a:noFill/>
          <a:ln>
            <a:noFill/>
          </a:ln>
        </p:spPr>
        <p:txBody>
          <a:bodyPr spcFirstLastPara="1" wrap="square" lIns="182850" tIns="182850" rIns="182850" bIns="182850" anchor="t" anchorCtr="0">
            <a:noAutofit/>
          </a:bodyPr>
          <a:lstStyle/>
          <a:p>
            <a:pPr>
              <a:buClr>
                <a:schemeClr val="dk1"/>
              </a:buClr>
              <a:buSzPts val="1100"/>
            </a:pPr>
            <a:r>
              <a:rPr lang="es" sz="3600" b="1" dirty="0">
                <a:solidFill>
                  <a:schemeClr val="dk1"/>
                </a:solidFill>
              </a:rPr>
              <a:t>Gestión de la Cadena de Suministro (SCM)</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Compras y adquisiciones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Gestión de proveedores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Logística y distribución</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Control de inventarios</a:t>
            </a:r>
            <a:endParaRPr sz="3600" dirty="0">
              <a:solidFill>
                <a:schemeClr val="dk1"/>
              </a:solidFill>
            </a:endParaRPr>
          </a:p>
          <a:p>
            <a:pPr>
              <a:lnSpc>
                <a:spcPct val="115000"/>
              </a:lnSpc>
              <a:spcBef>
                <a:spcPts val="2400"/>
              </a:spcBef>
              <a:buClr>
                <a:schemeClr val="dk1"/>
              </a:buClr>
              <a:buSzPts val="1100"/>
            </a:pPr>
            <a:r>
              <a:rPr lang="es" sz="3600" b="1" dirty="0">
                <a:solidFill>
                  <a:schemeClr val="dk1"/>
                </a:solidFill>
              </a:rPr>
              <a:t>Gestión de Ventas y CRM (Customer Relationship Management)</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Procesamiento de pedidos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Gestión de clientes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Estrategias de marketing</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Servicio postventa</a:t>
            </a:r>
            <a:endParaRPr sz="3600" dirty="0">
              <a:solidFill>
                <a:schemeClr val="dk1"/>
              </a:solidFill>
            </a:endParaRPr>
          </a:p>
          <a:p>
            <a:pPr>
              <a:spcBef>
                <a:spcPts val="2400"/>
              </a:spcBef>
            </a:pPr>
            <a:endParaRPr sz="3600" dirty="0">
              <a:solidFill>
                <a:schemeClr val="dk2"/>
              </a:solidFill>
            </a:endParaRPr>
          </a:p>
        </p:txBody>
      </p:sp>
    </p:spTree>
    <p:extLst>
      <p:ext uri="{BB962C8B-B14F-4D97-AF65-F5344CB8AC3E}">
        <p14:creationId xmlns:p14="http://schemas.microsoft.com/office/powerpoint/2010/main" val="2581406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CE51700-0DCA-C978-9BC1-91FF1BCCB14A}"/>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566933C0-5962-2E82-69D0-8DF095F2C905}"/>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07;g2d8fa948c4e_0_25">
            <a:extLst>
              <a:ext uri="{FF2B5EF4-FFF2-40B4-BE49-F238E27FC236}">
                <a16:creationId xmlns:a16="http://schemas.microsoft.com/office/drawing/2014/main" id="{F0F48B5E-5329-B440-A3CF-978F203BE2DA}"/>
              </a:ext>
            </a:extLst>
          </p:cNvPr>
          <p:cNvSpPr txBox="1"/>
          <p:nvPr/>
        </p:nvSpPr>
        <p:spPr>
          <a:xfrm>
            <a:off x="282577" y="1247993"/>
            <a:ext cx="18224400" cy="8671200"/>
          </a:xfrm>
          <a:prstGeom prst="rect">
            <a:avLst/>
          </a:prstGeom>
          <a:noFill/>
          <a:ln>
            <a:noFill/>
          </a:ln>
        </p:spPr>
        <p:txBody>
          <a:bodyPr spcFirstLastPara="1" wrap="square" lIns="182850" tIns="182850" rIns="182850" bIns="182850" anchor="t" anchorCtr="0">
            <a:noAutofit/>
          </a:bodyPr>
          <a:lstStyle/>
          <a:p>
            <a:pPr>
              <a:buClr>
                <a:schemeClr val="dk1"/>
              </a:buClr>
              <a:buSzPts val="1100"/>
            </a:pPr>
            <a:r>
              <a:rPr lang="es" sz="3600" b="1" dirty="0">
                <a:solidFill>
                  <a:schemeClr val="dk1"/>
                </a:solidFill>
              </a:rPr>
              <a:t>Gestión de Inventarios y Almacenes (WMS - Warehouse Management System)</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Control de stock</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Movimientos de mercancías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Optimización de espacios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Gestión de devoluciones</a:t>
            </a:r>
            <a:endParaRPr sz="3600" dirty="0">
              <a:solidFill>
                <a:schemeClr val="dk1"/>
              </a:solidFill>
            </a:endParaRPr>
          </a:p>
          <a:p>
            <a:pPr>
              <a:lnSpc>
                <a:spcPct val="115000"/>
              </a:lnSpc>
              <a:spcBef>
                <a:spcPts val="2400"/>
              </a:spcBef>
              <a:buClr>
                <a:schemeClr val="dk1"/>
              </a:buClr>
              <a:buSzPts val="1100"/>
            </a:pPr>
            <a:r>
              <a:rPr lang="es" sz="3600" b="1" dirty="0">
                <a:solidFill>
                  <a:schemeClr val="dk1"/>
                </a:solidFill>
              </a:rPr>
              <a:t>Gestión de Comercio Electrónico e Integraciones</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Conexión con plataformas de e-commerce</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Facturación electrónica</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Integración con otros sistemas externos</a:t>
            </a:r>
            <a:endParaRPr sz="3600" dirty="0">
              <a:solidFill>
                <a:schemeClr val="dk1"/>
              </a:solidFill>
            </a:endParaRPr>
          </a:p>
        </p:txBody>
      </p:sp>
    </p:spTree>
    <p:extLst>
      <p:ext uri="{BB962C8B-B14F-4D97-AF65-F5344CB8AC3E}">
        <p14:creationId xmlns:p14="http://schemas.microsoft.com/office/powerpoint/2010/main" val="186359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BD1ED87B-9825-3D95-2FA6-009C04AC1D23}"/>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90215AD6-CD72-7594-C3BD-A4740F02B5C0}"/>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Imagen 1">
            <a:extLst>
              <a:ext uri="{FF2B5EF4-FFF2-40B4-BE49-F238E27FC236}">
                <a16:creationId xmlns:a16="http://schemas.microsoft.com/office/drawing/2014/main" id="{92367273-9F8C-2D86-6C58-6BC37C988773}"/>
              </a:ext>
            </a:extLst>
          </p:cNvPr>
          <p:cNvPicPr>
            <a:picLocks noChangeAspect="1"/>
          </p:cNvPicPr>
          <p:nvPr/>
        </p:nvPicPr>
        <p:blipFill>
          <a:blip r:embed="rId4"/>
          <a:stretch>
            <a:fillRect/>
          </a:stretch>
        </p:blipFill>
        <p:spPr>
          <a:xfrm>
            <a:off x="564932" y="2004310"/>
            <a:ext cx="9735817" cy="5236940"/>
          </a:xfrm>
          <a:prstGeom prst="rect">
            <a:avLst/>
          </a:prstGeom>
        </p:spPr>
      </p:pic>
      <p:sp>
        <p:nvSpPr>
          <p:cNvPr id="3" name="CuadroTexto 2">
            <a:extLst>
              <a:ext uri="{FF2B5EF4-FFF2-40B4-BE49-F238E27FC236}">
                <a16:creationId xmlns:a16="http://schemas.microsoft.com/office/drawing/2014/main" id="{F7D440BA-A1E8-DD16-BBE4-031B1228E612}"/>
              </a:ext>
            </a:extLst>
          </p:cNvPr>
          <p:cNvSpPr txBox="1"/>
          <p:nvPr/>
        </p:nvSpPr>
        <p:spPr>
          <a:xfrm>
            <a:off x="11015755" y="1775847"/>
            <a:ext cx="5609230" cy="5693866"/>
          </a:xfrm>
          <a:prstGeom prst="rect">
            <a:avLst/>
          </a:prstGeom>
          <a:noFill/>
        </p:spPr>
        <p:txBody>
          <a:bodyPr wrap="square" rtlCol="0">
            <a:spAutoFit/>
          </a:bodyPr>
          <a:lstStyle/>
          <a:p>
            <a:pPr marL="285750" indent="-285750">
              <a:buFont typeface="Arial" panose="020B0604020202020204" pitchFamily="34" charset="0"/>
              <a:buChar char="•"/>
            </a:pPr>
            <a:r>
              <a:rPr lang="es-GT" sz="2800" dirty="0"/>
              <a:t>Apoya a un sistema empresarial multifuncional</a:t>
            </a:r>
          </a:p>
          <a:p>
            <a:pPr marL="285750" indent="-285750">
              <a:buFont typeface="Arial" panose="020B0604020202020204" pitchFamily="34" charset="0"/>
              <a:buChar char="•"/>
            </a:pPr>
            <a:r>
              <a:rPr lang="es-GT" sz="2800" dirty="0"/>
              <a:t>Integrando los negocios internos.</a:t>
            </a:r>
          </a:p>
          <a:p>
            <a:pPr marL="285750" indent="-285750">
              <a:buFont typeface="Arial" panose="020B0604020202020204" pitchFamily="34" charset="0"/>
              <a:buChar char="•"/>
            </a:pPr>
            <a:r>
              <a:rPr lang="es-GT" sz="2800" dirty="0"/>
              <a:t>Automatizando procesos de la compañía</a:t>
            </a:r>
          </a:p>
          <a:p>
            <a:pPr marL="285750" indent="-285750">
              <a:buFont typeface="Arial" panose="020B0604020202020204" pitchFamily="34" charset="0"/>
              <a:buChar char="•"/>
            </a:pPr>
            <a:r>
              <a:rPr lang="es-GT" sz="2800" dirty="0"/>
              <a:t>Ayuda a la empresa alcanzar la eficiencia, agilidad y su capacidad de respuesta las cuales son necesarios para tener éxito en un entorno empresarial dinámico.</a:t>
            </a:r>
          </a:p>
          <a:p>
            <a:pPr marL="285750" lvl="3" indent="-285750">
              <a:buFont typeface="Arial" panose="020B0604020202020204" pitchFamily="34" charset="0"/>
              <a:buChar char="•"/>
            </a:pPr>
            <a:endParaRPr lang="es-GT" sz="2800" dirty="0"/>
          </a:p>
        </p:txBody>
      </p:sp>
    </p:spTree>
    <p:extLst>
      <p:ext uri="{BB962C8B-B14F-4D97-AF65-F5344CB8AC3E}">
        <p14:creationId xmlns:p14="http://schemas.microsoft.com/office/powerpoint/2010/main" val="2196746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7A6981E-B1BE-51C7-C362-48EA557D8685}"/>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5734D2CB-FE79-A3C5-6191-B3A40EFBDD77}"/>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Base de datos centralizada</a:t>
            </a:r>
          </a:p>
        </p:txBody>
      </p:sp>
      <p:sp>
        <p:nvSpPr>
          <p:cNvPr id="156" name="Google Shape;156;p4">
            <a:extLst>
              <a:ext uri="{FF2B5EF4-FFF2-40B4-BE49-F238E27FC236}">
                <a16:creationId xmlns:a16="http://schemas.microsoft.com/office/drawing/2014/main" id="{F6348B0E-6656-9DF8-88FD-4AFB725E8B45}"/>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14;g2d8fa948c4e_0_29">
            <a:extLst>
              <a:ext uri="{FF2B5EF4-FFF2-40B4-BE49-F238E27FC236}">
                <a16:creationId xmlns:a16="http://schemas.microsoft.com/office/drawing/2014/main" id="{8D71FDD4-6516-2B17-08DF-863031E92C36}"/>
              </a:ext>
            </a:extLst>
          </p:cNvPr>
          <p:cNvSpPr txBox="1"/>
          <p:nvPr/>
        </p:nvSpPr>
        <p:spPr>
          <a:xfrm>
            <a:off x="0" y="1606912"/>
            <a:ext cx="17793000" cy="7373314"/>
          </a:xfrm>
          <a:prstGeom prst="rect">
            <a:avLst/>
          </a:prstGeom>
          <a:noFill/>
          <a:ln>
            <a:noFill/>
          </a:ln>
        </p:spPr>
        <p:txBody>
          <a:bodyPr spcFirstLastPara="1" wrap="square" lIns="182850" tIns="182850" rIns="182850" bIns="182850" anchor="t" anchorCtr="0">
            <a:noAutofit/>
          </a:bodyPr>
          <a:lstStyle/>
          <a:p>
            <a:pPr algn="just"/>
            <a:r>
              <a:rPr lang="es" sz="3600" dirty="0">
                <a:solidFill>
                  <a:schemeClr val="dk1"/>
                </a:solidFill>
              </a:rPr>
              <a:t>Los ERP mordernos tienen capacidad para proporcionar visibilidad en tiempo real el rendimiento organizativo, facilitando estrategías basadas en datos y mejorando la capacidad de respuesta en mercados de evolución rapida.</a:t>
            </a:r>
          </a:p>
          <a:p>
            <a:pPr algn="just"/>
            <a:endParaRPr lang="es" sz="3600" dirty="0">
              <a:solidFill>
                <a:schemeClr val="dk1"/>
              </a:solidFill>
            </a:endParaRPr>
          </a:p>
          <a:p>
            <a:pPr algn="just"/>
            <a:r>
              <a:rPr lang="es" sz="3600" dirty="0">
                <a:solidFill>
                  <a:schemeClr val="dk1"/>
                </a:solidFill>
              </a:rPr>
              <a:t>Emplean bases de datos centralizadas para recopilar, gestionar y difundir información organizativa a través de diversas aplicaciones modulares, apoyando así operaciones coherentes y eficientes a nivel empresarial.</a:t>
            </a:r>
          </a:p>
          <a:p>
            <a:pPr algn="just"/>
            <a:endParaRPr lang="es" sz="3600" dirty="0">
              <a:solidFill>
                <a:schemeClr val="dk1"/>
              </a:solidFill>
            </a:endParaRPr>
          </a:p>
          <a:p>
            <a:pPr algn="just"/>
            <a:r>
              <a:rPr lang="es" sz="3600" dirty="0">
                <a:solidFill>
                  <a:schemeClr val="dk1"/>
                </a:solidFill>
              </a:rPr>
              <a:t>La creciente importancia de los sistemas ERP se debe a la creciente necesidad de información empresarial oportuna y precisa para apoyar la toma de decisiones estratégicas y mantener la competitividad.</a:t>
            </a:r>
          </a:p>
          <a:p>
            <a:pPr algn="just"/>
            <a:endParaRPr sz="3600" dirty="0">
              <a:solidFill>
                <a:schemeClr val="dk2"/>
              </a:solidFill>
            </a:endParaRPr>
          </a:p>
        </p:txBody>
      </p:sp>
    </p:spTree>
    <p:extLst>
      <p:ext uri="{BB962C8B-B14F-4D97-AF65-F5344CB8AC3E}">
        <p14:creationId xmlns:p14="http://schemas.microsoft.com/office/powerpoint/2010/main" val="1091029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36432B3-4352-ABB9-5D65-5CA83A014D2C}"/>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0CAEC5A4-6793-D960-47D8-49BDEF844915}"/>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Imagen 1">
            <a:extLst>
              <a:ext uri="{FF2B5EF4-FFF2-40B4-BE49-F238E27FC236}">
                <a16:creationId xmlns:a16="http://schemas.microsoft.com/office/drawing/2014/main" id="{A7E38A3B-63F6-D07B-0420-932EF96290DA}"/>
              </a:ext>
            </a:extLst>
          </p:cNvPr>
          <p:cNvPicPr>
            <a:picLocks noChangeAspect="1"/>
          </p:cNvPicPr>
          <p:nvPr/>
        </p:nvPicPr>
        <p:blipFill>
          <a:blip r:embed="rId4"/>
          <a:stretch>
            <a:fillRect/>
          </a:stretch>
        </p:blipFill>
        <p:spPr>
          <a:xfrm>
            <a:off x="1490803" y="2293143"/>
            <a:ext cx="6192428" cy="5991048"/>
          </a:xfrm>
          <a:prstGeom prst="rect">
            <a:avLst/>
          </a:prstGeom>
        </p:spPr>
      </p:pic>
      <p:pic>
        <p:nvPicPr>
          <p:cNvPr id="3" name="Imagen 2">
            <a:extLst>
              <a:ext uri="{FF2B5EF4-FFF2-40B4-BE49-F238E27FC236}">
                <a16:creationId xmlns:a16="http://schemas.microsoft.com/office/drawing/2014/main" id="{975152A0-ED20-F289-B3CC-A53080DA2C49}"/>
              </a:ext>
            </a:extLst>
          </p:cNvPr>
          <p:cNvPicPr>
            <a:picLocks noChangeAspect="1"/>
          </p:cNvPicPr>
          <p:nvPr/>
        </p:nvPicPr>
        <p:blipFill>
          <a:blip r:embed="rId5"/>
          <a:stretch>
            <a:fillRect/>
          </a:stretch>
        </p:blipFill>
        <p:spPr>
          <a:xfrm>
            <a:off x="8534754" y="2293143"/>
            <a:ext cx="6470332" cy="5991048"/>
          </a:xfrm>
          <a:prstGeom prst="rect">
            <a:avLst/>
          </a:prstGeom>
        </p:spPr>
      </p:pic>
    </p:spTree>
    <p:extLst>
      <p:ext uri="{BB962C8B-B14F-4D97-AF65-F5344CB8AC3E}">
        <p14:creationId xmlns:p14="http://schemas.microsoft.com/office/powerpoint/2010/main" val="45704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09D2FBA-3B19-3E26-2F3D-6ACF310E89B6}"/>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DBB66ECA-DE36-CB9D-3EE8-DF611702E24F}"/>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Interfaz de usuario</a:t>
            </a:r>
          </a:p>
        </p:txBody>
      </p:sp>
      <p:sp>
        <p:nvSpPr>
          <p:cNvPr id="156" name="Google Shape;156;p4">
            <a:extLst>
              <a:ext uri="{FF2B5EF4-FFF2-40B4-BE49-F238E27FC236}">
                <a16:creationId xmlns:a16="http://schemas.microsoft.com/office/drawing/2014/main" id="{4A69C9FC-3F0B-DCE1-C498-A56EC2268C4E}"/>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14;g2d8fa948c4e_0_29">
            <a:extLst>
              <a:ext uri="{FF2B5EF4-FFF2-40B4-BE49-F238E27FC236}">
                <a16:creationId xmlns:a16="http://schemas.microsoft.com/office/drawing/2014/main" id="{8EF3A2C5-192F-BC15-8938-2EAC622A8F72}"/>
              </a:ext>
            </a:extLst>
          </p:cNvPr>
          <p:cNvSpPr txBox="1"/>
          <p:nvPr/>
        </p:nvSpPr>
        <p:spPr>
          <a:xfrm>
            <a:off x="108750" y="1989050"/>
            <a:ext cx="17793000" cy="7373314"/>
          </a:xfrm>
          <a:prstGeom prst="rect">
            <a:avLst/>
          </a:prstGeom>
          <a:noFill/>
          <a:ln>
            <a:noFill/>
          </a:ln>
        </p:spPr>
        <p:txBody>
          <a:bodyPr spcFirstLastPara="1" wrap="square" lIns="182850" tIns="182850" rIns="182850" bIns="182850" anchor="t" anchorCtr="0">
            <a:noAutofit/>
          </a:bodyPr>
          <a:lstStyle/>
          <a:p>
            <a:pPr algn="just"/>
            <a:r>
              <a:rPr lang="es" sz="3600" dirty="0">
                <a:solidFill>
                  <a:schemeClr val="dk1"/>
                </a:solidFill>
              </a:rPr>
              <a:t>Los sistemas ERP se encuentran entre los tipos de sistemas de información más complejos dentro del dominio de TI. Ya que se encuentran diseñados como aplicaciones independientes con interfaces amigables para el usuario, aunque a menudo operan de manera independiente de otras aplicaciones organizacionales.</a:t>
            </a:r>
          </a:p>
          <a:p>
            <a:pPr algn="just"/>
            <a:endParaRPr lang="es" sz="3600" dirty="0">
              <a:solidFill>
                <a:schemeClr val="dk1"/>
              </a:solidFill>
            </a:endParaRPr>
          </a:p>
          <a:p>
            <a:pPr algn="just"/>
            <a:r>
              <a:rPr lang="es" sz="3600" dirty="0">
                <a:solidFill>
                  <a:schemeClr val="dk1"/>
                </a:solidFill>
              </a:rPr>
              <a:t>Su complejidad surge de la integración de múltiples módulos, cada uno gestionando diversas funciones y recursos empresariales. Está interacción intermodular contribuye a la complejidad del sistema y requiere un esfuerzo significativo tanto para el desarrollo como para la interacción del usuario.</a:t>
            </a:r>
          </a:p>
          <a:p>
            <a:pPr algn="just"/>
            <a:endParaRPr sz="3600" dirty="0">
              <a:solidFill>
                <a:schemeClr val="dk2"/>
              </a:solidFill>
            </a:endParaRPr>
          </a:p>
        </p:txBody>
      </p:sp>
    </p:spTree>
    <p:extLst>
      <p:ext uri="{BB962C8B-B14F-4D97-AF65-F5344CB8AC3E}">
        <p14:creationId xmlns:p14="http://schemas.microsoft.com/office/powerpoint/2010/main" val="3754232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A5A7123-4309-FB6B-7744-DA863D786194}"/>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5E2937D5-CC5D-BE6F-4AD9-113FEF2C1B0B}"/>
              </a:ext>
            </a:extLst>
          </p:cNvPr>
          <p:cNvSpPr txBox="1"/>
          <p:nvPr/>
        </p:nvSpPr>
        <p:spPr>
          <a:xfrm>
            <a:off x="1374889" y="654364"/>
            <a:ext cx="13991100" cy="2364302"/>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Beneficios de la Integración a procesos empresariales</a:t>
            </a:r>
          </a:p>
          <a:p>
            <a:pPr marL="0" marR="0" lvl="0" indent="0" algn="just" rtl="0">
              <a:lnSpc>
                <a:spcPct val="112987"/>
              </a:lnSpc>
              <a:spcBef>
                <a:spcPts val="0"/>
              </a:spcBef>
              <a:spcAft>
                <a:spcPts val="0"/>
              </a:spcAft>
              <a:buClr>
                <a:srgbClr val="000000"/>
              </a:buClr>
              <a:buSzPts val="6098"/>
              <a:buFont typeface="Arial"/>
              <a:buNone/>
            </a:pP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B436C487-4F76-E9BF-B1B7-753818127F1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64;g2d853e9ab94_0_26">
            <a:extLst>
              <a:ext uri="{FF2B5EF4-FFF2-40B4-BE49-F238E27FC236}">
                <a16:creationId xmlns:a16="http://schemas.microsoft.com/office/drawing/2014/main" id="{2155AC19-7683-8614-A1E0-B2A99C871192}"/>
              </a:ext>
            </a:extLst>
          </p:cNvPr>
          <p:cNvSpPr txBox="1"/>
          <p:nvPr/>
        </p:nvSpPr>
        <p:spPr>
          <a:xfrm>
            <a:off x="16900" y="2268750"/>
            <a:ext cx="17994600" cy="7956000"/>
          </a:xfrm>
          <a:prstGeom prst="rect">
            <a:avLst/>
          </a:prstGeom>
          <a:noFill/>
          <a:ln>
            <a:noFill/>
          </a:ln>
        </p:spPr>
        <p:txBody>
          <a:bodyPr spcFirstLastPara="1" wrap="square" lIns="182850" tIns="182850" rIns="182850" bIns="182850" anchor="t" anchorCtr="0">
            <a:noAutofit/>
          </a:bodyPr>
          <a:lstStyle/>
          <a:p>
            <a:pPr algn="just">
              <a:spcBef>
                <a:spcPts val="2400"/>
              </a:spcBef>
              <a:buSzPts val="1800"/>
            </a:pPr>
            <a:r>
              <a:rPr lang="es" sz="3600" dirty="0">
                <a:solidFill>
                  <a:schemeClr val="dk1"/>
                </a:solidFill>
              </a:rPr>
              <a:t>La </a:t>
            </a:r>
            <a:r>
              <a:rPr lang="es" sz="3600" b="1" dirty="0">
                <a:solidFill>
                  <a:schemeClr val="dk1"/>
                </a:solidFill>
              </a:rPr>
              <a:t>integración de procesos empresariales</a:t>
            </a:r>
            <a:r>
              <a:rPr lang="es" sz="3600" dirty="0">
                <a:solidFill>
                  <a:schemeClr val="dk1"/>
                </a:solidFill>
              </a:rPr>
              <a:t> a través de un </a:t>
            </a:r>
            <a:r>
              <a:rPr lang="es" sz="3600" b="1" dirty="0">
                <a:solidFill>
                  <a:schemeClr val="dk1"/>
                </a:solidFill>
              </a:rPr>
              <a:t>ERP</a:t>
            </a:r>
            <a:r>
              <a:rPr lang="es" sz="3600" dirty="0">
                <a:solidFill>
                  <a:schemeClr val="dk1"/>
                </a:solidFill>
              </a:rPr>
              <a:t> ofrece múltiples beneficios, optimizando la eficiencia operativa y mejorando la competitividad de una empresa. Algunos de los principales beneficios son:</a:t>
            </a:r>
            <a:endParaRPr sz="3600" dirty="0">
              <a:solidFill>
                <a:schemeClr val="dk1"/>
              </a:solidFill>
            </a:endParaRPr>
          </a:p>
          <a:p>
            <a:pPr>
              <a:lnSpc>
                <a:spcPct val="115000"/>
              </a:lnSpc>
              <a:spcBef>
                <a:spcPts val="2800"/>
              </a:spcBef>
              <a:buClr>
                <a:schemeClr val="dk1"/>
              </a:buClr>
              <a:buSzPts val="1100"/>
            </a:pPr>
            <a:endParaRPr sz="3600" b="1" dirty="0">
              <a:solidFill>
                <a:schemeClr val="dk1"/>
              </a:solidFill>
            </a:endParaRPr>
          </a:p>
          <a:p>
            <a:pPr>
              <a:lnSpc>
                <a:spcPct val="115000"/>
              </a:lnSpc>
              <a:spcBef>
                <a:spcPts val="2800"/>
              </a:spcBef>
              <a:buClr>
                <a:schemeClr val="dk1"/>
              </a:buClr>
              <a:buSzPts val="1100"/>
            </a:pPr>
            <a:r>
              <a:rPr lang="es" sz="3600" b="1" dirty="0">
                <a:solidFill>
                  <a:schemeClr val="dk1"/>
                </a:solidFill>
              </a:rPr>
              <a:t>Mayor eficiencia operativa</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Automatiza tareas repetitivas y reduce el tiempo de ejecución.</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Minimiza errores humanos al evitar la entrada manual de datos.</a:t>
            </a:r>
            <a:endParaRPr sz="3600" dirty="0">
              <a:solidFill>
                <a:schemeClr val="dk1"/>
              </a:solidFill>
            </a:endParaRPr>
          </a:p>
          <a:p>
            <a:pPr algn="just">
              <a:spcBef>
                <a:spcPts val="2400"/>
              </a:spcBef>
              <a:buSzPts val="1800"/>
            </a:pPr>
            <a:endParaRPr sz="3600" dirty="0">
              <a:solidFill>
                <a:schemeClr val="dk1"/>
              </a:solidFill>
            </a:endParaRPr>
          </a:p>
        </p:txBody>
      </p:sp>
    </p:spTree>
    <p:extLst>
      <p:ext uri="{BB962C8B-B14F-4D97-AF65-F5344CB8AC3E}">
        <p14:creationId xmlns:p14="http://schemas.microsoft.com/office/powerpoint/2010/main" val="4167743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38F79A5-50E4-A69B-5664-AA7BB6E98892}"/>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A278F13D-FB14-394A-279F-B3F5CA17976A}"/>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70;g2d853e9ab94_0_31">
            <a:extLst>
              <a:ext uri="{FF2B5EF4-FFF2-40B4-BE49-F238E27FC236}">
                <a16:creationId xmlns:a16="http://schemas.microsoft.com/office/drawing/2014/main" id="{9D697BDF-91C3-A584-A652-DD250D79AFFD}"/>
              </a:ext>
            </a:extLst>
          </p:cNvPr>
          <p:cNvSpPr txBox="1"/>
          <p:nvPr/>
        </p:nvSpPr>
        <p:spPr>
          <a:xfrm>
            <a:off x="282577" y="846900"/>
            <a:ext cx="18010200" cy="85932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Centralización y acceso a la información</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dirty="0">
                <a:solidFill>
                  <a:schemeClr val="dk1"/>
                </a:solidFill>
              </a:rPr>
              <a:t>Todos los departamentos trabajan con la misma base de datos en tiempo real.</a:t>
            </a:r>
            <a:endParaRPr sz="3600" dirty="0">
              <a:solidFill>
                <a:schemeClr val="dk1"/>
              </a:solidFill>
            </a:endParaRPr>
          </a:p>
          <a:p>
            <a:pPr marL="914400" indent="-685800" algn="just">
              <a:lnSpc>
                <a:spcPct val="115000"/>
              </a:lnSpc>
              <a:buClr>
                <a:schemeClr val="dk1"/>
              </a:buClr>
              <a:buSzPts val="1800"/>
              <a:buChar char="●"/>
            </a:pPr>
            <a:r>
              <a:rPr lang="es" sz="3600" dirty="0">
                <a:solidFill>
                  <a:schemeClr val="dk1"/>
                </a:solidFill>
              </a:rPr>
              <a:t>Mejora la comunicación y colaboración entre equipos.</a:t>
            </a:r>
            <a:endParaRPr sz="3600" dirty="0">
              <a:solidFill>
                <a:schemeClr val="dk1"/>
              </a:solidFill>
            </a:endParaRPr>
          </a:p>
          <a:p>
            <a:pPr algn="just">
              <a:lnSpc>
                <a:spcPct val="115000"/>
              </a:lnSpc>
              <a:spcBef>
                <a:spcPts val="2800"/>
              </a:spcBef>
              <a:buClr>
                <a:schemeClr val="dk1"/>
              </a:buClr>
              <a:buSzPts val="1100"/>
            </a:pPr>
            <a:r>
              <a:rPr lang="es" sz="3600" b="1" dirty="0">
                <a:solidFill>
                  <a:schemeClr val="dk1"/>
                </a:solidFill>
              </a:rPr>
              <a:t>Reducción de costos</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dirty="0">
                <a:solidFill>
                  <a:schemeClr val="dk1"/>
                </a:solidFill>
              </a:rPr>
              <a:t>Optimiza el uso de recursos y reduce desperdicios.</a:t>
            </a:r>
            <a:endParaRPr sz="3600" dirty="0">
              <a:solidFill>
                <a:schemeClr val="dk1"/>
              </a:solidFill>
            </a:endParaRPr>
          </a:p>
          <a:p>
            <a:pPr marL="914400" indent="-685800" algn="just">
              <a:lnSpc>
                <a:spcPct val="115000"/>
              </a:lnSpc>
              <a:buClr>
                <a:schemeClr val="dk1"/>
              </a:buClr>
              <a:buSzPts val="1800"/>
              <a:buChar char="●"/>
            </a:pPr>
            <a:r>
              <a:rPr lang="es" sz="3600" dirty="0">
                <a:solidFill>
                  <a:schemeClr val="dk1"/>
                </a:solidFill>
              </a:rPr>
              <a:t>Disminuye costos de administración y gestión manual.</a:t>
            </a:r>
            <a:endParaRPr sz="3600" dirty="0">
              <a:solidFill>
                <a:schemeClr val="dk1"/>
              </a:solidFill>
            </a:endParaRPr>
          </a:p>
          <a:p>
            <a:pPr>
              <a:lnSpc>
                <a:spcPct val="115000"/>
              </a:lnSpc>
              <a:spcBef>
                <a:spcPts val="2800"/>
              </a:spcBef>
            </a:pPr>
            <a:r>
              <a:rPr lang="es" sz="3600" b="1" dirty="0">
                <a:solidFill>
                  <a:schemeClr val="dk1"/>
                </a:solidFill>
              </a:rPr>
              <a:t>Toma de decisiones basada en datos</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Proporciona reportes y análisis en tiempo real.</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Facilita la identificación de oportunidades y riesgos.</a:t>
            </a:r>
            <a:endParaRPr sz="3600" dirty="0">
              <a:solidFill>
                <a:schemeClr val="dk1"/>
              </a:solidFill>
            </a:endParaRPr>
          </a:p>
          <a:p>
            <a:pPr algn="just">
              <a:lnSpc>
                <a:spcPct val="115000"/>
              </a:lnSpc>
              <a:spcBef>
                <a:spcPts val="2400"/>
              </a:spcBef>
              <a:spcAft>
                <a:spcPts val="2400"/>
              </a:spcAft>
            </a:pPr>
            <a:endParaRPr sz="3600" dirty="0">
              <a:solidFill>
                <a:schemeClr val="dk1"/>
              </a:solidFill>
            </a:endParaRPr>
          </a:p>
        </p:txBody>
      </p:sp>
    </p:spTree>
    <p:extLst>
      <p:ext uri="{BB962C8B-B14F-4D97-AF65-F5344CB8AC3E}">
        <p14:creationId xmlns:p14="http://schemas.microsoft.com/office/powerpoint/2010/main" val="1364798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C7944EA-AE6B-B76B-BFE2-C49567A07BDC}"/>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277E78AB-28E8-8C99-B57A-19F4F845931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76;g2d853e9ab94_0_41">
            <a:extLst>
              <a:ext uri="{FF2B5EF4-FFF2-40B4-BE49-F238E27FC236}">
                <a16:creationId xmlns:a16="http://schemas.microsoft.com/office/drawing/2014/main" id="{BE68514E-FF72-68B5-1870-2E0A426993E5}"/>
              </a:ext>
            </a:extLst>
          </p:cNvPr>
          <p:cNvSpPr txBox="1"/>
          <p:nvPr/>
        </p:nvSpPr>
        <p:spPr>
          <a:xfrm>
            <a:off x="122400" y="654364"/>
            <a:ext cx="18165600" cy="87180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Mejora en la atención al cliente</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Permite un mejor seguimiento de clientes y personalización del servicio.</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Reduce tiempos de respuesta en ventas, soporte y postventa.</a:t>
            </a:r>
            <a:endParaRPr sz="3600" dirty="0">
              <a:solidFill>
                <a:schemeClr val="dk1"/>
              </a:solidFill>
            </a:endParaRPr>
          </a:p>
          <a:p>
            <a:pPr>
              <a:lnSpc>
                <a:spcPct val="115000"/>
              </a:lnSpc>
              <a:spcBef>
                <a:spcPts val="2800"/>
              </a:spcBef>
            </a:pPr>
            <a:r>
              <a:rPr lang="es" sz="3600" b="1" dirty="0">
                <a:solidFill>
                  <a:schemeClr val="dk1"/>
                </a:solidFill>
              </a:rPr>
              <a:t>Optimización de la cadena de suministro</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Mejora la planificación de compras e inventarios.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Asegura un mejor control de proveedores y tiempos de entrega.</a:t>
            </a:r>
            <a:endParaRPr sz="3600" dirty="0">
              <a:solidFill>
                <a:schemeClr val="dk1"/>
              </a:solidFill>
            </a:endParaRPr>
          </a:p>
          <a:p>
            <a:pPr>
              <a:lnSpc>
                <a:spcPct val="115000"/>
              </a:lnSpc>
              <a:spcBef>
                <a:spcPts val="2800"/>
              </a:spcBef>
            </a:pPr>
            <a:r>
              <a:rPr lang="es" sz="3600" b="1" dirty="0">
                <a:solidFill>
                  <a:schemeClr val="dk1"/>
                </a:solidFill>
              </a:rPr>
              <a:t>Cumplimiento normativo y seguridad</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Garantiza el cumplimiento de regulaciones fiscales y laborales.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Protege los datos con sistemas de acceso y cifrado.</a:t>
            </a:r>
            <a:endParaRPr sz="3600" dirty="0">
              <a:solidFill>
                <a:schemeClr val="dk1"/>
              </a:solidFill>
            </a:endParaRPr>
          </a:p>
          <a:p>
            <a:pPr>
              <a:spcBef>
                <a:spcPts val="2400"/>
              </a:spcBef>
            </a:pPr>
            <a:endParaRPr sz="3600" dirty="0">
              <a:solidFill>
                <a:schemeClr val="dk2"/>
              </a:solidFill>
            </a:endParaRPr>
          </a:p>
        </p:txBody>
      </p:sp>
    </p:spTree>
    <p:extLst>
      <p:ext uri="{BB962C8B-B14F-4D97-AF65-F5344CB8AC3E}">
        <p14:creationId xmlns:p14="http://schemas.microsoft.com/office/powerpoint/2010/main" val="547085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59DD1A5-48F8-875D-9C24-545587CA99DC}"/>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CB671E97-F651-3C5B-0F63-334A38EF6142}"/>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82;g2d8fa948c4e_0_0">
            <a:extLst>
              <a:ext uri="{FF2B5EF4-FFF2-40B4-BE49-F238E27FC236}">
                <a16:creationId xmlns:a16="http://schemas.microsoft.com/office/drawing/2014/main" id="{0AABA16C-4AA6-03C0-E8D6-3478B46BB5BE}"/>
              </a:ext>
            </a:extLst>
          </p:cNvPr>
          <p:cNvSpPr txBox="1"/>
          <p:nvPr/>
        </p:nvSpPr>
        <p:spPr>
          <a:xfrm>
            <a:off x="146700" y="1469347"/>
            <a:ext cx="17994600" cy="84072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Flexibilidad y escalabilidad</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Se adapta al crecimiento de la empresa y nuevos requerimientos.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Facilita la integración con otras plataformas digitales.</a:t>
            </a:r>
            <a:endParaRPr sz="3600" dirty="0">
              <a:solidFill>
                <a:schemeClr val="dk1"/>
              </a:solidFill>
            </a:endParaRPr>
          </a:p>
          <a:p>
            <a:pPr>
              <a:lnSpc>
                <a:spcPct val="115000"/>
              </a:lnSpc>
              <a:spcBef>
                <a:spcPts val="2400"/>
              </a:spcBef>
              <a:spcAft>
                <a:spcPts val="2400"/>
              </a:spcAft>
              <a:buClr>
                <a:schemeClr val="dk1"/>
              </a:buClr>
              <a:buSzPts val="1100"/>
            </a:pPr>
            <a:r>
              <a:rPr lang="es" sz="3600" dirty="0">
                <a:solidFill>
                  <a:schemeClr val="dk1"/>
                </a:solidFill>
              </a:rPr>
              <a:t>En general, la integración de procesos permite a las empresas operar de manera más ágil, reducir errores y mejorar su rentabilidad.</a:t>
            </a:r>
            <a:endParaRPr sz="3600" dirty="0">
              <a:solidFill>
                <a:schemeClr val="dk1"/>
              </a:solidFill>
            </a:endParaRPr>
          </a:p>
        </p:txBody>
      </p:sp>
    </p:spTree>
    <p:extLst>
      <p:ext uri="{BB962C8B-B14F-4D97-AF65-F5344CB8AC3E}">
        <p14:creationId xmlns:p14="http://schemas.microsoft.com/office/powerpoint/2010/main" val="3834810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E5925F94-F01E-F6BD-7908-3842331DE16C}"/>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9DCBC276-8EC5-FCEC-F4FE-A363B4287D41}"/>
              </a:ext>
            </a:extLst>
          </p:cNvPr>
          <p:cNvSpPr txBox="1"/>
          <p:nvPr/>
        </p:nvSpPr>
        <p:spPr>
          <a:xfrm>
            <a:off x="1374889" y="654364"/>
            <a:ext cx="13991100" cy="2120837"/>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Tendencias actuales en sistemas y ejemplos de aplicaciones</a:t>
            </a:r>
          </a:p>
        </p:txBody>
      </p:sp>
      <p:sp>
        <p:nvSpPr>
          <p:cNvPr id="156" name="Google Shape;156;p4">
            <a:extLst>
              <a:ext uri="{FF2B5EF4-FFF2-40B4-BE49-F238E27FC236}">
                <a16:creationId xmlns:a16="http://schemas.microsoft.com/office/drawing/2014/main" id="{42D6BAB5-76D9-BFE1-497C-A85495AA8DDC}"/>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88;g2d8fa948c4e_0_9">
            <a:extLst>
              <a:ext uri="{FF2B5EF4-FFF2-40B4-BE49-F238E27FC236}">
                <a16:creationId xmlns:a16="http://schemas.microsoft.com/office/drawing/2014/main" id="{D429B2E3-1DEC-2C83-9164-F6E4C31D0F85}"/>
              </a:ext>
            </a:extLst>
          </p:cNvPr>
          <p:cNvSpPr txBox="1"/>
          <p:nvPr/>
        </p:nvSpPr>
        <p:spPr>
          <a:xfrm>
            <a:off x="31100" y="2377500"/>
            <a:ext cx="18165600" cy="7831800"/>
          </a:xfrm>
          <a:prstGeom prst="rect">
            <a:avLst/>
          </a:prstGeom>
          <a:noFill/>
          <a:ln>
            <a:noFill/>
          </a:ln>
        </p:spPr>
        <p:txBody>
          <a:bodyPr spcFirstLastPara="1" wrap="square" lIns="182850" tIns="182850" rIns="182850" bIns="182850" anchor="t" anchorCtr="0">
            <a:noAutofit/>
          </a:bodyPr>
          <a:lstStyle/>
          <a:p>
            <a:pPr>
              <a:spcBef>
                <a:spcPts val="2400"/>
              </a:spcBef>
              <a:buSzPts val="1100"/>
            </a:pPr>
            <a:r>
              <a:rPr lang="es" sz="3600" dirty="0">
                <a:solidFill>
                  <a:schemeClr val="dk1"/>
                </a:solidFill>
              </a:rPr>
              <a:t>Los sistemas </a:t>
            </a:r>
            <a:r>
              <a:rPr lang="es" sz="3600" b="1" dirty="0">
                <a:solidFill>
                  <a:schemeClr val="dk1"/>
                </a:solidFill>
              </a:rPr>
              <a:t>ERP</a:t>
            </a:r>
            <a:r>
              <a:rPr lang="es" sz="3600" dirty="0">
                <a:solidFill>
                  <a:schemeClr val="dk1"/>
                </a:solidFill>
              </a:rPr>
              <a:t> están evolucionando rápidamente para adaptarse a las nuevas tecnologías y necesidades empresariales.</a:t>
            </a:r>
            <a:endParaRPr sz="3600" dirty="0">
              <a:solidFill>
                <a:schemeClr val="dk1"/>
              </a:solidFill>
            </a:endParaRPr>
          </a:p>
          <a:p>
            <a:pPr>
              <a:lnSpc>
                <a:spcPct val="115000"/>
              </a:lnSpc>
              <a:spcBef>
                <a:spcPts val="2800"/>
              </a:spcBef>
              <a:buClr>
                <a:schemeClr val="dk1"/>
              </a:buClr>
              <a:buSzPts val="1100"/>
            </a:pPr>
            <a:r>
              <a:rPr lang="es" sz="3600" b="1" dirty="0">
                <a:solidFill>
                  <a:schemeClr val="dk1"/>
                </a:solidFill>
              </a:rPr>
              <a:t>ERP en la Nube (Cloud ERP)</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Permite acceso desde cualquier lugar y dispositivo.</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Reduce costos de infraestructura y mantenimiento.</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Facilita actualizaciones automáticas y mayor seguridad.</a:t>
            </a:r>
            <a:endParaRPr sz="3600" dirty="0">
              <a:solidFill>
                <a:schemeClr val="dk1"/>
              </a:solidFill>
            </a:endParaRPr>
          </a:p>
          <a:p>
            <a:pPr>
              <a:spcBef>
                <a:spcPts val="2400"/>
              </a:spcBef>
              <a:buSzPts val="1100"/>
            </a:pPr>
            <a:endParaRPr sz="3600" dirty="0">
              <a:solidFill>
                <a:schemeClr val="dk1"/>
              </a:solidFill>
            </a:endParaRPr>
          </a:p>
        </p:txBody>
      </p:sp>
    </p:spTree>
    <p:extLst>
      <p:ext uri="{BB962C8B-B14F-4D97-AF65-F5344CB8AC3E}">
        <p14:creationId xmlns:p14="http://schemas.microsoft.com/office/powerpoint/2010/main" val="38163847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AAEE5C5-BBA0-4704-2359-D556F4D347AE}"/>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B94B82AD-DF57-9563-66FF-9C313D85105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Google Shape;95;g2d8fa948c4e_0_13">
            <a:extLst>
              <a:ext uri="{FF2B5EF4-FFF2-40B4-BE49-F238E27FC236}">
                <a16:creationId xmlns:a16="http://schemas.microsoft.com/office/drawing/2014/main" id="{A0A1B728-D06E-F4B9-8B57-F165138B9B6B}"/>
              </a:ext>
            </a:extLst>
          </p:cNvPr>
          <p:cNvSpPr txBox="1"/>
          <p:nvPr/>
        </p:nvSpPr>
        <p:spPr>
          <a:xfrm>
            <a:off x="31100" y="1538400"/>
            <a:ext cx="18256800" cy="86400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Inteligencia Artificial (IA) y Automatización</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Uso de IA para análisis predictivo y toma de decisiones.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Automatización de procesos como contabilidad, compras y atención al cliente.</a:t>
            </a:r>
            <a:endParaRPr sz="3600" dirty="0">
              <a:solidFill>
                <a:schemeClr val="dk1"/>
              </a:solidFill>
            </a:endParaRPr>
          </a:p>
          <a:p>
            <a:pPr>
              <a:lnSpc>
                <a:spcPct val="115000"/>
              </a:lnSpc>
              <a:spcBef>
                <a:spcPts val="2800"/>
              </a:spcBef>
            </a:pPr>
            <a:endParaRPr sz="3600" b="1" dirty="0">
              <a:solidFill>
                <a:schemeClr val="dk1"/>
              </a:solidFill>
            </a:endParaRPr>
          </a:p>
          <a:p>
            <a:pPr>
              <a:lnSpc>
                <a:spcPct val="115000"/>
              </a:lnSpc>
              <a:spcBef>
                <a:spcPts val="2800"/>
              </a:spcBef>
            </a:pPr>
            <a:r>
              <a:rPr lang="es" sz="3600" b="1" dirty="0">
                <a:solidFill>
                  <a:schemeClr val="dk1"/>
                </a:solidFill>
              </a:rPr>
              <a:t>ERP Móvil</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Aplicaciones móviles para acceso a datos en tiempo real.</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Facilita la gestión desde cualquier ubicación.</a:t>
            </a:r>
            <a:endParaRPr sz="3600" dirty="0">
              <a:solidFill>
                <a:schemeClr val="dk1"/>
              </a:solidFill>
            </a:endParaRPr>
          </a:p>
          <a:p>
            <a:pPr>
              <a:lnSpc>
                <a:spcPct val="115000"/>
              </a:lnSpc>
              <a:spcBef>
                <a:spcPts val="2400"/>
              </a:spcBef>
              <a:spcAft>
                <a:spcPts val="2400"/>
              </a:spcAft>
            </a:pPr>
            <a:endParaRPr sz="3600" dirty="0">
              <a:solidFill>
                <a:schemeClr val="dk1"/>
              </a:solidFill>
            </a:endParaRPr>
          </a:p>
        </p:txBody>
      </p:sp>
    </p:spTree>
    <p:extLst>
      <p:ext uri="{BB962C8B-B14F-4D97-AF65-F5344CB8AC3E}">
        <p14:creationId xmlns:p14="http://schemas.microsoft.com/office/powerpoint/2010/main" val="1843697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474083B-8AA9-EFBC-4959-1F0E6223F359}"/>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07219E69-7958-3764-F1F4-E06BE9D98D2D}"/>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01;g2d8fa948c4e_0_21">
            <a:extLst>
              <a:ext uri="{FF2B5EF4-FFF2-40B4-BE49-F238E27FC236}">
                <a16:creationId xmlns:a16="http://schemas.microsoft.com/office/drawing/2014/main" id="{1054E23E-1366-F35D-D7EB-94A47DF1EB83}"/>
              </a:ext>
            </a:extLst>
          </p:cNvPr>
          <p:cNvSpPr txBox="1"/>
          <p:nvPr/>
        </p:nvSpPr>
        <p:spPr>
          <a:xfrm>
            <a:off x="46600" y="1569450"/>
            <a:ext cx="18241200" cy="86400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Integración con Internet de las Cosas (IoT)</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dirty="0">
                <a:solidFill>
                  <a:schemeClr val="dk1"/>
                </a:solidFill>
              </a:rPr>
              <a:t>Sensores conectados para monitoreo en tiempo real.</a:t>
            </a:r>
            <a:endParaRPr sz="3600" dirty="0">
              <a:solidFill>
                <a:schemeClr val="dk1"/>
              </a:solidFill>
            </a:endParaRPr>
          </a:p>
          <a:p>
            <a:pPr marL="914400" indent="-685800" algn="just">
              <a:lnSpc>
                <a:spcPct val="115000"/>
              </a:lnSpc>
              <a:buClr>
                <a:schemeClr val="dk1"/>
              </a:buClr>
              <a:buSzPts val="1800"/>
              <a:buChar char="●"/>
            </a:pPr>
            <a:r>
              <a:rPr lang="es" sz="3600" dirty="0">
                <a:solidFill>
                  <a:schemeClr val="dk1"/>
                </a:solidFill>
              </a:rPr>
              <a:t>Optimización en la gestión de inventarios y mantenimiento preventivo.</a:t>
            </a:r>
            <a:endParaRPr sz="3600" dirty="0">
              <a:solidFill>
                <a:schemeClr val="dk1"/>
              </a:solidFill>
            </a:endParaRPr>
          </a:p>
          <a:p>
            <a:pPr algn="just">
              <a:lnSpc>
                <a:spcPct val="115000"/>
              </a:lnSpc>
              <a:spcBef>
                <a:spcPts val="2400"/>
              </a:spcBef>
            </a:pPr>
            <a:endParaRPr sz="3600" dirty="0">
              <a:solidFill>
                <a:schemeClr val="dk1"/>
              </a:solidFill>
            </a:endParaRPr>
          </a:p>
          <a:p>
            <a:pPr algn="just">
              <a:lnSpc>
                <a:spcPct val="115000"/>
              </a:lnSpc>
              <a:spcBef>
                <a:spcPts val="2800"/>
              </a:spcBef>
              <a:buClr>
                <a:schemeClr val="dk1"/>
              </a:buClr>
              <a:buSzPts val="1100"/>
            </a:pPr>
            <a:r>
              <a:rPr lang="es" sz="3600" b="1" dirty="0">
                <a:solidFill>
                  <a:schemeClr val="dk1"/>
                </a:solidFill>
              </a:rPr>
              <a:t>Análisis de Datos y Business Intelligence (BI)</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dirty="0">
                <a:solidFill>
                  <a:schemeClr val="dk1"/>
                </a:solidFill>
              </a:rPr>
              <a:t>Reportes avanzados con datos en tiempo real.</a:t>
            </a:r>
            <a:endParaRPr sz="3600" dirty="0">
              <a:solidFill>
                <a:schemeClr val="dk1"/>
              </a:solidFill>
            </a:endParaRPr>
          </a:p>
          <a:p>
            <a:pPr marL="914400" indent="-685800" algn="just">
              <a:lnSpc>
                <a:spcPct val="115000"/>
              </a:lnSpc>
              <a:buClr>
                <a:schemeClr val="dk1"/>
              </a:buClr>
              <a:buSzPts val="1800"/>
              <a:buChar char="●"/>
            </a:pPr>
            <a:r>
              <a:rPr lang="es" sz="3600" dirty="0">
                <a:solidFill>
                  <a:schemeClr val="dk1"/>
                </a:solidFill>
              </a:rPr>
              <a:t>Dashboards interactivos para mejorar la toma de decisiones.</a:t>
            </a:r>
            <a:endParaRPr sz="3600" dirty="0">
              <a:solidFill>
                <a:schemeClr val="dk1"/>
              </a:solidFill>
            </a:endParaRPr>
          </a:p>
        </p:txBody>
      </p:sp>
    </p:spTree>
    <p:extLst>
      <p:ext uri="{BB962C8B-B14F-4D97-AF65-F5344CB8AC3E}">
        <p14:creationId xmlns:p14="http://schemas.microsoft.com/office/powerpoint/2010/main" val="453872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A9E41DD1-E7D5-D6F8-AEBD-3F9864DA8414}"/>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DBDC26D2-5A0D-E641-A34A-D12D26658E20}"/>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07;g2d8fa948c4e_0_25">
            <a:extLst>
              <a:ext uri="{FF2B5EF4-FFF2-40B4-BE49-F238E27FC236}">
                <a16:creationId xmlns:a16="http://schemas.microsoft.com/office/drawing/2014/main" id="{DA203574-56D3-BA80-1BA2-B62C78EBD65F}"/>
              </a:ext>
            </a:extLst>
          </p:cNvPr>
          <p:cNvSpPr txBox="1"/>
          <p:nvPr/>
        </p:nvSpPr>
        <p:spPr>
          <a:xfrm>
            <a:off x="46600" y="1507300"/>
            <a:ext cx="18224400" cy="86712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Personalización y Modularidad</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ERP flexibles que permiten elegir solo los módulos necesarios.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Adaptación a industrias y empresas de diferentes tamaños.</a:t>
            </a:r>
            <a:endParaRPr sz="3600" dirty="0">
              <a:solidFill>
                <a:schemeClr val="dk1"/>
              </a:solidFill>
            </a:endParaRPr>
          </a:p>
          <a:p>
            <a:pPr>
              <a:lnSpc>
                <a:spcPct val="115000"/>
              </a:lnSpc>
              <a:spcBef>
                <a:spcPts val="2800"/>
              </a:spcBef>
            </a:pPr>
            <a:endParaRPr sz="3600" b="1" dirty="0">
              <a:solidFill>
                <a:schemeClr val="dk1"/>
              </a:solidFill>
            </a:endParaRPr>
          </a:p>
          <a:p>
            <a:pPr>
              <a:lnSpc>
                <a:spcPct val="115000"/>
              </a:lnSpc>
              <a:spcBef>
                <a:spcPts val="2800"/>
              </a:spcBef>
              <a:buClr>
                <a:schemeClr val="dk1"/>
              </a:buClr>
              <a:buSzPts val="1100"/>
            </a:pPr>
            <a:r>
              <a:rPr lang="es" sz="3600" b="1" dirty="0">
                <a:solidFill>
                  <a:schemeClr val="dk1"/>
                </a:solidFill>
              </a:rPr>
              <a:t>Mayor Enfoque en la Ciberseguridad</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Protección de datos con cifrado y autenticación avanzada.</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Cumplimiento de normativas como GDPR o ISO 27001.</a:t>
            </a:r>
            <a:endParaRPr sz="3600" dirty="0">
              <a:solidFill>
                <a:schemeClr val="dk1"/>
              </a:solidFill>
            </a:endParaRPr>
          </a:p>
          <a:p>
            <a:pPr>
              <a:lnSpc>
                <a:spcPct val="115000"/>
              </a:lnSpc>
              <a:spcBef>
                <a:spcPts val="2400"/>
              </a:spcBef>
            </a:pPr>
            <a:endParaRPr sz="3600" dirty="0">
              <a:solidFill>
                <a:schemeClr val="dk1"/>
              </a:solidFill>
            </a:endParaRPr>
          </a:p>
        </p:txBody>
      </p:sp>
    </p:spTree>
    <p:extLst>
      <p:ext uri="{BB962C8B-B14F-4D97-AF65-F5344CB8AC3E}">
        <p14:creationId xmlns:p14="http://schemas.microsoft.com/office/powerpoint/2010/main" val="4067958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807BC922-38CD-F4D8-1D81-DA7D9A561F00}"/>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084B56DD-CBE6-FBAD-6DC3-CAA3C54D10ED}"/>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13;g2d8fa948c4e_0_29">
            <a:extLst>
              <a:ext uri="{FF2B5EF4-FFF2-40B4-BE49-F238E27FC236}">
                <a16:creationId xmlns:a16="http://schemas.microsoft.com/office/drawing/2014/main" id="{B91C1552-EB53-836F-7139-D4012B10B364}"/>
              </a:ext>
            </a:extLst>
          </p:cNvPr>
          <p:cNvSpPr txBox="1"/>
          <p:nvPr/>
        </p:nvSpPr>
        <p:spPr>
          <a:xfrm>
            <a:off x="108750" y="1525027"/>
            <a:ext cx="17793000" cy="78318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 Integración con Blockchain</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Mejora la trazabilidad en la cadena de suministro.</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Mayor seguridad en transacciones y contratos inteligentes.</a:t>
            </a:r>
            <a:endParaRPr sz="3600" dirty="0">
              <a:solidFill>
                <a:schemeClr val="dk1"/>
              </a:solidFill>
            </a:endParaRPr>
          </a:p>
          <a:p>
            <a:pPr>
              <a:lnSpc>
                <a:spcPct val="115000"/>
              </a:lnSpc>
              <a:spcBef>
                <a:spcPts val="2800"/>
              </a:spcBef>
              <a:buClr>
                <a:schemeClr val="dk1"/>
              </a:buClr>
              <a:buSzPts val="1100"/>
            </a:pPr>
            <a:r>
              <a:rPr lang="es" sz="3600" b="1" dirty="0">
                <a:solidFill>
                  <a:schemeClr val="dk1"/>
                </a:solidFill>
              </a:rPr>
              <a:t>ERP con experiencia de usuario mejorada (UX/UI)</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Interfaces más intuitivas y personalizadas.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Reducción de la curva de aprendizaje para los empleados.</a:t>
            </a:r>
            <a:endParaRPr sz="3600" dirty="0">
              <a:solidFill>
                <a:schemeClr val="dk1"/>
              </a:solidFill>
            </a:endParaRPr>
          </a:p>
          <a:p>
            <a:pPr algn="just">
              <a:spcBef>
                <a:spcPts val="2400"/>
              </a:spcBef>
              <a:buSzPts val="1800"/>
            </a:pPr>
            <a:endParaRPr sz="3600" dirty="0">
              <a:solidFill>
                <a:schemeClr val="dk2"/>
              </a:solidFill>
            </a:endParaRPr>
          </a:p>
        </p:txBody>
      </p:sp>
    </p:spTree>
    <p:extLst>
      <p:ext uri="{BB962C8B-B14F-4D97-AF65-F5344CB8AC3E}">
        <p14:creationId xmlns:p14="http://schemas.microsoft.com/office/powerpoint/2010/main" val="22629069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4B55E8D-03C3-7D21-B13A-37DC5BBFBA9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445EDBB8-8739-8046-5840-F1ADB559C6AD}"/>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19;g2d8fa948c4e_0_17">
            <a:extLst>
              <a:ext uri="{FF2B5EF4-FFF2-40B4-BE49-F238E27FC236}">
                <a16:creationId xmlns:a16="http://schemas.microsoft.com/office/drawing/2014/main" id="{DA73F979-0791-6CC5-1A5E-C1B503233525}"/>
              </a:ext>
            </a:extLst>
          </p:cNvPr>
          <p:cNvSpPr txBox="1"/>
          <p:nvPr/>
        </p:nvSpPr>
        <p:spPr>
          <a:xfrm>
            <a:off x="46600" y="1585000"/>
            <a:ext cx="18288000" cy="8701800"/>
          </a:xfrm>
          <a:prstGeom prst="rect">
            <a:avLst/>
          </a:prstGeom>
          <a:noFill/>
          <a:ln>
            <a:noFill/>
          </a:ln>
        </p:spPr>
        <p:txBody>
          <a:bodyPr spcFirstLastPara="1" wrap="square" lIns="182850" tIns="182850" rIns="182850" bIns="182850" anchor="t" anchorCtr="0">
            <a:noAutofit/>
          </a:bodyPr>
          <a:lstStyle/>
          <a:p>
            <a:pPr algn="just">
              <a:lnSpc>
                <a:spcPct val="115000"/>
              </a:lnSpc>
              <a:spcBef>
                <a:spcPts val="2800"/>
              </a:spcBef>
              <a:buClr>
                <a:schemeClr val="dk1"/>
              </a:buClr>
              <a:buSzPts val="1100"/>
            </a:pPr>
            <a:r>
              <a:rPr lang="es" sz="3600" b="1" dirty="0">
                <a:solidFill>
                  <a:schemeClr val="dk1"/>
                </a:solidFill>
              </a:rPr>
              <a:t>ERP con enfoque en la Sostenibilidad</a:t>
            </a:r>
            <a:endParaRPr sz="3600" b="1" dirty="0">
              <a:solidFill>
                <a:schemeClr val="dk1"/>
              </a:solidFill>
            </a:endParaRPr>
          </a:p>
          <a:p>
            <a:pPr marL="914400" indent="-685800" algn="just">
              <a:lnSpc>
                <a:spcPct val="115000"/>
              </a:lnSpc>
              <a:spcBef>
                <a:spcPts val="2400"/>
              </a:spcBef>
              <a:buClr>
                <a:schemeClr val="dk1"/>
              </a:buClr>
              <a:buSzPts val="1800"/>
              <a:buChar char="●"/>
            </a:pPr>
            <a:r>
              <a:rPr lang="es" sz="3600" dirty="0">
                <a:solidFill>
                  <a:schemeClr val="dk1"/>
                </a:solidFill>
              </a:rPr>
              <a:t>Monitoreo del consumo energético y reducción de desperdicios.</a:t>
            </a:r>
            <a:endParaRPr sz="3600" dirty="0">
              <a:solidFill>
                <a:schemeClr val="dk1"/>
              </a:solidFill>
            </a:endParaRPr>
          </a:p>
          <a:p>
            <a:pPr marL="914400" indent="-685800" algn="just">
              <a:lnSpc>
                <a:spcPct val="115000"/>
              </a:lnSpc>
              <a:buClr>
                <a:schemeClr val="dk1"/>
              </a:buClr>
              <a:buSzPts val="1800"/>
              <a:buChar char="●"/>
            </a:pPr>
            <a:r>
              <a:rPr lang="es" sz="3600" dirty="0">
                <a:solidFill>
                  <a:schemeClr val="dk1"/>
                </a:solidFill>
              </a:rPr>
              <a:t>Reportes de impacto ambiental y cumplimiento de normativas ecológicas.</a:t>
            </a:r>
            <a:endParaRPr sz="3600" dirty="0">
              <a:solidFill>
                <a:schemeClr val="dk1"/>
              </a:solidFill>
            </a:endParaRPr>
          </a:p>
          <a:p>
            <a:pPr algn="just">
              <a:lnSpc>
                <a:spcPct val="115000"/>
              </a:lnSpc>
              <a:spcBef>
                <a:spcPts val="2400"/>
              </a:spcBef>
            </a:pPr>
            <a:endParaRPr sz="3600" dirty="0">
              <a:solidFill>
                <a:schemeClr val="dk1"/>
              </a:solidFill>
            </a:endParaRPr>
          </a:p>
          <a:p>
            <a:pPr algn="just">
              <a:lnSpc>
                <a:spcPct val="115000"/>
              </a:lnSpc>
              <a:spcBef>
                <a:spcPts val="2400"/>
              </a:spcBef>
              <a:spcAft>
                <a:spcPts val="2400"/>
              </a:spcAft>
              <a:buClr>
                <a:schemeClr val="dk1"/>
              </a:buClr>
              <a:buSzPts val="1100"/>
            </a:pPr>
            <a:r>
              <a:rPr lang="es" sz="3600" dirty="0">
                <a:solidFill>
                  <a:schemeClr val="dk1"/>
                </a:solidFill>
              </a:rPr>
              <a:t>Estas tendencias están transformando los </a:t>
            </a:r>
            <a:r>
              <a:rPr lang="es" sz="3600" b="1" dirty="0">
                <a:solidFill>
                  <a:schemeClr val="dk1"/>
                </a:solidFill>
              </a:rPr>
              <a:t>ERP</a:t>
            </a:r>
            <a:r>
              <a:rPr lang="es" sz="3600" dirty="0">
                <a:solidFill>
                  <a:schemeClr val="dk1"/>
                </a:solidFill>
              </a:rPr>
              <a:t> en herramientas más accesibles, inteligentes y seguras, impulsando la eficiencia en las empresas</a:t>
            </a:r>
            <a:endParaRPr sz="3600" dirty="0">
              <a:solidFill>
                <a:schemeClr val="dk1"/>
              </a:solidFill>
            </a:endParaRPr>
          </a:p>
        </p:txBody>
      </p:sp>
    </p:spTree>
    <p:extLst>
      <p:ext uri="{BB962C8B-B14F-4D97-AF65-F5344CB8AC3E}">
        <p14:creationId xmlns:p14="http://schemas.microsoft.com/office/powerpoint/2010/main" val="640883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5381E32-B379-EFDF-786C-26837502206B}"/>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94077141-4C61-5AA4-C28C-D43CEAF0EABB}"/>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26;g2d8fa948c4e_0_33">
            <a:extLst>
              <a:ext uri="{FF2B5EF4-FFF2-40B4-BE49-F238E27FC236}">
                <a16:creationId xmlns:a16="http://schemas.microsoft.com/office/drawing/2014/main" id="{8A18128B-2E3F-7683-BAC2-698A1AFEC189}"/>
              </a:ext>
            </a:extLst>
          </p:cNvPr>
          <p:cNvSpPr txBox="1"/>
          <p:nvPr/>
        </p:nvSpPr>
        <p:spPr>
          <a:xfrm>
            <a:off x="46600" y="1616100"/>
            <a:ext cx="18150000" cy="7474200"/>
          </a:xfrm>
          <a:prstGeom prst="rect">
            <a:avLst/>
          </a:prstGeom>
          <a:noFill/>
          <a:ln>
            <a:noFill/>
          </a:ln>
        </p:spPr>
        <p:txBody>
          <a:bodyPr spcFirstLastPara="1" wrap="square" lIns="182850" tIns="182850" rIns="182850" bIns="182850" anchor="t" anchorCtr="0">
            <a:noAutofit/>
          </a:bodyPr>
          <a:lstStyle/>
          <a:p>
            <a:r>
              <a:rPr lang="es" sz="3600" dirty="0">
                <a:solidFill>
                  <a:schemeClr val="dk1"/>
                </a:solidFill>
              </a:rPr>
              <a:t>En 2025, las empresas cuentan con una variedad de sistemas ERP destacados que se adaptan a diferentes necesidades y sectores. A continuación, se presentan algunos de los más reconocidos:</a:t>
            </a:r>
            <a:endParaRPr sz="3600" dirty="0">
              <a:solidFill>
                <a:schemeClr val="dk1"/>
              </a:solidFill>
            </a:endParaRPr>
          </a:p>
          <a:p>
            <a:endParaRPr sz="3600" dirty="0">
              <a:solidFill>
                <a:schemeClr val="dk1"/>
              </a:solidFill>
            </a:endParaRPr>
          </a:p>
          <a:p>
            <a:endParaRPr sz="3600" dirty="0">
              <a:solidFill>
                <a:schemeClr val="dk1"/>
              </a:solidFill>
            </a:endParaRPr>
          </a:p>
        </p:txBody>
      </p:sp>
      <p:pic>
        <p:nvPicPr>
          <p:cNvPr id="3" name="Google Shape;127;g2d8fa948c4e_0_33">
            <a:extLst>
              <a:ext uri="{FF2B5EF4-FFF2-40B4-BE49-F238E27FC236}">
                <a16:creationId xmlns:a16="http://schemas.microsoft.com/office/drawing/2014/main" id="{A656D4E8-9BCC-B435-F5DC-AF2F30A131CD}"/>
              </a:ext>
            </a:extLst>
          </p:cNvPr>
          <p:cNvPicPr preferRelativeResize="0"/>
          <p:nvPr/>
        </p:nvPicPr>
        <p:blipFill>
          <a:blip r:embed="rId4">
            <a:alphaModFix/>
          </a:blip>
          <a:stretch>
            <a:fillRect/>
          </a:stretch>
        </p:blipFill>
        <p:spPr>
          <a:xfrm>
            <a:off x="295250" y="4105301"/>
            <a:ext cx="17776752" cy="2076450"/>
          </a:xfrm>
          <a:prstGeom prst="rect">
            <a:avLst/>
          </a:prstGeom>
          <a:noFill/>
          <a:ln>
            <a:noFill/>
          </a:ln>
        </p:spPr>
      </p:pic>
    </p:spTree>
    <p:extLst>
      <p:ext uri="{BB962C8B-B14F-4D97-AF65-F5344CB8AC3E}">
        <p14:creationId xmlns:p14="http://schemas.microsoft.com/office/powerpoint/2010/main" val="1354224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52060A2-B21F-77C5-0262-7A4E9F59984B}"/>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BA9AD03D-9265-79D9-212A-2108D445E2DB}"/>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Funciones de un ERP</a:t>
            </a:r>
          </a:p>
        </p:txBody>
      </p:sp>
      <p:sp>
        <p:nvSpPr>
          <p:cNvPr id="156" name="Google Shape;156;p4">
            <a:extLst>
              <a:ext uri="{FF2B5EF4-FFF2-40B4-BE49-F238E27FC236}">
                <a16:creationId xmlns:a16="http://schemas.microsoft.com/office/drawing/2014/main" id="{1FA53BD1-D64B-0CF4-7333-C985C157E38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14;g2d8fa948c4e_0_29">
            <a:extLst>
              <a:ext uri="{FF2B5EF4-FFF2-40B4-BE49-F238E27FC236}">
                <a16:creationId xmlns:a16="http://schemas.microsoft.com/office/drawing/2014/main" id="{E1B163FB-E10B-E89B-142A-EBDC6D2F0E9F}"/>
              </a:ext>
            </a:extLst>
          </p:cNvPr>
          <p:cNvSpPr txBox="1"/>
          <p:nvPr/>
        </p:nvSpPr>
        <p:spPr>
          <a:xfrm>
            <a:off x="108750" y="1989050"/>
            <a:ext cx="17793000" cy="1957800"/>
          </a:xfrm>
          <a:prstGeom prst="rect">
            <a:avLst/>
          </a:prstGeom>
          <a:noFill/>
          <a:ln>
            <a:noFill/>
          </a:ln>
        </p:spPr>
        <p:txBody>
          <a:bodyPr spcFirstLastPara="1" wrap="square" lIns="182850" tIns="182850" rIns="182850" bIns="182850" anchor="t" anchorCtr="0">
            <a:noAutofit/>
          </a:bodyPr>
          <a:lstStyle/>
          <a:p>
            <a:pPr algn="just"/>
            <a:r>
              <a:rPr lang="es" sz="3600" dirty="0">
                <a:solidFill>
                  <a:schemeClr val="dk1"/>
                </a:solidFill>
              </a:rPr>
              <a:t>Las funciones principales de un </a:t>
            </a:r>
            <a:r>
              <a:rPr lang="es" sz="3600" b="1" dirty="0">
                <a:solidFill>
                  <a:schemeClr val="dk1"/>
                </a:solidFill>
              </a:rPr>
              <a:t>ERP (Enterprise Resource Planning)</a:t>
            </a:r>
            <a:r>
              <a:rPr lang="es" sz="3600" dirty="0">
                <a:solidFill>
                  <a:schemeClr val="dk1"/>
                </a:solidFill>
              </a:rPr>
              <a:t> están diseñadas para optimizar y automatizar procesos dentro de una empresa, integrando todas sus áreas en un solo sistema. Algunas de sus funciones clave son</a:t>
            </a:r>
            <a:endParaRPr sz="3600" dirty="0">
              <a:solidFill>
                <a:schemeClr val="dk2"/>
              </a:solidFill>
            </a:endParaRPr>
          </a:p>
        </p:txBody>
      </p:sp>
      <p:sp>
        <p:nvSpPr>
          <p:cNvPr id="3" name="Google Shape;115;g2d8fa948c4e_0_29">
            <a:extLst>
              <a:ext uri="{FF2B5EF4-FFF2-40B4-BE49-F238E27FC236}">
                <a16:creationId xmlns:a16="http://schemas.microsoft.com/office/drawing/2014/main" id="{9333A815-2BBF-8D07-85DB-AD5E58FDB918}"/>
              </a:ext>
            </a:extLst>
          </p:cNvPr>
          <p:cNvSpPr txBox="1"/>
          <p:nvPr/>
        </p:nvSpPr>
        <p:spPr>
          <a:xfrm>
            <a:off x="621550" y="4366550"/>
            <a:ext cx="17170800" cy="56094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Automatización de Procesos Empresariales</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Reduce tareas manuales y repetitivas.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Facilita la estandarización de procesos en todas las áreas.</a:t>
            </a:r>
            <a:endParaRPr sz="3600" dirty="0">
              <a:solidFill>
                <a:schemeClr val="dk1"/>
              </a:solidFill>
            </a:endParaRPr>
          </a:p>
          <a:p>
            <a:pPr>
              <a:spcBef>
                <a:spcPts val="2400"/>
              </a:spcBef>
            </a:pPr>
            <a:endParaRPr sz="3600" dirty="0">
              <a:solidFill>
                <a:schemeClr val="dk2"/>
              </a:solidFill>
            </a:endParaRPr>
          </a:p>
        </p:txBody>
      </p:sp>
    </p:spTree>
    <p:extLst>
      <p:ext uri="{BB962C8B-B14F-4D97-AF65-F5344CB8AC3E}">
        <p14:creationId xmlns:p14="http://schemas.microsoft.com/office/powerpoint/2010/main" val="3609648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1848752-A05D-48F4-D325-F148068AAAC2}"/>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BBBB897B-D692-F225-B4D1-C7B078C74CEE}"/>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21;g2d8fa948c4e_0_17">
            <a:extLst>
              <a:ext uri="{FF2B5EF4-FFF2-40B4-BE49-F238E27FC236}">
                <a16:creationId xmlns:a16="http://schemas.microsoft.com/office/drawing/2014/main" id="{F36D58F3-9D66-ACEB-0BAD-029D3CBE98C7}"/>
              </a:ext>
            </a:extLst>
          </p:cNvPr>
          <p:cNvSpPr txBox="1"/>
          <p:nvPr/>
        </p:nvSpPr>
        <p:spPr>
          <a:xfrm>
            <a:off x="46600" y="1585000"/>
            <a:ext cx="18288000" cy="87018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Integración de Información</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Centraliza los datos en una única plataforma.</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Evita la duplicación de información y mejora la precisión.</a:t>
            </a:r>
            <a:endParaRPr sz="3600" dirty="0">
              <a:solidFill>
                <a:schemeClr val="dk1"/>
              </a:solidFill>
            </a:endParaRPr>
          </a:p>
          <a:p>
            <a:pPr>
              <a:lnSpc>
                <a:spcPct val="115000"/>
              </a:lnSpc>
              <a:spcBef>
                <a:spcPts val="2800"/>
              </a:spcBef>
              <a:buClr>
                <a:schemeClr val="dk1"/>
              </a:buClr>
              <a:buSzPts val="1100"/>
            </a:pPr>
            <a:r>
              <a:rPr lang="es" sz="3600" b="1" dirty="0">
                <a:solidFill>
                  <a:schemeClr val="dk1"/>
                </a:solidFill>
              </a:rPr>
              <a:t>Gestión Financiera y Contabilidad</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Control de ingresos, egresos y flujo de caja.</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Generación de reportes financieros y cumplimiento fiscal.</a:t>
            </a:r>
            <a:endParaRPr sz="3600" dirty="0">
              <a:solidFill>
                <a:schemeClr val="dk1"/>
              </a:solidFill>
            </a:endParaRPr>
          </a:p>
          <a:p>
            <a:pPr>
              <a:spcBef>
                <a:spcPts val="2400"/>
              </a:spcBef>
            </a:pPr>
            <a:endParaRPr sz="3600" dirty="0">
              <a:solidFill>
                <a:schemeClr val="dk2"/>
              </a:solidFill>
            </a:endParaRPr>
          </a:p>
        </p:txBody>
      </p:sp>
    </p:spTree>
    <p:extLst>
      <p:ext uri="{BB962C8B-B14F-4D97-AF65-F5344CB8AC3E}">
        <p14:creationId xmlns:p14="http://schemas.microsoft.com/office/powerpoint/2010/main" val="655251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BCEE576-6E57-A0B3-DA05-B441D559A7F0}"/>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B9AD14B7-FA71-9B1D-38FE-EDBCA2B7532B}"/>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27;g2d8fa948c4e_0_33">
            <a:extLst>
              <a:ext uri="{FF2B5EF4-FFF2-40B4-BE49-F238E27FC236}">
                <a16:creationId xmlns:a16="http://schemas.microsoft.com/office/drawing/2014/main" id="{AD1B4D0B-D32F-0337-407A-276A00D02759}"/>
              </a:ext>
            </a:extLst>
          </p:cNvPr>
          <p:cNvSpPr txBox="1"/>
          <p:nvPr/>
        </p:nvSpPr>
        <p:spPr>
          <a:xfrm>
            <a:off x="31100" y="1647150"/>
            <a:ext cx="18072000" cy="83448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Gestión de Recursos Humanos</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Administración de nómina, beneficios y cumplimiento legal.</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Seguimiento del desempeño y gestión de talento.</a:t>
            </a:r>
            <a:endParaRPr sz="3600" dirty="0">
              <a:solidFill>
                <a:schemeClr val="dk1"/>
              </a:solidFill>
            </a:endParaRPr>
          </a:p>
          <a:p>
            <a:pPr>
              <a:lnSpc>
                <a:spcPct val="115000"/>
              </a:lnSpc>
              <a:spcBef>
                <a:spcPts val="2800"/>
              </a:spcBef>
              <a:buClr>
                <a:schemeClr val="dk1"/>
              </a:buClr>
              <a:buSzPts val="1100"/>
            </a:pPr>
            <a:r>
              <a:rPr lang="es" sz="3600" b="1" dirty="0">
                <a:solidFill>
                  <a:schemeClr val="dk1"/>
                </a:solidFill>
              </a:rPr>
              <a:t>Optimización de la Cadena de Suministro</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Control de inventarios y gestión de proveedores.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Planificación y optimización de compras y logística.</a:t>
            </a:r>
            <a:endParaRPr sz="3600" dirty="0">
              <a:solidFill>
                <a:schemeClr val="dk1"/>
              </a:solidFill>
            </a:endParaRPr>
          </a:p>
          <a:p>
            <a:pPr>
              <a:spcBef>
                <a:spcPts val="2400"/>
              </a:spcBef>
            </a:pPr>
            <a:endParaRPr sz="3600" dirty="0">
              <a:solidFill>
                <a:schemeClr val="dk2"/>
              </a:solidFill>
            </a:endParaRPr>
          </a:p>
        </p:txBody>
      </p:sp>
    </p:spTree>
    <p:extLst>
      <p:ext uri="{BB962C8B-B14F-4D97-AF65-F5344CB8AC3E}">
        <p14:creationId xmlns:p14="http://schemas.microsoft.com/office/powerpoint/2010/main" val="18822709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6EDA4EF-1069-60CE-F9D0-611F67DDAF8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EE933046-DB16-F7D2-3E77-55DE17A1A908}"/>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33;g2d8fa948c4e_0_41">
            <a:extLst>
              <a:ext uri="{FF2B5EF4-FFF2-40B4-BE49-F238E27FC236}">
                <a16:creationId xmlns:a16="http://schemas.microsoft.com/office/drawing/2014/main" id="{181F3E58-4E34-4CE5-9EBC-318488C12C2F}"/>
              </a:ext>
            </a:extLst>
          </p:cNvPr>
          <p:cNvSpPr txBox="1"/>
          <p:nvPr/>
        </p:nvSpPr>
        <p:spPr>
          <a:xfrm>
            <a:off x="31100" y="1460700"/>
            <a:ext cx="18087600" cy="87330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Mejora en la Toma de Decisiones</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Proporciona reportes y análisis en tiempo real.</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Usa inteligencia de negocios para estrategias empresariales.</a:t>
            </a:r>
            <a:endParaRPr sz="3600" dirty="0">
              <a:solidFill>
                <a:schemeClr val="dk1"/>
              </a:solidFill>
            </a:endParaRPr>
          </a:p>
          <a:p>
            <a:pPr>
              <a:lnSpc>
                <a:spcPct val="115000"/>
              </a:lnSpc>
              <a:spcBef>
                <a:spcPts val="2800"/>
              </a:spcBef>
              <a:buClr>
                <a:schemeClr val="dk1"/>
              </a:buClr>
              <a:buSzPts val="1100"/>
            </a:pPr>
            <a:r>
              <a:rPr lang="es" sz="3600" b="1" dirty="0">
                <a:solidFill>
                  <a:schemeClr val="dk1"/>
                </a:solidFill>
              </a:rPr>
              <a:t>Gestión de Producción y Manufactura</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Planificación de la producción y control de calidad.</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Optimización del uso de recursos y reducción de desperdicios.</a:t>
            </a:r>
            <a:endParaRPr sz="3600" dirty="0">
              <a:solidFill>
                <a:schemeClr val="dk1"/>
              </a:solidFill>
            </a:endParaRPr>
          </a:p>
          <a:p>
            <a:pPr>
              <a:spcBef>
                <a:spcPts val="2400"/>
              </a:spcBef>
            </a:pPr>
            <a:endParaRPr sz="3600" dirty="0">
              <a:solidFill>
                <a:schemeClr val="dk2"/>
              </a:solidFill>
            </a:endParaRPr>
          </a:p>
        </p:txBody>
      </p:sp>
    </p:spTree>
    <p:extLst>
      <p:ext uri="{BB962C8B-B14F-4D97-AF65-F5344CB8AC3E}">
        <p14:creationId xmlns:p14="http://schemas.microsoft.com/office/powerpoint/2010/main" val="366601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CE9E2AD-18A7-79EB-CD26-8809FD9CE8FB}"/>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C8799C5D-F95B-FB00-96DC-58D9862553B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39;g2d8fa948c4e_0_37">
            <a:extLst>
              <a:ext uri="{FF2B5EF4-FFF2-40B4-BE49-F238E27FC236}">
                <a16:creationId xmlns:a16="http://schemas.microsoft.com/office/drawing/2014/main" id="{9E2970E3-0BF6-5367-49F7-9F76DDC5F4F0}"/>
              </a:ext>
            </a:extLst>
          </p:cNvPr>
          <p:cNvSpPr txBox="1"/>
          <p:nvPr/>
        </p:nvSpPr>
        <p:spPr>
          <a:xfrm>
            <a:off x="16900" y="1787000"/>
            <a:ext cx="18117000" cy="82512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Atención al Cliente y CRM</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Gestión de ventas, seguimiento de clientes y servicio postventa.</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Automatización de campañas de marketing y fidelización.</a:t>
            </a:r>
            <a:endParaRPr sz="3600" dirty="0">
              <a:solidFill>
                <a:schemeClr val="dk1"/>
              </a:solidFill>
            </a:endParaRPr>
          </a:p>
          <a:p>
            <a:pPr>
              <a:lnSpc>
                <a:spcPct val="115000"/>
              </a:lnSpc>
              <a:spcBef>
                <a:spcPts val="2800"/>
              </a:spcBef>
            </a:pPr>
            <a:r>
              <a:rPr lang="es" sz="3600" b="1" dirty="0">
                <a:solidFill>
                  <a:schemeClr val="dk1"/>
                </a:solidFill>
              </a:rPr>
              <a:t>Cumplimiento Normativo y Seguridad de Datos</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Garantiza el cumplimiento de regulaciones fiscales y laborales.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Protege la información con controles de acceso y cifrado.</a:t>
            </a:r>
            <a:endParaRPr sz="3600" dirty="0">
              <a:solidFill>
                <a:schemeClr val="dk1"/>
              </a:solidFill>
            </a:endParaRPr>
          </a:p>
        </p:txBody>
      </p:sp>
    </p:spTree>
    <p:extLst>
      <p:ext uri="{BB962C8B-B14F-4D97-AF65-F5344CB8AC3E}">
        <p14:creationId xmlns:p14="http://schemas.microsoft.com/office/powerpoint/2010/main" val="22092793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5DA18D7-0F7A-0F1E-CB12-777DACF7ADB3}"/>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B26F20AA-C322-8AF9-C546-D145B42B1797}"/>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Google Shape;145;g2d8fa948c4e_0_5">
            <a:extLst>
              <a:ext uri="{FF2B5EF4-FFF2-40B4-BE49-F238E27FC236}">
                <a16:creationId xmlns:a16="http://schemas.microsoft.com/office/drawing/2014/main" id="{F80348C2-ED10-CC9E-5D1C-0AC857780D79}"/>
              </a:ext>
            </a:extLst>
          </p:cNvPr>
          <p:cNvSpPr txBox="1"/>
          <p:nvPr/>
        </p:nvSpPr>
        <p:spPr>
          <a:xfrm>
            <a:off x="15550" y="1631600"/>
            <a:ext cx="18254400" cy="8562000"/>
          </a:xfrm>
          <a:prstGeom prst="rect">
            <a:avLst/>
          </a:prstGeom>
          <a:noFill/>
          <a:ln>
            <a:noFill/>
          </a:ln>
        </p:spPr>
        <p:txBody>
          <a:bodyPr spcFirstLastPara="1" wrap="square" lIns="182850" tIns="182850" rIns="182850" bIns="182850" anchor="t" anchorCtr="0">
            <a:noAutofit/>
          </a:bodyPr>
          <a:lstStyle/>
          <a:p>
            <a:pPr>
              <a:lnSpc>
                <a:spcPct val="115000"/>
              </a:lnSpc>
              <a:spcBef>
                <a:spcPts val="2800"/>
              </a:spcBef>
              <a:buClr>
                <a:schemeClr val="dk1"/>
              </a:buClr>
              <a:buSzPts val="1100"/>
            </a:pPr>
            <a:r>
              <a:rPr lang="es" sz="3600" b="1" dirty="0">
                <a:solidFill>
                  <a:schemeClr val="dk1"/>
                </a:solidFill>
              </a:rPr>
              <a:t>Escalabilidad y Adaptabilidad</a:t>
            </a:r>
            <a:endParaRPr sz="3600" b="1" dirty="0">
              <a:solidFill>
                <a:schemeClr val="dk1"/>
              </a:solidFill>
            </a:endParaRPr>
          </a:p>
          <a:p>
            <a:pPr marL="914400" indent="-685800">
              <a:lnSpc>
                <a:spcPct val="115000"/>
              </a:lnSpc>
              <a:spcBef>
                <a:spcPts val="2400"/>
              </a:spcBef>
              <a:buClr>
                <a:schemeClr val="dk1"/>
              </a:buClr>
              <a:buSzPts val="1800"/>
              <a:buChar char="●"/>
            </a:pPr>
            <a:r>
              <a:rPr lang="es" sz="3600" dirty="0">
                <a:solidFill>
                  <a:schemeClr val="dk1"/>
                </a:solidFill>
              </a:rPr>
              <a:t>Se ajusta al crecimiento de la empresa y a nuevos requerimientos.</a:t>
            </a:r>
            <a:endParaRPr sz="3600" dirty="0">
              <a:solidFill>
                <a:schemeClr val="dk1"/>
              </a:solidFill>
            </a:endParaRPr>
          </a:p>
          <a:p>
            <a:pPr marL="914400" indent="-685800">
              <a:lnSpc>
                <a:spcPct val="115000"/>
              </a:lnSpc>
              <a:buClr>
                <a:schemeClr val="dk1"/>
              </a:buClr>
              <a:buSzPts val="1800"/>
              <a:buChar char="●"/>
            </a:pPr>
            <a:r>
              <a:rPr lang="es" sz="3600" dirty="0">
                <a:solidFill>
                  <a:schemeClr val="dk1"/>
                </a:solidFill>
              </a:rPr>
              <a:t>Permite integración con otras plataformas digitales.</a:t>
            </a:r>
            <a:endParaRPr sz="3600" dirty="0">
              <a:solidFill>
                <a:schemeClr val="dk1"/>
              </a:solidFill>
            </a:endParaRPr>
          </a:p>
          <a:p>
            <a:pPr>
              <a:lnSpc>
                <a:spcPct val="115000"/>
              </a:lnSpc>
              <a:spcBef>
                <a:spcPts val="2400"/>
              </a:spcBef>
            </a:pPr>
            <a:endParaRPr sz="3600" dirty="0">
              <a:solidFill>
                <a:schemeClr val="dk1"/>
              </a:solidFill>
            </a:endParaRPr>
          </a:p>
          <a:p>
            <a:pPr>
              <a:lnSpc>
                <a:spcPct val="115000"/>
              </a:lnSpc>
              <a:spcBef>
                <a:spcPts val="2400"/>
              </a:spcBef>
              <a:spcAft>
                <a:spcPts val="2400"/>
              </a:spcAft>
              <a:buClr>
                <a:schemeClr val="dk1"/>
              </a:buClr>
              <a:buSzPts val="1100"/>
            </a:pPr>
            <a:r>
              <a:rPr lang="es" sz="3600" dirty="0">
                <a:solidFill>
                  <a:schemeClr val="dk1"/>
                </a:solidFill>
              </a:rPr>
              <a:t>Un ERP eficiente mejora la productividad, reduce costos operativos y facilita la toma de decisiones estratégicas. </a:t>
            </a:r>
            <a:endParaRPr sz="3600" dirty="0">
              <a:solidFill>
                <a:schemeClr val="dk1"/>
              </a:solidFill>
            </a:endParaRPr>
          </a:p>
        </p:txBody>
      </p:sp>
    </p:spTree>
    <p:extLst>
      <p:ext uri="{BB962C8B-B14F-4D97-AF65-F5344CB8AC3E}">
        <p14:creationId xmlns:p14="http://schemas.microsoft.com/office/powerpoint/2010/main" val="2984463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BE3D0A2-FEF5-158A-E60A-C2AB034AA007}"/>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DDC41994-E742-F540-199D-184A9220D517}"/>
              </a:ext>
            </a:extLst>
          </p:cNvPr>
          <p:cNvSpPr txBox="1"/>
          <p:nvPr/>
        </p:nvSpPr>
        <p:spPr>
          <a:xfrm>
            <a:off x="1374889" y="654364"/>
            <a:ext cx="13991100" cy="2120837"/>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Ejemplos de </a:t>
            </a:r>
            <a:r>
              <a:rPr lang="es-ES" sz="6098" b="0" i="0" u="none" strike="noStrike" cap="none" noProof="0" dirty="0" err="1">
                <a:solidFill>
                  <a:srgbClr val="131416"/>
                </a:solidFill>
                <a:latin typeface="Impact"/>
                <a:ea typeface="Impact"/>
                <a:cs typeface="Impact"/>
                <a:sym typeface="Impact"/>
              </a:rPr>
              <a:t>ERP’s</a:t>
            </a:r>
            <a:r>
              <a:rPr lang="es-ES" sz="6098" b="0" i="0" u="none" strike="noStrike" cap="none" noProof="0" dirty="0">
                <a:solidFill>
                  <a:srgbClr val="131416"/>
                </a:solidFill>
                <a:latin typeface="Impact"/>
                <a:ea typeface="Impact"/>
                <a:cs typeface="Impact"/>
                <a:sym typeface="Impact"/>
              </a:rPr>
              <a:t> especializados para cierto sector empresarial</a:t>
            </a:r>
          </a:p>
        </p:txBody>
      </p:sp>
      <p:sp>
        <p:nvSpPr>
          <p:cNvPr id="156" name="Google Shape;156;p4">
            <a:extLst>
              <a:ext uri="{FF2B5EF4-FFF2-40B4-BE49-F238E27FC236}">
                <a16:creationId xmlns:a16="http://schemas.microsoft.com/office/drawing/2014/main" id="{4792EDDD-79F3-FBFB-E4F3-6E24F6BDD511}"/>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34;g2d8fa948c4e_0_41">
            <a:extLst>
              <a:ext uri="{FF2B5EF4-FFF2-40B4-BE49-F238E27FC236}">
                <a16:creationId xmlns:a16="http://schemas.microsoft.com/office/drawing/2014/main" id="{95152A77-12DB-A23C-2CC3-4D7FE804D6A9}"/>
              </a:ext>
            </a:extLst>
          </p:cNvPr>
          <p:cNvPicPr preferRelativeResize="0"/>
          <p:nvPr/>
        </p:nvPicPr>
        <p:blipFill>
          <a:blip r:embed="rId4">
            <a:alphaModFix/>
          </a:blip>
          <a:stretch>
            <a:fillRect/>
          </a:stretch>
        </p:blipFill>
        <p:spPr>
          <a:xfrm>
            <a:off x="1919232" y="2775201"/>
            <a:ext cx="13325316" cy="5250850"/>
          </a:xfrm>
          <a:prstGeom prst="rect">
            <a:avLst/>
          </a:prstGeom>
          <a:noFill/>
          <a:ln>
            <a:noFill/>
          </a:ln>
        </p:spPr>
      </p:pic>
    </p:spTree>
    <p:extLst>
      <p:ext uri="{BB962C8B-B14F-4D97-AF65-F5344CB8AC3E}">
        <p14:creationId xmlns:p14="http://schemas.microsoft.com/office/powerpoint/2010/main" val="4358365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0B6A2EF-9482-0154-D28D-C1E6E5F9EDF8}"/>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F531DA9E-B553-D834-7E15-BAE7B421D583}"/>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41;g2d8fa948c4e_0_37">
            <a:extLst>
              <a:ext uri="{FF2B5EF4-FFF2-40B4-BE49-F238E27FC236}">
                <a16:creationId xmlns:a16="http://schemas.microsoft.com/office/drawing/2014/main" id="{D793ECE4-3CCA-6A66-39BA-DBA1E5B5C6D9}"/>
              </a:ext>
            </a:extLst>
          </p:cNvPr>
          <p:cNvPicPr preferRelativeResize="0"/>
          <p:nvPr/>
        </p:nvPicPr>
        <p:blipFill>
          <a:blip r:embed="rId4">
            <a:alphaModFix/>
          </a:blip>
          <a:stretch>
            <a:fillRect/>
          </a:stretch>
        </p:blipFill>
        <p:spPr>
          <a:xfrm>
            <a:off x="1253448" y="2343948"/>
            <a:ext cx="13991100" cy="5599104"/>
          </a:xfrm>
          <a:prstGeom prst="rect">
            <a:avLst/>
          </a:prstGeom>
          <a:noFill/>
          <a:ln>
            <a:noFill/>
          </a:ln>
        </p:spPr>
      </p:pic>
    </p:spTree>
    <p:extLst>
      <p:ext uri="{BB962C8B-B14F-4D97-AF65-F5344CB8AC3E}">
        <p14:creationId xmlns:p14="http://schemas.microsoft.com/office/powerpoint/2010/main" val="12638050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A06DB5A-5E41-B98B-E32C-5CB86107552F}"/>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FC91234C-F8F6-209C-00F0-E7A855D312AC}"/>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Ejemplos de éxito</a:t>
            </a:r>
          </a:p>
        </p:txBody>
      </p:sp>
      <p:sp>
        <p:nvSpPr>
          <p:cNvPr id="156" name="Google Shape;156;p4">
            <a:extLst>
              <a:ext uri="{FF2B5EF4-FFF2-40B4-BE49-F238E27FC236}">
                <a16:creationId xmlns:a16="http://schemas.microsoft.com/office/drawing/2014/main" id="{23D57DD7-99C7-38D5-2762-50F8719BED2A}"/>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CuadroTexto 2">
            <a:extLst>
              <a:ext uri="{FF2B5EF4-FFF2-40B4-BE49-F238E27FC236}">
                <a16:creationId xmlns:a16="http://schemas.microsoft.com/office/drawing/2014/main" id="{23D8F1D4-9629-01C6-5E83-E692E10846BE}"/>
              </a:ext>
            </a:extLst>
          </p:cNvPr>
          <p:cNvSpPr txBox="1"/>
          <p:nvPr/>
        </p:nvSpPr>
        <p:spPr>
          <a:xfrm>
            <a:off x="777922" y="2276866"/>
            <a:ext cx="14207319" cy="6370975"/>
          </a:xfrm>
          <a:prstGeom prst="rect">
            <a:avLst/>
          </a:prstGeom>
          <a:noFill/>
        </p:spPr>
        <p:txBody>
          <a:bodyPr wrap="square" rtlCol="0">
            <a:spAutoFit/>
          </a:bodyPr>
          <a:lstStyle/>
          <a:p>
            <a:r>
              <a:rPr lang="es-GT" sz="2400" b="1" dirty="0"/>
              <a:t>Nestlé – SAP ERP</a:t>
            </a:r>
          </a:p>
          <a:p>
            <a:r>
              <a:rPr lang="es-GT" sz="2400" b="1" dirty="0"/>
              <a:t>Sector:</a:t>
            </a:r>
            <a:r>
              <a:rPr lang="es-GT" sz="2400" dirty="0"/>
              <a:t> Alimentos y bebidas</a:t>
            </a:r>
          </a:p>
          <a:p>
            <a:r>
              <a:rPr lang="es-GT" sz="2400" b="1" dirty="0"/>
              <a:t>ERP:</a:t>
            </a:r>
            <a:r>
              <a:rPr lang="es-GT" sz="2400" dirty="0"/>
              <a:t> SAP ERP</a:t>
            </a:r>
          </a:p>
          <a:p>
            <a:endParaRPr lang="es-GT" sz="2400" dirty="0"/>
          </a:p>
          <a:p>
            <a:r>
              <a:rPr lang="es-GT" sz="2400" b="1" dirty="0"/>
              <a:t>Problema Inicial:</a:t>
            </a:r>
          </a:p>
          <a:p>
            <a:pPr marL="285750" indent="-285750">
              <a:buFont typeface="Arial" panose="020B0604020202020204" pitchFamily="34" charset="0"/>
              <a:buChar char="•"/>
            </a:pPr>
            <a:r>
              <a:rPr lang="es-GT" sz="2400" dirty="0"/>
              <a:t>Cada país operaba con sistemas distintos.</a:t>
            </a:r>
          </a:p>
          <a:p>
            <a:pPr marL="285750" indent="-285750">
              <a:buFont typeface="Arial" panose="020B0604020202020204" pitchFamily="34" charset="0"/>
              <a:buChar char="•"/>
            </a:pPr>
            <a:r>
              <a:rPr lang="es-GT" sz="2400" dirty="0"/>
              <a:t>Información duplicada y procesos inconsistentes.</a:t>
            </a:r>
          </a:p>
          <a:p>
            <a:pPr marL="285750" indent="-285750">
              <a:buFont typeface="Arial" panose="020B0604020202020204" pitchFamily="34" charset="0"/>
              <a:buChar char="•"/>
            </a:pPr>
            <a:r>
              <a:rPr lang="es-GT" sz="2400" dirty="0"/>
              <a:t>Dificultad para consolidar datos financieros y operativos.</a:t>
            </a:r>
          </a:p>
          <a:p>
            <a:pPr marL="285750" indent="-285750">
              <a:buFont typeface="Arial" panose="020B0604020202020204" pitchFamily="34" charset="0"/>
              <a:buChar char="•"/>
            </a:pPr>
            <a:endParaRPr lang="es-GT" sz="2400" dirty="0"/>
          </a:p>
          <a:p>
            <a:r>
              <a:rPr lang="es-GT" sz="2400" b="1" dirty="0"/>
              <a:t>Solución:</a:t>
            </a:r>
          </a:p>
          <a:p>
            <a:pPr marL="285750" indent="-285750">
              <a:buFont typeface="Arial" panose="020B0604020202020204" pitchFamily="34" charset="0"/>
              <a:buChar char="•"/>
            </a:pPr>
            <a:r>
              <a:rPr lang="es-GT" sz="2400" dirty="0"/>
              <a:t>Implementación de SAP ERP con procesos estandarizados a nivel global.</a:t>
            </a:r>
          </a:p>
          <a:p>
            <a:pPr marL="285750" indent="-285750">
              <a:buFont typeface="Arial" panose="020B0604020202020204" pitchFamily="34" charset="0"/>
              <a:buChar char="•"/>
            </a:pPr>
            <a:r>
              <a:rPr lang="es-GT" sz="2400" dirty="0"/>
              <a:t>Base de datos centralizada para finanzas, logística y producción.</a:t>
            </a:r>
          </a:p>
          <a:p>
            <a:pPr marL="285750" indent="-285750">
              <a:buFont typeface="Arial" panose="020B0604020202020204" pitchFamily="34" charset="0"/>
              <a:buChar char="•"/>
            </a:pPr>
            <a:endParaRPr lang="es-GT" sz="2400" dirty="0"/>
          </a:p>
          <a:p>
            <a:r>
              <a:rPr lang="es-GT" sz="2400" b="1" dirty="0"/>
              <a:t>Resultados:</a:t>
            </a:r>
          </a:p>
          <a:p>
            <a:pPr marL="285750" indent="-285750">
              <a:buFont typeface="Arial" panose="020B0604020202020204" pitchFamily="34" charset="0"/>
              <a:buChar char="•"/>
            </a:pPr>
            <a:r>
              <a:rPr lang="es-GT" sz="2400" dirty="0"/>
              <a:t>Visibilidad en tiempo real de inventarios y costos.</a:t>
            </a:r>
          </a:p>
          <a:p>
            <a:pPr marL="285750" indent="-285750">
              <a:buFont typeface="Arial" panose="020B0604020202020204" pitchFamily="34" charset="0"/>
              <a:buChar char="•"/>
            </a:pPr>
            <a:r>
              <a:rPr lang="es-GT" sz="2400" dirty="0"/>
              <a:t>Reducción de errores en órdenes y reportes financieros.</a:t>
            </a:r>
          </a:p>
          <a:p>
            <a:pPr marL="285750" indent="-285750">
              <a:buFont typeface="Arial" panose="020B0604020202020204" pitchFamily="34" charset="0"/>
              <a:buChar char="•"/>
            </a:pPr>
            <a:r>
              <a:rPr lang="es-GT" sz="2400" dirty="0"/>
              <a:t>Mejor toma de decisiones estratégicas.</a:t>
            </a:r>
          </a:p>
        </p:txBody>
      </p:sp>
    </p:spTree>
    <p:extLst>
      <p:ext uri="{BB962C8B-B14F-4D97-AF65-F5344CB8AC3E}">
        <p14:creationId xmlns:p14="http://schemas.microsoft.com/office/powerpoint/2010/main" val="19043039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E513FE96-AD5D-E320-2EDF-DB9FC2FF3167}"/>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1527B303-6DF0-2A5D-8B63-874EA6BBF9D6}"/>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CuadroTexto 2">
            <a:extLst>
              <a:ext uri="{FF2B5EF4-FFF2-40B4-BE49-F238E27FC236}">
                <a16:creationId xmlns:a16="http://schemas.microsoft.com/office/drawing/2014/main" id="{433D6464-1390-27D7-CC76-F9F8325951AC}"/>
              </a:ext>
            </a:extLst>
          </p:cNvPr>
          <p:cNvSpPr txBox="1"/>
          <p:nvPr/>
        </p:nvSpPr>
        <p:spPr>
          <a:xfrm>
            <a:off x="791570" y="1773346"/>
            <a:ext cx="14207319" cy="6740307"/>
          </a:xfrm>
          <a:prstGeom prst="rect">
            <a:avLst/>
          </a:prstGeom>
          <a:noFill/>
        </p:spPr>
        <p:txBody>
          <a:bodyPr wrap="square" rtlCol="0">
            <a:spAutoFit/>
          </a:bodyPr>
          <a:lstStyle/>
          <a:p>
            <a:r>
              <a:rPr lang="es-GT" sz="2400" b="1" dirty="0"/>
              <a:t>Toyota – Oracle ERP</a:t>
            </a:r>
          </a:p>
          <a:p>
            <a:r>
              <a:rPr lang="es-GT" sz="2400" b="1" dirty="0"/>
              <a:t>Sector:</a:t>
            </a:r>
            <a:r>
              <a:rPr lang="es-GT" sz="2400" dirty="0"/>
              <a:t> Automotriz</a:t>
            </a:r>
          </a:p>
          <a:p>
            <a:r>
              <a:rPr lang="es-GT" sz="2400" b="1" dirty="0"/>
              <a:t>ERP:</a:t>
            </a:r>
            <a:r>
              <a:rPr lang="es-GT" sz="2400" dirty="0"/>
              <a:t> Oracle ERP</a:t>
            </a:r>
          </a:p>
          <a:p>
            <a:endParaRPr lang="es-GT" sz="2400" dirty="0"/>
          </a:p>
          <a:p>
            <a:r>
              <a:rPr lang="es-GT" sz="2400" b="1" dirty="0"/>
              <a:t>Problema Inicial:</a:t>
            </a:r>
          </a:p>
          <a:p>
            <a:pPr marL="285750" indent="-285750">
              <a:buFont typeface="Arial" panose="020B0604020202020204" pitchFamily="34" charset="0"/>
              <a:buChar char="•"/>
            </a:pPr>
            <a:r>
              <a:rPr lang="es-GT" sz="2400" dirty="0"/>
              <a:t>Necesidad de control preciso en producción y logística.</a:t>
            </a:r>
          </a:p>
          <a:p>
            <a:pPr marL="285750" indent="-285750">
              <a:buFont typeface="Arial" panose="020B0604020202020204" pitchFamily="34" charset="0"/>
              <a:buChar char="•"/>
            </a:pPr>
            <a:r>
              <a:rPr lang="es-GT" sz="2400" dirty="0"/>
              <a:t>Alta complejidad en la cadena de suministros.</a:t>
            </a:r>
          </a:p>
          <a:p>
            <a:pPr marL="285750" indent="-285750">
              <a:buFont typeface="Arial" panose="020B0604020202020204" pitchFamily="34" charset="0"/>
              <a:buChar char="•"/>
            </a:pPr>
            <a:endParaRPr lang="es-GT" sz="2400" dirty="0"/>
          </a:p>
          <a:p>
            <a:r>
              <a:rPr lang="es-GT" sz="2400" b="1" dirty="0"/>
              <a:t>Solución:</a:t>
            </a:r>
          </a:p>
          <a:p>
            <a:pPr marL="285750" indent="-285750">
              <a:buFont typeface="Arial" panose="020B0604020202020204" pitchFamily="34" charset="0"/>
              <a:buChar char="•"/>
            </a:pPr>
            <a:r>
              <a:rPr lang="es-GT" sz="2400" dirty="0"/>
              <a:t>Implementación de Oracle ERP para:</a:t>
            </a:r>
          </a:p>
          <a:p>
            <a:pPr marL="285750" lvl="2" indent="-285750">
              <a:buFont typeface="Arial" panose="020B0604020202020204" pitchFamily="34" charset="0"/>
              <a:buChar char="•"/>
            </a:pPr>
            <a:r>
              <a:rPr lang="es-GT" sz="2400" dirty="0"/>
              <a:t>Producción</a:t>
            </a:r>
          </a:p>
          <a:p>
            <a:pPr marL="285750" lvl="1" indent="-285750">
              <a:buFont typeface="Arial" panose="020B0604020202020204" pitchFamily="34" charset="0"/>
              <a:buChar char="•"/>
            </a:pPr>
            <a:r>
              <a:rPr lang="es-GT" sz="2400" dirty="0"/>
              <a:t>Finanzas</a:t>
            </a:r>
          </a:p>
          <a:p>
            <a:pPr marL="285750" lvl="1" indent="-285750">
              <a:buFont typeface="Arial" panose="020B0604020202020204" pitchFamily="34" charset="0"/>
              <a:buChar char="•"/>
            </a:pPr>
            <a:r>
              <a:rPr lang="es-GT" sz="2400" dirty="0"/>
              <a:t>Compras</a:t>
            </a:r>
          </a:p>
          <a:p>
            <a:pPr marL="285750" lvl="1" indent="-285750">
              <a:buFont typeface="Arial" panose="020B0604020202020204" pitchFamily="34" charset="0"/>
              <a:buChar char="•"/>
            </a:pPr>
            <a:endParaRPr lang="es-GT" sz="2400" dirty="0"/>
          </a:p>
          <a:p>
            <a:r>
              <a:rPr lang="es-GT" sz="2400" b="1" dirty="0"/>
              <a:t>Resultados:</a:t>
            </a:r>
          </a:p>
          <a:p>
            <a:pPr marL="285750" indent="-285750">
              <a:buFont typeface="Arial" panose="020B0604020202020204" pitchFamily="34" charset="0"/>
              <a:buChar char="•"/>
            </a:pPr>
            <a:r>
              <a:rPr lang="es-GT" sz="2400" dirty="0"/>
              <a:t>Optimización del flujo de materiales.</a:t>
            </a:r>
          </a:p>
          <a:p>
            <a:pPr marL="285750" indent="-285750">
              <a:buFont typeface="Arial" panose="020B0604020202020204" pitchFamily="34" charset="0"/>
              <a:buChar char="•"/>
            </a:pPr>
            <a:r>
              <a:rPr lang="es-GT" sz="2400" dirty="0"/>
              <a:t>Reducción de desperdicios.</a:t>
            </a:r>
          </a:p>
          <a:p>
            <a:pPr marL="285750" indent="-285750">
              <a:buFont typeface="Arial" panose="020B0604020202020204" pitchFamily="34" charset="0"/>
              <a:buChar char="•"/>
            </a:pPr>
            <a:r>
              <a:rPr lang="es-GT" sz="2400" dirty="0"/>
              <a:t>Mayor eficiencia operativa.</a:t>
            </a:r>
          </a:p>
        </p:txBody>
      </p:sp>
    </p:spTree>
    <p:extLst>
      <p:ext uri="{BB962C8B-B14F-4D97-AF65-F5344CB8AC3E}">
        <p14:creationId xmlns:p14="http://schemas.microsoft.com/office/powerpoint/2010/main" val="3187773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09CAF4F-6F3B-36BD-342E-6D501EEFCA37}"/>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44752336-EF62-5E95-0641-9890BB4ECAD8}"/>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ES" sz="6098" b="0" i="0" u="none" strike="noStrike" cap="none" noProof="0" dirty="0">
                <a:solidFill>
                  <a:srgbClr val="131416"/>
                </a:solidFill>
                <a:latin typeface="Impact"/>
                <a:ea typeface="Impact"/>
                <a:cs typeface="Impact"/>
                <a:sym typeface="Impact"/>
              </a:rPr>
              <a:t>CRM</a:t>
            </a:r>
          </a:p>
        </p:txBody>
      </p:sp>
      <p:sp>
        <p:nvSpPr>
          <p:cNvPr id="156" name="Google Shape;156;p4">
            <a:extLst>
              <a:ext uri="{FF2B5EF4-FFF2-40B4-BE49-F238E27FC236}">
                <a16:creationId xmlns:a16="http://schemas.microsoft.com/office/drawing/2014/main" id="{A8FDEA73-DBCD-27DA-9DB4-303B4E131B11}"/>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Google Shape;64;g2d853e9ab94_0_26">
            <a:extLst>
              <a:ext uri="{FF2B5EF4-FFF2-40B4-BE49-F238E27FC236}">
                <a16:creationId xmlns:a16="http://schemas.microsoft.com/office/drawing/2014/main" id="{4083A3B6-F454-CF8E-3FFC-9D6EDD130F24}"/>
              </a:ext>
            </a:extLst>
          </p:cNvPr>
          <p:cNvSpPr txBox="1"/>
          <p:nvPr/>
        </p:nvSpPr>
        <p:spPr>
          <a:xfrm>
            <a:off x="430638" y="2316863"/>
            <a:ext cx="16683653" cy="8287448"/>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s" sz="2800" dirty="0">
                <a:solidFill>
                  <a:schemeClr val="dk1"/>
                </a:solidFill>
              </a:rPr>
              <a:t>Un </a:t>
            </a:r>
            <a:r>
              <a:rPr lang="es" sz="2800" b="1" dirty="0">
                <a:solidFill>
                  <a:schemeClr val="dk1"/>
                </a:solidFill>
              </a:rPr>
              <a:t>CRM (Customer Relationship Management)</a:t>
            </a:r>
            <a:r>
              <a:rPr lang="es" sz="2800" dirty="0">
                <a:solidFill>
                  <a:schemeClr val="dk1"/>
                </a:solidFill>
              </a:rPr>
              <a:t> es un sistema o estrategia utilizada por las empresas para gestionar y optimizar las relaciones con sus clientes. Su objetivo principal es mejorar la interacción con los clientes, aumentar la fidelización y potenciar las ventas mediante la centralización de datos y la automatización de procesos.</a:t>
            </a:r>
          </a:p>
          <a:p>
            <a:pPr marL="0" lvl="0" indent="0" algn="just" rtl="0">
              <a:spcBef>
                <a:spcPts val="0"/>
              </a:spcBef>
              <a:spcAft>
                <a:spcPts val="0"/>
              </a:spcAft>
              <a:buNone/>
            </a:pPr>
            <a:endParaRPr sz="2800" dirty="0">
              <a:solidFill>
                <a:schemeClr val="dk1"/>
              </a:solidFill>
            </a:endParaRPr>
          </a:p>
          <a:p>
            <a:pPr marL="0" lvl="0" indent="0" algn="ctr" rtl="0">
              <a:spcBef>
                <a:spcPts val="0"/>
              </a:spcBef>
              <a:spcAft>
                <a:spcPts val="0"/>
              </a:spcAft>
              <a:buNone/>
            </a:pPr>
            <a:r>
              <a:rPr lang="es" sz="2800" b="1" dirty="0">
                <a:solidFill>
                  <a:schemeClr val="dk1"/>
                </a:solidFill>
              </a:rPr>
              <a:t>Componentes principales de un CRM</a:t>
            </a:r>
            <a:endParaRPr sz="2800" b="1" dirty="0">
              <a:solidFill>
                <a:schemeClr val="dk1"/>
              </a:solidFill>
            </a:endParaRPr>
          </a:p>
          <a:p>
            <a:pPr marL="0" lvl="0" indent="0" algn="just" rtl="0">
              <a:spcBef>
                <a:spcPts val="0"/>
              </a:spcBef>
              <a:spcAft>
                <a:spcPts val="0"/>
              </a:spcAft>
              <a:buNone/>
            </a:pPr>
            <a:endParaRPr sz="28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2800" b="1" dirty="0">
                <a:solidFill>
                  <a:schemeClr val="dk1"/>
                </a:solidFill>
              </a:rPr>
              <a:t>Gestión de Contactos y Clientes</a:t>
            </a:r>
            <a:endParaRPr sz="28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2800" dirty="0">
                <a:solidFill>
                  <a:schemeClr val="dk1"/>
                </a:solidFill>
              </a:rPr>
              <a:t>Almacena información detallada de clientes (nombre, historial de compras, interacciones, etc.).</a:t>
            </a:r>
            <a:endParaRPr sz="28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2800" dirty="0">
                <a:solidFill>
                  <a:schemeClr val="dk1"/>
                </a:solidFill>
              </a:rPr>
              <a:t>Facilita el seguimiento de cada cliente en su ciclo de vida.</a:t>
            </a:r>
            <a:endParaRPr sz="2800" dirty="0">
              <a:solidFill>
                <a:schemeClr val="dk1"/>
              </a:solidFill>
            </a:endParaRPr>
          </a:p>
          <a:p>
            <a:pPr marL="0" lvl="0" indent="0" algn="just" rtl="0">
              <a:spcBef>
                <a:spcPts val="1200"/>
              </a:spcBef>
              <a:spcAft>
                <a:spcPts val="0"/>
              </a:spcAft>
              <a:buNone/>
            </a:pPr>
            <a:endParaRPr sz="1800" b="1" dirty="0">
              <a:solidFill>
                <a:schemeClr val="dk1"/>
              </a:solidFill>
            </a:endParaRPr>
          </a:p>
        </p:txBody>
      </p:sp>
    </p:spTree>
    <p:extLst>
      <p:ext uri="{BB962C8B-B14F-4D97-AF65-F5344CB8AC3E}">
        <p14:creationId xmlns:p14="http://schemas.microsoft.com/office/powerpoint/2010/main" val="24865792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D18428E-86C1-4ECA-814A-0275BFCAA419}"/>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CF269814-985D-EF31-1C60-FB21AF1DDEF8}"/>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70;g2d853e9ab94_0_31">
            <a:extLst>
              <a:ext uri="{FF2B5EF4-FFF2-40B4-BE49-F238E27FC236}">
                <a16:creationId xmlns:a16="http://schemas.microsoft.com/office/drawing/2014/main" id="{FC2D4475-5924-31D0-0653-3F488CDFB9E7}"/>
              </a:ext>
            </a:extLst>
          </p:cNvPr>
          <p:cNvSpPr txBox="1"/>
          <p:nvPr/>
        </p:nvSpPr>
        <p:spPr>
          <a:xfrm>
            <a:off x="543817" y="2360765"/>
            <a:ext cx="16338464" cy="6401097"/>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sz="3600" b="1" dirty="0">
                <a:solidFill>
                  <a:schemeClr val="dk1"/>
                </a:solidFill>
              </a:rPr>
              <a:t>Automatización de Ventas</a:t>
            </a:r>
            <a:endParaRPr sz="3600" b="1" dirty="0">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 sz="3600" dirty="0">
                <a:solidFill>
                  <a:schemeClr val="dk1"/>
                </a:solidFill>
              </a:rPr>
              <a:t>Permite gestionar oportunidades de negocio y embudos de ventas.</a:t>
            </a:r>
            <a:endParaRPr sz="3600" dirty="0">
              <a:solidFill>
                <a:schemeClr val="dk1"/>
              </a:solidFill>
            </a:endParaRPr>
          </a:p>
          <a:p>
            <a:pPr marL="457200" lvl="0" indent="-342900" algn="just" rtl="0">
              <a:lnSpc>
                <a:spcPct val="115000"/>
              </a:lnSpc>
              <a:spcBef>
                <a:spcPts val="0"/>
              </a:spcBef>
              <a:spcAft>
                <a:spcPts val="0"/>
              </a:spcAft>
              <a:buClr>
                <a:schemeClr val="dk1"/>
              </a:buClr>
              <a:buSzPts val="1800"/>
              <a:buChar char="●"/>
            </a:pPr>
            <a:r>
              <a:rPr lang="es" sz="3600" dirty="0">
                <a:solidFill>
                  <a:schemeClr val="dk1"/>
                </a:solidFill>
              </a:rPr>
              <a:t>Asigna tareas a vendedores y automatiza recordatorios.</a:t>
            </a:r>
            <a:endParaRPr sz="3600" dirty="0">
              <a:solidFill>
                <a:schemeClr val="dk1"/>
              </a:solidFill>
            </a:endParaRPr>
          </a:p>
          <a:p>
            <a:pPr marL="0" lvl="0" indent="0" algn="just" rtl="0">
              <a:lnSpc>
                <a:spcPct val="115000"/>
              </a:lnSpc>
              <a:spcBef>
                <a:spcPts val="1200"/>
              </a:spcBef>
              <a:spcAft>
                <a:spcPts val="0"/>
              </a:spcAft>
              <a:buClr>
                <a:schemeClr val="dk1"/>
              </a:buClr>
              <a:buSzPts val="1100"/>
              <a:buFont typeface="Arial"/>
              <a:buNone/>
            </a:pPr>
            <a:r>
              <a:rPr lang="es" sz="3600" b="1" dirty="0">
                <a:solidFill>
                  <a:schemeClr val="dk1"/>
                </a:solidFill>
              </a:rPr>
              <a:t>Atención al Cliente y Soporte</a:t>
            </a:r>
            <a:endParaRPr sz="3600" b="1" dirty="0">
              <a:solidFill>
                <a:schemeClr val="dk1"/>
              </a:solidFill>
            </a:endParaRPr>
          </a:p>
          <a:p>
            <a:pPr marL="457200" lvl="0" indent="-342900" algn="just" rtl="0">
              <a:lnSpc>
                <a:spcPct val="115000"/>
              </a:lnSpc>
              <a:spcBef>
                <a:spcPts val="1200"/>
              </a:spcBef>
              <a:spcAft>
                <a:spcPts val="0"/>
              </a:spcAft>
              <a:buClr>
                <a:schemeClr val="dk1"/>
              </a:buClr>
              <a:buSzPts val="1800"/>
              <a:buChar char="●"/>
            </a:pPr>
            <a:r>
              <a:rPr lang="es" sz="3600" dirty="0">
                <a:solidFill>
                  <a:schemeClr val="dk1"/>
                </a:solidFill>
              </a:rPr>
              <a:t>Centraliza solicitudes de clientes para mejorar la respuesta.</a:t>
            </a:r>
            <a:endParaRPr sz="3600" dirty="0">
              <a:solidFill>
                <a:schemeClr val="dk1"/>
              </a:solidFill>
            </a:endParaRPr>
          </a:p>
          <a:p>
            <a:pPr marL="457200" lvl="0" indent="-342900" algn="just" rtl="0">
              <a:lnSpc>
                <a:spcPct val="115000"/>
              </a:lnSpc>
              <a:spcBef>
                <a:spcPts val="0"/>
              </a:spcBef>
              <a:spcAft>
                <a:spcPts val="0"/>
              </a:spcAft>
              <a:buClr>
                <a:schemeClr val="dk1"/>
              </a:buClr>
              <a:buSzPts val="1800"/>
              <a:buChar char="●"/>
            </a:pPr>
            <a:r>
              <a:rPr lang="es" sz="3600" dirty="0">
                <a:solidFill>
                  <a:schemeClr val="dk1"/>
                </a:solidFill>
              </a:rPr>
              <a:t>Registra incidencias y facilita soluciones rápidas.</a:t>
            </a:r>
            <a:endParaRPr sz="3600" dirty="0">
              <a:solidFill>
                <a:schemeClr val="dk1"/>
              </a:solidFill>
            </a:endParaRPr>
          </a:p>
          <a:p>
            <a:pPr marL="0" lvl="0" indent="0" algn="just" rtl="0">
              <a:spcBef>
                <a:spcPts val="1200"/>
              </a:spcBef>
              <a:spcAft>
                <a:spcPts val="0"/>
              </a:spcAft>
              <a:buNone/>
            </a:pPr>
            <a:endParaRPr sz="1800" dirty="0">
              <a:solidFill>
                <a:schemeClr val="dk2"/>
              </a:solidFill>
            </a:endParaRPr>
          </a:p>
        </p:txBody>
      </p:sp>
    </p:spTree>
    <p:extLst>
      <p:ext uri="{BB962C8B-B14F-4D97-AF65-F5344CB8AC3E}">
        <p14:creationId xmlns:p14="http://schemas.microsoft.com/office/powerpoint/2010/main" val="2463346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C88346C-6166-67CB-4AC4-529E00950063}"/>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DB096128-3388-6419-578C-81974FD451E7}"/>
              </a:ext>
            </a:extLst>
          </p:cNvPr>
          <p:cNvSpPr/>
          <p:nvPr/>
        </p:nvSpPr>
        <p:spPr>
          <a:xfrm>
            <a:off x="15244548" y="7241250"/>
            <a:ext cx="2760875" cy="2813183"/>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Google Shape;76;g2d853e9ab94_0_41">
            <a:extLst>
              <a:ext uri="{FF2B5EF4-FFF2-40B4-BE49-F238E27FC236}">
                <a16:creationId xmlns:a16="http://schemas.microsoft.com/office/drawing/2014/main" id="{E693A2EC-EB12-96B5-C382-02E50DA8250D}"/>
              </a:ext>
            </a:extLst>
          </p:cNvPr>
          <p:cNvSpPr txBox="1"/>
          <p:nvPr/>
        </p:nvSpPr>
        <p:spPr>
          <a:xfrm>
            <a:off x="976549" y="1632573"/>
            <a:ext cx="16110447" cy="759331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3200" b="1" dirty="0">
                <a:solidFill>
                  <a:schemeClr val="dk1"/>
                </a:solidFill>
              </a:rPr>
              <a:t>Automatización de Marketing</a:t>
            </a:r>
            <a:endParaRPr sz="32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3200" dirty="0">
                <a:solidFill>
                  <a:schemeClr val="dk1"/>
                </a:solidFill>
              </a:rPr>
              <a:t>Permite campañas de email marketing, segmentación de clientes y personalización de ofertas.</a:t>
            </a:r>
            <a:endParaRPr sz="32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3200" dirty="0">
                <a:solidFill>
                  <a:schemeClr val="dk1"/>
                </a:solidFill>
              </a:rPr>
              <a:t>Analiza métricas de conversión y comportamiento del cliente.</a:t>
            </a:r>
            <a:endParaRPr sz="3200"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s" sz="3200" b="1" dirty="0">
                <a:solidFill>
                  <a:schemeClr val="dk1"/>
                </a:solidFill>
              </a:rPr>
              <a:t>Análisis y Reportes</a:t>
            </a:r>
            <a:endParaRPr sz="3200" b="1" dirty="0">
              <a:solidFill>
                <a:schemeClr val="dk1"/>
              </a:solidFill>
            </a:endParaRPr>
          </a:p>
          <a:p>
            <a:pPr marL="457200" lvl="0" indent="-342900" algn="l" rtl="0">
              <a:lnSpc>
                <a:spcPct val="115000"/>
              </a:lnSpc>
              <a:spcBef>
                <a:spcPts val="1200"/>
              </a:spcBef>
              <a:spcAft>
                <a:spcPts val="0"/>
              </a:spcAft>
              <a:buClr>
                <a:schemeClr val="dk1"/>
              </a:buClr>
              <a:buSzPts val="1800"/>
              <a:buChar char="●"/>
            </a:pPr>
            <a:r>
              <a:rPr lang="es" sz="3200" dirty="0">
                <a:solidFill>
                  <a:schemeClr val="dk1"/>
                </a:solidFill>
              </a:rPr>
              <a:t>Ofrece estadísticas sobre ventas, clientes potenciales y rendimiento de campañas.</a:t>
            </a:r>
            <a:endParaRPr sz="3200" dirty="0">
              <a:solidFill>
                <a:schemeClr val="dk1"/>
              </a:solidFill>
            </a:endParaRPr>
          </a:p>
          <a:p>
            <a:pPr marL="457200" lvl="0" indent="-342900" algn="l" rtl="0">
              <a:lnSpc>
                <a:spcPct val="115000"/>
              </a:lnSpc>
              <a:spcBef>
                <a:spcPts val="0"/>
              </a:spcBef>
              <a:spcAft>
                <a:spcPts val="0"/>
              </a:spcAft>
              <a:buClr>
                <a:schemeClr val="dk1"/>
              </a:buClr>
              <a:buSzPts val="1800"/>
              <a:buChar char="●"/>
            </a:pPr>
            <a:r>
              <a:rPr lang="es" sz="3200" dirty="0">
                <a:solidFill>
                  <a:schemeClr val="dk1"/>
                </a:solidFill>
              </a:rPr>
              <a:t>Ayuda en la toma de decisiones basada en datos.</a:t>
            </a:r>
            <a:endParaRPr sz="3200" dirty="0">
              <a:solidFill>
                <a:schemeClr val="dk1"/>
              </a:solidFill>
            </a:endParaRPr>
          </a:p>
          <a:p>
            <a:pPr marL="0" lvl="0" indent="0" algn="l" rtl="0">
              <a:spcBef>
                <a:spcPts val="1200"/>
              </a:spcBef>
              <a:spcAft>
                <a:spcPts val="0"/>
              </a:spcAft>
              <a:buNone/>
            </a:pPr>
            <a:endParaRPr sz="1800" dirty="0">
              <a:solidFill>
                <a:schemeClr val="dk2"/>
              </a:solidFill>
            </a:endParaRPr>
          </a:p>
        </p:txBody>
      </p:sp>
    </p:spTree>
    <p:extLst>
      <p:ext uri="{BB962C8B-B14F-4D97-AF65-F5344CB8AC3E}">
        <p14:creationId xmlns:p14="http://schemas.microsoft.com/office/powerpoint/2010/main" val="42439324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CONCEPTOS CLAVE APRENDIDOS </a:t>
            </a:r>
            <a:endParaRPr lang="es-GT" sz="1400" b="0" i="0" u="none" strike="noStrike" cap="none" noProof="0" dirty="0">
              <a:solidFill>
                <a:srgbClr val="000000"/>
              </a:solidFill>
              <a:latin typeface="Impact"/>
              <a:ea typeface="Impact"/>
              <a:cs typeface="Impact"/>
              <a:sym typeface="Impact"/>
            </a:endParaRPr>
          </a:p>
        </p:txBody>
      </p:sp>
      <p:sp>
        <p:nvSpPr>
          <p:cNvPr id="163" name="Google Shape;163;p6"/>
          <p:cNvSpPr txBox="1"/>
          <p:nvPr/>
        </p:nvSpPr>
        <p:spPr>
          <a:xfrm>
            <a:off x="555859" y="2614261"/>
            <a:ext cx="17377299" cy="4073038"/>
          </a:xfrm>
          <a:prstGeom prst="rect">
            <a:avLst/>
          </a:prstGeom>
          <a:noFill/>
          <a:ln>
            <a:noFill/>
          </a:ln>
        </p:spPr>
        <p:txBody>
          <a:bodyPr spcFirstLastPara="1" wrap="square" lIns="0" tIns="0" rIns="0" bIns="0" anchor="t" anchorCtr="0">
            <a:spAutoFit/>
          </a:bodyPr>
          <a:lstStyle/>
          <a:p>
            <a:pPr marL="0" marR="0" lvl="0" indent="0" algn="just" rtl="0">
              <a:lnSpc>
                <a:spcPct val="140019"/>
              </a:lnSpc>
              <a:spcBef>
                <a:spcPts val="0"/>
              </a:spcBef>
              <a:spcAft>
                <a:spcPts val="0"/>
              </a:spcAft>
              <a:buClr>
                <a:srgbClr val="000000"/>
              </a:buClr>
              <a:buSzPts val="3151"/>
              <a:buFont typeface="Arial"/>
              <a:buNone/>
            </a:pPr>
            <a:r>
              <a:rPr lang="es-GT" sz="3151" b="0" i="0" u="none" strike="noStrike" cap="none" noProof="0" dirty="0">
                <a:solidFill>
                  <a:srgbClr val="131416"/>
                </a:solidFill>
                <a:latin typeface="Arial"/>
                <a:ea typeface="Arial"/>
                <a:cs typeface="Arial"/>
                <a:sym typeface="Arial"/>
              </a:rPr>
              <a:t>Un ERP es un software utilizado para manejar la información interna de la empresa de sus distintas áreas a través de una base de datos, centralizando la información, es por ello que trabaja con una arquitectura modular lo que apoya en la toma de decisiones basadas en datos.</a:t>
            </a:r>
          </a:p>
          <a:p>
            <a:pPr marL="0" marR="0" lvl="0" indent="0" algn="just" rtl="0">
              <a:lnSpc>
                <a:spcPct val="140019"/>
              </a:lnSpc>
              <a:spcBef>
                <a:spcPts val="0"/>
              </a:spcBef>
              <a:spcAft>
                <a:spcPts val="0"/>
              </a:spcAft>
              <a:buClr>
                <a:srgbClr val="000000"/>
              </a:buClr>
              <a:buSzPts val="3151"/>
              <a:buFont typeface="Arial"/>
              <a:buNone/>
            </a:pPr>
            <a:endParaRPr lang="es-GT" sz="3151" dirty="0">
              <a:solidFill>
                <a:srgbClr val="131416"/>
              </a:solidFill>
            </a:endParaRPr>
          </a:p>
          <a:p>
            <a:pPr marL="0" marR="0" lvl="0" indent="0" algn="just" rtl="0">
              <a:lnSpc>
                <a:spcPct val="140019"/>
              </a:lnSpc>
              <a:spcBef>
                <a:spcPts val="0"/>
              </a:spcBef>
              <a:spcAft>
                <a:spcPts val="0"/>
              </a:spcAft>
              <a:buClr>
                <a:srgbClr val="000000"/>
              </a:buClr>
              <a:buSzPts val="3151"/>
              <a:buFont typeface="Arial"/>
              <a:buNone/>
            </a:pPr>
            <a:r>
              <a:rPr lang="es-GT" sz="3151" b="0" i="0" u="none" strike="noStrike" cap="none" noProof="0" dirty="0">
                <a:solidFill>
                  <a:srgbClr val="131416"/>
                </a:solidFill>
                <a:latin typeface="Arial"/>
                <a:ea typeface="Arial"/>
                <a:cs typeface="Arial"/>
                <a:sym typeface="Arial"/>
              </a:rPr>
              <a:t>Un CRM es un software utilizado para manejar la información y la relación con los clientes de la empresa</a:t>
            </a:r>
            <a:endParaRPr lang="es-GT" sz="1400" b="0" i="0" u="none" strike="noStrike" cap="none" noProof="0" dirty="0">
              <a:solidFill>
                <a:srgbClr val="000000"/>
              </a:solidFill>
              <a:latin typeface="Arial"/>
              <a:ea typeface="Arial"/>
              <a:cs typeface="Arial"/>
              <a:sym typeface="Arial"/>
            </a:endParaRPr>
          </a:p>
        </p:txBody>
      </p:sp>
      <p:sp>
        <p:nvSpPr>
          <p:cNvPr id="164" name="Google Shape;164;p6"/>
          <p:cNvSpPr/>
          <p:nvPr/>
        </p:nvSpPr>
        <p:spPr>
          <a:xfrm>
            <a:off x="13831909" y="6323527"/>
            <a:ext cx="4241753" cy="358649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p:nvPr/>
        </p:nvSpPr>
        <p:spPr>
          <a:xfrm>
            <a:off x="2507390" y="1000125"/>
            <a:ext cx="13503300" cy="119988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dirty="0">
                <a:solidFill>
                  <a:srgbClr val="131416"/>
                </a:solidFill>
                <a:latin typeface="Impact"/>
                <a:ea typeface="Impact"/>
                <a:cs typeface="Impact"/>
                <a:sym typeface="Impact"/>
              </a:rPr>
              <a:t>Valor de esta semana: Respeto</a:t>
            </a:r>
            <a:endParaRPr lang="es-GT" sz="1400" b="0" i="0" u="none" strike="noStrike" cap="none" noProof="0" dirty="0">
              <a:solidFill>
                <a:srgbClr val="000000"/>
              </a:solidFill>
              <a:latin typeface="Impact"/>
              <a:ea typeface="Impact"/>
              <a:cs typeface="Impact"/>
              <a:sym typeface="Impact"/>
            </a:endParaRPr>
          </a:p>
        </p:txBody>
      </p:sp>
      <p:sp>
        <p:nvSpPr>
          <p:cNvPr id="171" name="Google Shape;171;p7"/>
          <p:cNvSpPr txBox="1"/>
          <p:nvPr/>
        </p:nvSpPr>
        <p:spPr>
          <a:xfrm>
            <a:off x="3308189" y="3976342"/>
            <a:ext cx="11671621" cy="1357679"/>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3151"/>
              <a:buFont typeface="Arial"/>
              <a:buNone/>
            </a:pPr>
            <a:r>
              <a:rPr lang="es-ES" sz="3151" b="0" i="0" u="none" strike="noStrike" cap="none" noProof="0" dirty="0">
                <a:solidFill>
                  <a:srgbClr val="131416"/>
                </a:solidFill>
                <a:latin typeface="Arial"/>
                <a:ea typeface="Arial"/>
                <a:cs typeface="Arial"/>
                <a:sym typeface="Arial"/>
              </a:rPr>
              <a:t>Reconocer y valorar las opiniones, ideas y aportes de los demás, manteniendo un ambiente cordial y constructivo.</a:t>
            </a:r>
            <a:endParaRPr lang="es-GT" sz="1400" b="0" i="0" u="none" strike="noStrike" cap="none" noProof="0" dirty="0">
              <a:solidFill>
                <a:srgbClr val="000000"/>
              </a:solidFill>
              <a:latin typeface="Arial"/>
              <a:ea typeface="Arial"/>
              <a:cs typeface="Arial"/>
              <a:sym typeface="Arial"/>
            </a:endParaRPr>
          </a:p>
        </p:txBody>
      </p:sp>
      <p:sp>
        <p:nvSpPr>
          <p:cNvPr id="172" name="Google Shape;172;p7"/>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REFERENCIAS </a:t>
            </a:r>
            <a:endParaRPr lang="es-GT" sz="1400" b="0" i="0" u="none" strike="noStrike" cap="none" noProof="0" dirty="0">
              <a:solidFill>
                <a:srgbClr val="000000"/>
              </a:solidFill>
              <a:latin typeface="Impact"/>
              <a:ea typeface="Impact"/>
              <a:cs typeface="Impact"/>
              <a:sym typeface="Impact"/>
            </a:endParaRPr>
          </a:p>
        </p:txBody>
      </p:sp>
      <p:sp>
        <p:nvSpPr>
          <p:cNvPr id="182" name="Google Shape;182;p8"/>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84" name="Google Shape;184;p8" title="Gemini_Generated_Image_k3gbyrk3gbyrk3gb.png"/>
          <p:cNvPicPr preferRelativeResize="0"/>
          <p:nvPr/>
        </p:nvPicPr>
        <p:blipFill rotWithShape="1">
          <a:blip r:embed="rId4">
            <a:alphaModFix/>
          </a:blip>
          <a:srcRect/>
          <a:stretch/>
        </p:blipFill>
        <p:spPr>
          <a:xfrm>
            <a:off x="0" y="0"/>
            <a:ext cx="7000174" cy="4361449"/>
          </a:xfrm>
          <a:prstGeom prst="rect">
            <a:avLst/>
          </a:prstGeom>
          <a:noFill/>
          <a:ln>
            <a:noFill/>
          </a:ln>
        </p:spPr>
      </p:pic>
      <p:sp>
        <p:nvSpPr>
          <p:cNvPr id="3" name="CuadroTexto 2">
            <a:extLst>
              <a:ext uri="{FF2B5EF4-FFF2-40B4-BE49-F238E27FC236}">
                <a16:creationId xmlns:a16="http://schemas.microsoft.com/office/drawing/2014/main" id="{2B63766B-4B78-7B2F-AC4A-5C43CCAC53E3}"/>
              </a:ext>
            </a:extLst>
          </p:cNvPr>
          <p:cNvSpPr txBox="1"/>
          <p:nvPr/>
        </p:nvSpPr>
        <p:spPr>
          <a:xfrm>
            <a:off x="723331" y="4361449"/>
            <a:ext cx="11900848" cy="3170099"/>
          </a:xfrm>
          <a:prstGeom prst="rect">
            <a:avLst/>
          </a:prstGeom>
          <a:noFill/>
        </p:spPr>
        <p:txBody>
          <a:bodyPr wrap="square" rtlCol="0">
            <a:spAutoFit/>
          </a:bodyPr>
          <a:lstStyle/>
          <a:p>
            <a:pPr marL="342900" indent="-342900">
              <a:buFont typeface="Arial" panose="020B0604020202020204" pitchFamily="34" charset="0"/>
              <a:buChar char="•"/>
            </a:pPr>
            <a:r>
              <a:rPr lang="en-US" sz="2000" dirty="0"/>
              <a:t>Yasir Khan, M. Ab-Rahim, R. Kit Yeng, S. (2025 29 May). </a:t>
            </a:r>
            <a:r>
              <a:rPr lang="en-US" sz="2000" i="1" dirty="0"/>
              <a:t>A Conceptual Overview of Enterprise Resource Planning Systems</a:t>
            </a:r>
            <a:r>
              <a:rPr lang="en-US" sz="2000" dirty="0"/>
              <a:t>. </a:t>
            </a:r>
            <a:r>
              <a:rPr lang="es-GT" sz="2000" dirty="0"/>
              <a:t> http://dx.doi.org/10.6007/IJARBSS/v15-i5/25490 	</a:t>
            </a:r>
          </a:p>
          <a:p>
            <a:endParaRPr lang="es-GT" sz="2000" dirty="0"/>
          </a:p>
          <a:p>
            <a:pPr marL="342900" indent="-342900">
              <a:buFont typeface="Arial" panose="020B0604020202020204" pitchFamily="34" charset="0"/>
              <a:buChar char="•"/>
            </a:pPr>
            <a:r>
              <a:rPr lang="es-GT" sz="2000" dirty="0" err="1"/>
              <a:t>Zaman</a:t>
            </a:r>
            <a:r>
              <a:rPr lang="es-GT" sz="2000" dirty="0"/>
              <a:t>, S. (2024 08 Oct). </a:t>
            </a:r>
            <a:r>
              <a:rPr lang="en-US" sz="2000" i="1" dirty="0"/>
              <a:t>A SYSTEMATIC REVIEW OF ERP AND CRM INTEGRATION FOR SUSTAINABLE BUSINESS AND DATA MANAGEMENT IN LOGISTICS AND SUPPLY CHAIN INDUSTRY</a:t>
            </a:r>
            <a:r>
              <a:rPr lang="en-US" sz="2000" dirty="0"/>
              <a:t>. AIM International Journal Publisher.</a:t>
            </a:r>
          </a:p>
          <a:p>
            <a:endParaRPr lang="en-US" sz="2000" dirty="0"/>
          </a:p>
          <a:p>
            <a:pPr marL="342900" indent="-342900">
              <a:buFont typeface="Arial" panose="020B0604020202020204" pitchFamily="34" charset="0"/>
              <a:buChar char="•"/>
            </a:pPr>
            <a:r>
              <a:rPr lang="en-US" sz="2000" dirty="0"/>
              <a:t>Rahman Arifur, M. Kowsar Masud, M. (2022 05 Jul). </a:t>
            </a:r>
            <a:r>
              <a:rPr lang="en-US" sz="2000" i="1" dirty="0"/>
              <a:t>Enterprise Resource Planning and Customer Relationship Management Integration: A system review of adoption models and organizational impact</a:t>
            </a:r>
            <a:r>
              <a:rPr lang="en-US" sz="2000" dirty="0"/>
              <a:t>. Review of Applied Science and Technology</a:t>
            </a:r>
            <a:endParaRPr lang="es-GT"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64f262177b_0_2"/>
          <p:cNvSpPr txBox="1"/>
          <p:nvPr/>
        </p:nvSpPr>
        <p:spPr>
          <a:xfrm>
            <a:off x="2148439" y="4077814"/>
            <a:ext cx="13991100" cy="938700"/>
          </a:xfrm>
          <a:prstGeom prst="rect">
            <a:avLst/>
          </a:prstGeom>
          <a:noFill/>
          <a:ln>
            <a:noFill/>
          </a:ln>
        </p:spPr>
        <p:txBody>
          <a:bodyPr spcFirstLastPara="1" wrap="square" lIns="0" tIns="0" rIns="0" bIns="0" anchor="t" anchorCtr="0">
            <a:spAutoFit/>
          </a:bodyPr>
          <a:lstStyle/>
          <a:p>
            <a:pPr marL="0" marR="0" lvl="0" indent="0" algn="ctr" rtl="0">
              <a:lnSpc>
                <a:spcPct val="112987"/>
              </a:lnSpc>
              <a:spcBef>
                <a:spcPts val="0"/>
              </a:spcBef>
              <a:spcAft>
                <a:spcPts val="0"/>
              </a:spcAft>
              <a:buClr>
                <a:srgbClr val="000000"/>
              </a:buClr>
              <a:buSzPts val="6098"/>
              <a:buFont typeface="Arial"/>
              <a:buNone/>
            </a:pPr>
            <a:r>
              <a:rPr lang="es-GT" sz="6098" noProof="0" dirty="0">
                <a:solidFill>
                  <a:srgbClr val="131416"/>
                </a:solidFill>
                <a:latin typeface="Impact"/>
                <a:ea typeface="Impact"/>
                <a:cs typeface="Impact"/>
                <a:sym typeface="Impact"/>
              </a:rPr>
              <a:t>Ejemplo práctico</a:t>
            </a:r>
            <a:endParaRPr lang="es-GT" sz="1400" b="0" i="0" u="none" strike="noStrike" cap="none" noProof="0" dirty="0">
              <a:solidFill>
                <a:srgbClr val="000000"/>
              </a:solidFill>
              <a:latin typeface="Impact"/>
              <a:ea typeface="Impact"/>
              <a:cs typeface="Impact"/>
              <a:sym typeface="Impact"/>
            </a:endParaRPr>
          </a:p>
        </p:txBody>
      </p:sp>
      <p:sp>
        <p:nvSpPr>
          <p:cNvPr id="190" name="Google Shape;190;g364f262177b_0_2"/>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92" name="Google Shape;192;g364f262177b_0_2" title="Gemini_Generated_Image_u2i06ou2i06ou2i0.png"/>
          <p:cNvPicPr preferRelativeResize="0"/>
          <p:nvPr/>
        </p:nvPicPr>
        <p:blipFill>
          <a:blip r:embed="rId4">
            <a:alphaModFix/>
          </a:blip>
          <a:stretch>
            <a:fillRect/>
          </a:stretch>
        </p:blipFill>
        <p:spPr>
          <a:xfrm>
            <a:off x="0" y="3"/>
            <a:ext cx="4695574" cy="6434676"/>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4afea4f63_0_141"/>
          <p:cNvSpPr txBox="1"/>
          <p:nvPr/>
        </p:nvSpPr>
        <p:spPr>
          <a:xfrm>
            <a:off x="5791489" y="6796953"/>
            <a:ext cx="6705000" cy="769500"/>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s-GT" sz="5000" b="0" i="0" u="none" strike="noStrike" cap="none" noProof="0" dirty="0">
                <a:solidFill>
                  <a:srgbClr val="131416"/>
                </a:solidFill>
                <a:latin typeface="Arial"/>
                <a:ea typeface="Arial"/>
                <a:cs typeface="Arial"/>
                <a:sym typeface="Arial"/>
              </a:rPr>
              <a:t>DUDAS ¿?</a:t>
            </a:r>
            <a:endParaRPr lang="es-GT" sz="1400" b="0" i="0" u="none" strike="noStrike" cap="none" noProof="0" dirty="0">
              <a:solidFill>
                <a:srgbClr val="000000"/>
              </a:solidFill>
              <a:latin typeface="Arial"/>
              <a:ea typeface="Arial"/>
              <a:cs typeface="Arial"/>
              <a:sym typeface="Arial"/>
            </a:endParaRPr>
          </a:p>
        </p:txBody>
      </p:sp>
      <p:pic>
        <p:nvPicPr>
          <p:cNvPr id="217" name="Google Shape;217;g364afea4f63_0_141" title="Gemini_Generated_Image_1od44x1od44x1od4.png"/>
          <p:cNvPicPr preferRelativeResize="0"/>
          <p:nvPr/>
        </p:nvPicPr>
        <p:blipFill rotWithShape="1">
          <a:blip r:embed="rId3">
            <a:alphaModFix/>
          </a:blip>
          <a:srcRect/>
          <a:stretch/>
        </p:blipFill>
        <p:spPr>
          <a:xfrm>
            <a:off x="4576287" y="699975"/>
            <a:ext cx="9135424" cy="569180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9"/>
          <p:cNvSpPr txBox="1"/>
          <p:nvPr/>
        </p:nvSpPr>
        <p:spPr>
          <a:xfrm>
            <a:off x="4571995" y="517605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s-GT" sz="6099" b="0" i="0" u="none" strike="noStrike" cap="none" noProof="0" dirty="0">
                <a:solidFill>
                  <a:srgbClr val="131416"/>
                </a:solidFill>
                <a:latin typeface="Impact"/>
                <a:ea typeface="Impact"/>
                <a:cs typeface="Impact"/>
                <a:sym typeface="Impact"/>
              </a:rPr>
              <a:t>¡GRACIAS POR SU  ATENCIÓN!</a:t>
            </a:r>
            <a:endParaRPr lang="es-GT" sz="1400" b="0" i="0" u="none" strike="noStrike" cap="none" noProof="0" dirty="0">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lang="es-GT" sz="6099" b="0" i="0" u="none" strike="noStrike" cap="none" noProof="0" dirty="0">
              <a:solidFill>
                <a:srgbClr val="131416"/>
              </a:solidFill>
              <a:latin typeface="Impact"/>
              <a:ea typeface="Impact"/>
              <a:cs typeface="Impact"/>
              <a:sym typeface="Impact"/>
            </a:endParaRPr>
          </a:p>
        </p:txBody>
      </p:sp>
      <p:sp>
        <p:nvSpPr>
          <p:cNvPr id="223" name="Google Shape;223;p9"/>
          <p:cNvSpPr/>
          <p:nvPr/>
        </p:nvSpPr>
        <p:spPr>
          <a:xfrm>
            <a:off x="7765363" y="5966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24" name="Google Shape;224;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s-GT" sz="2000" b="0" i="0" u="none" strike="noStrike" cap="none" noProof="0" dirty="0">
                <a:solidFill>
                  <a:srgbClr val="131416"/>
                </a:solidFill>
                <a:latin typeface="Arial"/>
                <a:ea typeface="Arial"/>
                <a:cs typeface="Arial"/>
                <a:sym typeface="Arial"/>
              </a:rPr>
              <a:t>RECUERDA QUE TENEMOS NUESTRO FORO SEMANAL DONDE PUEDES CONSULTAR CUALQUIER DUDA QUE TE SURJA EN LA SEMANA</a:t>
            </a:r>
            <a:endParaRPr lang="es-G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TotalTime>
  <Words>2797</Words>
  <Application>Microsoft Office PowerPoint</Application>
  <PresentationFormat>Personalizado</PresentationFormat>
  <Paragraphs>315</Paragraphs>
  <Slides>54</Slides>
  <Notes>54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54</vt:i4>
      </vt:variant>
    </vt:vector>
  </HeadingPairs>
  <TitlesOfParts>
    <vt:vector size="61" baseType="lpstr">
      <vt:lpstr>Open Sans</vt:lpstr>
      <vt:lpstr>Lobster</vt:lpstr>
      <vt:lpstr>Impact</vt:lpstr>
      <vt:lpstr>Calibri</vt:lpstr>
      <vt:lpstr>Arial</vt:lpstr>
      <vt:lpstr>Pacifico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William Santos</cp:lastModifiedBy>
  <cp:revision>1</cp:revision>
  <dcterms:created xsi:type="dcterms:W3CDTF">2006-08-16T00:00:00Z</dcterms:created>
  <dcterms:modified xsi:type="dcterms:W3CDTF">2026-01-26T06:31:13Z</dcterms:modified>
</cp:coreProperties>
</file>