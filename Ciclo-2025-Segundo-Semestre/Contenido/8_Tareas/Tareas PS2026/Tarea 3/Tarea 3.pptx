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0"/>
  </p:notesMasterIdLst>
  <p:sldIdLst>
    <p:sldId id="256" r:id="rId2"/>
    <p:sldId id="257" r:id="rId3"/>
    <p:sldId id="262" r:id="rId4"/>
    <p:sldId id="263" r:id="rId5"/>
    <p:sldId id="264" r:id="rId6"/>
    <p:sldId id="265" r:id="rId7"/>
    <p:sldId id="266" r:id="rId8"/>
    <p:sldId id="258" r:id="rId9"/>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5" roundtripDataSignature="AMtx7mgJlZl+luecGVzsZpUAlAN4SVcuA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1C12C99-0101-455A-926A-225F6E31FDAD}" v="7" dt="2026-03-09T01:17:20.702"/>
  </p1510:revLst>
</p1510:revInfo>
</file>

<file path=ppt/tableStyles.xml><?xml version="1.0" encoding="utf-8"?>
<a:tblStyleLst xmlns:a="http://schemas.openxmlformats.org/drawingml/2006/main" def="{6D1B0283-5687-4A5E-923D-03B7FAD6BEE9}">
  <a:tblStyle styleId="{6D1B0283-5687-4A5E-923D-03B7FAD6BEE9}"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38" d="100"/>
          <a:sy n="138" d="100"/>
        </p:scale>
        <p:origin x="834" y="12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26"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5" Type="http://customschemas.google.com/relationships/presentationmetadata" Target="metadata"/><Relationship Id="rId2" Type="http://schemas.openxmlformats.org/officeDocument/2006/relationships/slide" Target="slides/slide1.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28" Type="http://schemas.openxmlformats.org/officeDocument/2006/relationships/theme" Target="theme/theme1.xml"/><Relationship Id="rId10" Type="http://schemas.openxmlformats.org/officeDocument/2006/relationships/notesMaster" Target="notesMasters/notesMaster1.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illiam Santos" userId="3c44bde2a603709d" providerId="LiveId" clId="{EEA2192A-38D1-4A54-81F6-6ECFB1187D77}"/>
    <pc:docChg chg="undo custSel addSld modSld">
      <pc:chgData name="William Santos" userId="3c44bde2a603709d" providerId="LiveId" clId="{EEA2192A-38D1-4A54-81F6-6ECFB1187D77}" dt="2026-03-09T01:54:08.922" v="328" actId="115"/>
      <pc:docMkLst>
        <pc:docMk/>
      </pc:docMkLst>
      <pc:sldChg chg="modSp mod">
        <pc:chgData name="William Santos" userId="3c44bde2a603709d" providerId="LiveId" clId="{EEA2192A-38D1-4A54-81F6-6ECFB1187D77}" dt="2026-03-09T01:10:06.946" v="41" actId="20577"/>
        <pc:sldMkLst>
          <pc:docMk/>
          <pc:sldMk cId="0" sldId="256"/>
        </pc:sldMkLst>
        <pc:spChg chg="mod">
          <ac:chgData name="William Santos" userId="3c44bde2a603709d" providerId="LiveId" clId="{EEA2192A-38D1-4A54-81F6-6ECFB1187D77}" dt="2026-03-09T01:10:00.650" v="35" actId="20577"/>
          <ac:spMkLst>
            <pc:docMk/>
            <pc:sldMk cId="0" sldId="256"/>
            <ac:spMk id="56" creationId="{00000000-0000-0000-0000-000000000000}"/>
          </ac:spMkLst>
        </pc:spChg>
        <pc:spChg chg="mod">
          <ac:chgData name="William Santos" userId="3c44bde2a603709d" providerId="LiveId" clId="{EEA2192A-38D1-4A54-81F6-6ECFB1187D77}" dt="2026-03-09T01:09:56.899" v="33" actId="20577"/>
          <ac:spMkLst>
            <pc:docMk/>
            <pc:sldMk cId="0" sldId="256"/>
            <ac:spMk id="57" creationId="{00000000-0000-0000-0000-000000000000}"/>
          </ac:spMkLst>
        </pc:spChg>
        <pc:graphicFrameChg chg="modGraphic">
          <ac:chgData name="William Santos" userId="3c44bde2a603709d" providerId="LiveId" clId="{EEA2192A-38D1-4A54-81F6-6ECFB1187D77}" dt="2026-03-09T01:10:06.946" v="41" actId="20577"/>
          <ac:graphicFrameMkLst>
            <pc:docMk/>
            <pc:sldMk cId="0" sldId="256"/>
            <ac:graphicFrameMk id="55" creationId="{00000000-0000-0000-0000-000000000000}"/>
          </ac:graphicFrameMkLst>
        </pc:graphicFrameChg>
      </pc:sldChg>
      <pc:sldChg chg="modSp mod">
        <pc:chgData name="William Santos" userId="3c44bde2a603709d" providerId="LiveId" clId="{EEA2192A-38D1-4A54-81F6-6ECFB1187D77}" dt="2026-03-09T01:11:21.683" v="46" actId="12"/>
        <pc:sldMkLst>
          <pc:docMk/>
          <pc:sldMk cId="0" sldId="257"/>
        </pc:sldMkLst>
        <pc:spChg chg="mod">
          <ac:chgData name="William Santos" userId="3c44bde2a603709d" providerId="LiveId" clId="{EEA2192A-38D1-4A54-81F6-6ECFB1187D77}" dt="2026-03-09T01:11:21.683" v="46" actId="12"/>
          <ac:spMkLst>
            <pc:docMk/>
            <pc:sldMk cId="0" sldId="257"/>
            <ac:spMk id="64" creationId="{00000000-0000-0000-0000-000000000000}"/>
          </ac:spMkLst>
        </pc:spChg>
      </pc:sldChg>
      <pc:sldChg chg="modSp mod">
        <pc:chgData name="William Santos" userId="3c44bde2a603709d" providerId="LiveId" clId="{EEA2192A-38D1-4A54-81F6-6ECFB1187D77}" dt="2026-03-09T01:21:05.984" v="327" actId="20577"/>
        <pc:sldMkLst>
          <pc:docMk/>
          <pc:sldMk cId="0" sldId="258"/>
        </pc:sldMkLst>
        <pc:spChg chg="mod">
          <ac:chgData name="William Santos" userId="3c44bde2a603709d" providerId="LiveId" clId="{EEA2192A-38D1-4A54-81F6-6ECFB1187D77}" dt="2026-03-09T01:21:05.984" v="327" actId="20577"/>
          <ac:spMkLst>
            <pc:docMk/>
            <pc:sldMk cId="0" sldId="258"/>
            <ac:spMk id="70" creationId="{00000000-0000-0000-0000-000000000000}"/>
          </ac:spMkLst>
        </pc:spChg>
      </pc:sldChg>
      <pc:sldChg chg="modSp mod">
        <pc:chgData name="William Santos" userId="3c44bde2a603709d" providerId="LiveId" clId="{EEA2192A-38D1-4A54-81F6-6ECFB1187D77}" dt="2026-03-09T01:13:15.016" v="64" actId="115"/>
        <pc:sldMkLst>
          <pc:docMk/>
          <pc:sldMk cId="141161982" sldId="262"/>
        </pc:sldMkLst>
        <pc:spChg chg="mod">
          <ac:chgData name="William Santos" userId="3c44bde2a603709d" providerId="LiveId" clId="{EEA2192A-38D1-4A54-81F6-6ECFB1187D77}" dt="2026-03-09T01:13:15.016" v="64" actId="115"/>
          <ac:spMkLst>
            <pc:docMk/>
            <pc:sldMk cId="141161982" sldId="262"/>
            <ac:spMk id="6" creationId="{7266A398-8C83-953D-8E16-C8D313764B53}"/>
          </ac:spMkLst>
        </pc:spChg>
      </pc:sldChg>
      <pc:sldChg chg="modSp add mod">
        <pc:chgData name="William Santos" userId="3c44bde2a603709d" providerId="LiveId" clId="{EEA2192A-38D1-4A54-81F6-6ECFB1187D77}" dt="2026-03-09T01:12:44.257" v="61" actId="27636"/>
        <pc:sldMkLst>
          <pc:docMk/>
          <pc:sldMk cId="2815490246" sldId="263"/>
        </pc:sldMkLst>
        <pc:spChg chg="mod">
          <ac:chgData name="William Santos" userId="3c44bde2a603709d" providerId="LiveId" clId="{EEA2192A-38D1-4A54-81F6-6ECFB1187D77}" dt="2026-03-09T01:12:44.257" v="61" actId="27636"/>
          <ac:spMkLst>
            <pc:docMk/>
            <pc:sldMk cId="2815490246" sldId="263"/>
            <ac:spMk id="6" creationId="{207467C6-BF5D-DEA8-6E92-62CB2C879D9E}"/>
          </ac:spMkLst>
        </pc:spChg>
      </pc:sldChg>
      <pc:sldChg chg="modSp add mod">
        <pc:chgData name="William Santos" userId="3c44bde2a603709d" providerId="LiveId" clId="{EEA2192A-38D1-4A54-81F6-6ECFB1187D77}" dt="2026-03-09T01:54:08.922" v="328" actId="115"/>
        <pc:sldMkLst>
          <pc:docMk/>
          <pc:sldMk cId="2101023990" sldId="264"/>
        </pc:sldMkLst>
        <pc:spChg chg="mod">
          <ac:chgData name="William Santos" userId="3c44bde2a603709d" providerId="LiveId" clId="{EEA2192A-38D1-4A54-81F6-6ECFB1187D77}" dt="2026-03-09T01:54:08.922" v="328" actId="115"/>
          <ac:spMkLst>
            <pc:docMk/>
            <pc:sldMk cId="2101023990" sldId="264"/>
            <ac:spMk id="6" creationId="{0EA83399-D4E9-66B0-ED13-E1642D34AB8C}"/>
          </ac:spMkLst>
        </pc:spChg>
      </pc:sldChg>
      <pc:sldChg chg="modSp add mod">
        <pc:chgData name="William Santos" userId="3c44bde2a603709d" providerId="LiveId" clId="{EEA2192A-38D1-4A54-81F6-6ECFB1187D77}" dt="2026-03-09T01:15:19.894" v="101" actId="20577"/>
        <pc:sldMkLst>
          <pc:docMk/>
          <pc:sldMk cId="56371061" sldId="265"/>
        </pc:sldMkLst>
        <pc:spChg chg="mod">
          <ac:chgData name="William Santos" userId="3c44bde2a603709d" providerId="LiveId" clId="{EEA2192A-38D1-4A54-81F6-6ECFB1187D77}" dt="2026-03-09T01:15:19.894" v="101" actId="20577"/>
          <ac:spMkLst>
            <pc:docMk/>
            <pc:sldMk cId="56371061" sldId="265"/>
            <ac:spMk id="6" creationId="{DED30FCC-2E0D-6728-1408-2BF1DD0D8ECC}"/>
          </ac:spMkLst>
        </pc:spChg>
      </pc:sldChg>
      <pc:sldChg chg="modSp add mod">
        <pc:chgData name="William Santos" userId="3c44bde2a603709d" providerId="LiveId" clId="{EEA2192A-38D1-4A54-81F6-6ECFB1187D77}" dt="2026-03-09T01:17:26.933" v="114" actId="27636"/>
        <pc:sldMkLst>
          <pc:docMk/>
          <pc:sldMk cId="2334265453" sldId="266"/>
        </pc:sldMkLst>
        <pc:spChg chg="mod">
          <ac:chgData name="William Santos" userId="3c44bde2a603709d" providerId="LiveId" clId="{EEA2192A-38D1-4A54-81F6-6ECFB1187D77}" dt="2026-03-09T01:17:26.933" v="114" actId="27636"/>
          <ac:spMkLst>
            <pc:docMk/>
            <pc:sldMk cId="2334265453" sldId="266"/>
            <ac:spMk id="6" creationId="{0006D6E2-F2BF-58AE-B686-7E3EB1E02DC3}"/>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 name="Google Shape;5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g2d853e9ab94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 name="Google Shape;60;g2d853e9ab94_0_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a:extLst>
            <a:ext uri="{FF2B5EF4-FFF2-40B4-BE49-F238E27FC236}">
              <a16:creationId xmlns:a16="http://schemas.microsoft.com/office/drawing/2014/main" id="{7D3F533E-DE3E-5A88-3DC4-FE59EE96023D}"/>
            </a:ext>
          </a:extLst>
        </p:cNvPr>
        <p:cNvGrpSpPr/>
        <p:nvPr/>
      </p:nvGrpSpPr>
      <p:grpSpPr>
        <a:xfrm>
          <a:off x="0" y="0"/>
          <a:ext cx="0" cy="0"/>
          <a:chOff x="0" y="0"/>
          <a:chExt cx="0" cy="0"/>
        </a:xfrm>
      </p:grpSpPr>
      <p:sp>
        <p:nvSpPr>
          <p:cNvPr id="59" name="Google Shape;59;g2d853e9ab94_0_26:notes">
            <a:extLst>
              <a:ext uri="{FF2B5EF4-FFF2-40B4-BE49-F238E27FC236}">
                <a16:creationId xmlns:a16="http://schemas.microsoft.com/office/drawing/2014/main" id="{FBA38415-A761-FCED-30F9-1A4DA8316E8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 name="Google Shape;60;g2d853e9ab94_0_26:notes">
            <a:extLst>
              <a:ext uri="{FF2B5EF4-FFF2-40B4-BE49-F238E27FC236}">
                <a16:creationId xmlns:a16="http://schemas.microsoft.com/office/drawing/2014/main" id="{06252A98-70C6-552F-01EC-7B835931676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0387737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a:extLst>
            <a:ext uri="{FF2B5EF4-FFF2-40B4-BE49-F238E27FC236}">
              <a16:creationId xmlns:a16="http://schemas.microsoft.com/office/drawing/2014/main" id="{0C6553C5-FF2C-4348-44C4-54B1ACE131C2}"/>
            </a:ext>
          </a:extLst>
        </p:cNvPr>
        <p:cNvGrpSpPr/>
        <p:nvPr/>
      </p:nvGrpSpPr>
      <p:grpSpPr>
        <a:xfrm>
          <a:off x="0" y="0"/>
          <a:ext cx="0" cy="0"/>
          <a:chOff x="0" y="0"/>
          <a:chExt cx="0" cy="0"/>
        </a:xfrm>
      </p:grpSpPr>
      <p:sp>
        <p:nvSpPr>
          <p:cNvPr id="59" name="Google Shape;59;g2d853e9ab94_0_26:notes">
            <a:extLst>
              <a:ext uri="{FF2B5EF4-FFF2-40B4-BE49-F238E27FC236}">
                <a16:creationId xmlns:a16="http://schemas.microsoft.com/office/drawing/2014/main" id="{A316EB67-DD11-9BE0-5869-5CAADC3A2CE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 name="Google Shape;60;g2d853e9ab94_0_26:notes">
            <a:extLst>
              <a:ext uri="{FF2B5EF4-FFF2-40B4-BE49-F238E27FC236}">
                <a16:creationId xmlns:a16="http://schemas.microsoft.com/office/drawing/2014/main" id="{7A2AF3B5-AFE4-6777-8C2B-4278111EBE5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9735000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a:extLst>
            <a:ext uri="{FF2B5EF4-FFF2-40B4-BE49-F238E27FC236}">
              <a16:creationId xmlns:a16="http://schemas.microsoft.com/office/drawing/2014/main" id="{6B3F9C8D-2DFE-4F2A-0AB5-567618B89EEF}"/>
            </a:ext>
          </a:extLst>
        </p:cNvPr>
        <p:cNvGrpSpPr/>
        <p:nvPr/>
      </p:nvGrpSpPr>
      <p:grpSpPr>
        <a:xfrm>
          <a:off x="0" y="0"/>
          <a:ext cx="0" cy="0"/>
          <a:chOff x="0" y="0"/>
          <a:chExt cx="0" cy="0"/>
        </a:xfrm>
      </p:grpSpPr>
      <p:sp>
        <p:nvSpPr>
          <p:cNvPr id="59" name="Google Shape;59;g2d853e9ab94_0_26:notes">
            <a:extLst>
              <a:ext uri="{FF2B5EF4-FFF2-40B4-BE49-F238E27FC236}">
                <a16:creationId xmlns:a16="http://schemas.microsoft.com/office/drawing/2014/main" id="{1EB0BDFD-7D14-ABB4-BDB4-A861ED7BFF9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 name="Google Shape;60;g2d853e9ab94_0_26:notes">
            <a:extLst>
              <a:ext uri="{FF2B5EF4-FFF2-40B4-BE49-F238E27FC236}">
                <a16:creationId xmlns:a16="http://schemas.microsoft.com/office/drawing/2014/main" id="{2C1051FE-1B70-AEF4-4D02-6EB6296B917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1095129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a:extLst>
            <a:ext uri="{FF2B5EF4-FFF2-40B4-BE49-F238E27FC236}">
              <a16:creationId xmlns:a16="http://schemas.microsoft.com/office/drawing/2014/main" id="{15690CCA-DBA2-1E74-8697-B845BC1E40A9}"/>
            </a:ext>
          </a:extLst>
        </p:cNvPr>
        <p:cNvGrpSpPr/>
        <p:nvPr/>
      </p:nvGrpSpPr>
      <p:grpSpPr>
        <a:xfrm>
          <a:off x="0" y="0"/>
          <a:ext cx="0" cy="0"/>
          <a:chOff x="0" y="0"/>
          <a:chExt cx="0" cy="0"/>
        </a:xfrm>
      </p:grpSpPr>
      <p:sp>
        <p:nvSpPr>
          <p:cNvPr id="59" name="Google Shape;59;g2d853e9ab94_0_26:notes">
            <a:extLst>
              <a:ext uri="{FF2B5EF4-FFF2-40B4-BE49-F238E27FC236}">
                <a16:creationId xmlns:a16="http://schemas.microsoft.com/office/drawing/2014/main" id="{962D808F-BA2C-961C-CB8E-EF4172E1F8C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 name="Google Shape;60;g2d853e9ab94_0_26:notes">
            <a:extLst>
              <a:ext uri="{FF2B5EF4-FFF2-40B4-BE49-F238E27FC236}">
                <a16:creationId xmlns:a16="http://schemas.microsoft.com/office/drawing/2014/main" id="{C8E6E405-467A-026B-7F15-51652A1BDB6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31584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a:extLst>
            <a:ext uri="{FF2B5EF4-FFF2-40B4-BE49-F238E27FC236}">
              <a16:creationId xmlns:a16="http://schemas.microsoft.com/office/drawing/2014/main" id="{C63B89BB-2A38-53C7-51EE-C8719D07A145}"/>
            </a:ext>
          </a:extLst>
        </p:cNvPr>
        <p:cNvGrpSpPr/>
        <p:nvPr/>
      </p:nvGrpSpPr>
      <p:grpSpPr>
        <a:xfrm>
          <a:off x="0" y="0"/>
          <a:ext cx="0" cy="0"/>
          <a:chOff x="0" y="0"/>
          <a:chExt cx="0" cy="0"/>
        </a:xfrm>
      </p:grpSpPr>
      <p:sp>
        <p:nvSpPr>
          <p:cNvPr id="59" name="Google Shape;59;g2d853e9ab94_0_26:notes">
            <a:extLst>
              <a:ext uri="{FF2B5EF4-FFF2-40B4-BE49-F238E27FC236}">
                <a16:creationId xmlns:a16="http://schemas.microsoft.com/office/drawing/2014/main" id="{567FD20C-8F34-4B2E-25A2-E87922702BA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 name="Google Shape;60;g2d853e9ab94_0_26:notes">
            <a:extLst>
              <a:ext uri="{FF2B5EF4-FFF2-40B4-BE49-F238E27FC236}">
                <a16:creationId xmlns:a16="http://schemas.microsoft.com/office/drawing/2014/main" id="{B3F8486A-5934-1982-7E83-1A7F7B38B08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5510224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g2d853e9ab94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7" name="Google Shape;67;g2d853e9ab94_0_3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9"/>
        <p:cNvGrpSpPr/>
        <p:nvPr/>
      </p:nvGrpSpPr>
      <p:grpSpPr>
        <a:xfrm>
          <a:off x="0" y="0"/>
          <a:ext cx="0" cy="0"/>
          <a:chOff x="0" y="0"/>
          <a:chExt cx="0" cy="0"/>
        </a:xfrm>
      </p:grpSpPr>
      <p:sp>
        <p:nvSpPr>
          <p:cNvPr id="10" name="Google Shape;10;p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1" name="Google Shape;11;p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2" name="Google Shape;12;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
        <p:cNvGrpSpPr/>
        <p:nvPr/>
      </p:nvGrpSpPr>
      <p:grpSpPr>
        <a:xfrm>
          <a:off x="0" y="0"/>
          <a:ext cx="0" cy="0"/>
          <a:chOff x="0" y="0"/>
          <a:chExt cx="0" cy="0"/>
        </a:xfrm>
      </p:grpSpPr>
      <p:sp>
        <p:nvSpPr>
          <p:cNvPr id="18" name="Google Shape;18;p5"/>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9" name="Google Shape;19;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6"/>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3" name="Google Shape;23;p6"/>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4" name="Google Shape;24;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8"/>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8"/>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1" name="Google Shape;31;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9"/>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10"/>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10"/>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10"/>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10"/>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0" name="Google Shape;40;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1"/>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2"/>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2"/>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7" name="Google Shape;47;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2"/>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2"/>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pic>
        <p:nvPicPr>
          <p:cNvPr id="54" name="Google Shape;54;p1"/>
          <p:cNvPicPr preferRelativeResize="0"/>
          <p:nvPr/>
        </p:nvPicPr>
        <p:blipFill rotWithShape="1">
          <a:blip r:embed="rId3">
            <a:alphaModFix amt="62000"/>
          </a:blip>
          <a:srcRect/>
          <a:stretch/>
        </p:blipFill>
        <p:spPr>
          <a:xfrm>
            <a:off x="8451" y="0"/>
            <a:ext cx="9127099" cy="5143501"/>
          </a:xfrm>
          <a:prstGeom prst="rect">
            <a:avLst/>
          </a:prstGeom>
          <a:noFill/>
          <a:ln>
            <a:noFill/>
          </a:ln>
        </p:spPr>
      </p:pic>
      <p:graphicFrame>
        <p:nvGraphicFramePr>
          <p:cNvPr id="55" name="Google Shape;55;p1"/>
          <p:cNvGraphicFramePr/>
          <p:nvPr>
            <p:extLst>
              <p:ext uri="{D42A27DB-BD31-4B8C-83A1-F6EECF244321}">
                <p14:modId xmlns:p14="http://schemas.microsoft.com/office/powerpoint/2010/main" val="3403686921"/>
              </p:ext>
            </p:extLst>
          </p:nvPr>
        </p:nvGraphicFramePr>
        <p:xfrm>
          <a:off x="5328200" y="970025"/>
          <a:ext cx="3690575" cy="798516"/>
        </p:xfrm>
        <a:graphic>
          <a:graphicData uri="http://schemas.openxmlformats.org/drawingml/2006/table">
            <a:tbl>
              <a:tblPr>
                <a:noFill/>
                <a:tableStyleId>{6D1B0283-5687-4A5E-923D-03B7FAD6BEE9}</a:tableStyleId>
              </a:tblPr>
              <a:tblGrid>
                <a:gridCol w="1518200">
                  <a:extLst>
                    <a:ext uri="{9D8B030D-6E8A-4147-A177-3AD203B41FA5}">
                      <a16:colId xmlns:a16="http://schemas.microsoft.com/office/drawing/2014/main" val="20000"/>
                    </a:ext>
                  </a:extLst>
                </a:gridCol>
                <a:gridCol w="2172375">
                  <a:extLst>
                    <a:ext uri="{9D8B030D-6E8A-4147-A177-3AD203B41FA5}">
                      <a16:colId xmlns:a16="http://schemas.microsoft.com/office/drawing/2014/main" val="20001"/>
                    </a:ext>
                  </a:extLst>
                </a:gridCol>
              </a:tblGrid>
              <a:tr h="322450">
                <a:tc>
                  <a:txBody>
                    <a:bodyPr/>
                    <a:lstStyle/>
                    <a:p>
                      <a:pPr marL="0" marR="0" lvl="0" indent="0" algn="l" rtl="0">
                        <a:lnSpc>
                          <a:spcPct val="100000"/>
                        </a:lnSpc>
                        <a:spcBef>
                          <a:spcPts val="0"/>
                        </a:spcBef>
                        <a:spcAft>
                          <a:spcPts val="0"/>
                        </a:spcAft>
                        <a:buClr>
                          <a:srgbClr val="000000"/>
                        </a:buClr>
                        <a:buSzPts val="1420"/>
                        <a:buFont typeface="Arial"/>
                        <a:buNone/>
                      </a:pPr>
                      <a:r>
                        <a:rPr lang="es" sz="1420" b="1" u="none" strike="noStrike" cap="none">
                          <a:solidFill>
                            <a:schemeClr val="dk1"/>
                          </a:solidFill>
                        </a:rPr>
                        <a:t>Día, Fecha:</a:t>
                      </a:r>
                      <a:endParaRPr sz="1420" b="1" u="none" strike="noStrike" cap="none">
                        <a:solidFill>
                          <a:schemeClr val="dk1"/>
                        </a:solidFill>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s" sz="1400" u="none" strike="noStrike" cap="none" dirty="0"/>
                        <a:t>Martes, 10/03/2026</a:t>
                      </a:r>
                      <a:endParaRPr sz="1400" u="none" strike="noStrike" cap="none" dirty="0"/>
                    </a:p>
                  </a:txBody>
                  <a:tcPr marL="91425" marR="91425" marT="91425" marB="91425"/>
                </a:tc>
                <a:extLst>
                  <a:ext uri="{0D108BD9-81ED-4DB2-BD59-A6C34878D82A}">
                    <a16:rowId xmlns:a16="http://schemas.microsoft.com/office/drawing/2014/main" val="10000"/>
                  </a:ext>
                </a:extLst>
              </a:tr>
              <a:tr h="363100">
                <a:tc>
                  <a:txBody>
                    <a:bodyPr/>
                    <a:lstStyle/>
                    <a:p>
                      <a:pPr marL="0" marR="0" lvl="0" indent="0" algn="l" rtl="0">
                        <a:lnSpc>
                          <a:spcPct val="100000"/>
                        </a:lnSpc>
                        <a:spcBef>
                          <a:spcPts val="0"/>
                        </a:spcBef>
                        <a:spcAft>
                          <a:spcPts val="0"/>
                        </a:spcAft>
                        <a:buClr>
                          <a:srgbClr val="000000"/>
                        </a:buClr>
                        <a:buSzPts val="1420"/>
                        <a:buFont typeface="Arial"/>
                        <a:buNone/>
                      </a:pPr>
                      <a:r>
                        <a:rPr lang="es" sz="1420" b="1" u="none" strike="noStrike" cap="none">
                          <a:solidFill>
                            <a:schemeClr val="dk1"/>
                          </a:solidFill>
                        </a:rPr>
                        <a:t>Hora de inicio:</a:t>
                      </a:r>
                      <a:endParaRPr sz="1420" b="1" u="none" strike="noStrike" cap="none">
                        <a:solidFill>
                          <a:schemeClr val="dk1"/>
                        </a:solidFill>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s" sz="1400" u="none" strike="noStrike" cap="none" dirty="0"/>
                        <a:t>17:20</a:t>
                      </a:r>
                      <a:endParaRPr sz="1400" u="none" strike="noStrike" cap="none" dirty="0"/>
                    </a:p>
                  </a:txBody>
                  <a:tcPr marL="91425" marR="91425" marT="91425" marB="91425"/>
                </a:tc>
                <a:extLst>
                  <a:ext uri="{0D108BD9-81ED-4DB2-BD59-A6C34878D82A}">
                    <a16:rowId xmlns:a16="http://schemas.microsoft.com/office/drawing/2014/main" val="10001"/>
                  </a:ext>
                </a:extLst>
              </a:tr>
            </a:tbl>
          </a:graphicData>
        </a:graphic>
      </p:graphicFrame>
      <p:sp>
        <p:nvSpPr>
          <p:cNvPr id="56" name="Google Shape;56;p1"/>
          <p:cNvSpPr txBox="1"/>
          <p:nvPr/>
        </p:nvSpPr>
        <p:spPr>
          <a:xfrm>
            <a:off x="3992650" y="2132750"/>
            <a:ext cx="5142900" cy="1723518"/>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s" sz="2500" b="0" i="0" u="none" strike="noStrike" cap="none" dirty="0">
                <a:solidFill>
                  <a:srgbClr val="000000"/>
                </a:solidFill>
                <a:latin typeface="Arial"/>
                <a:ea typeface="Arial"/>
                <a:cs typeface="Arial"/>
                <a:sym typeface="Arial"/>
              </a:rPr>
              <a:t>SISTEMAS ORGANIZACIONALES Y GERENCIALES 2 Sección N</a:t>
            </a:r>
          </a:p>
          <a:p>
            <a:pPr marL="0" marR="0" lvl="0" indent="0" algn="l" rtl="0">
              <a:lnSpc>
                <a:spcPct val="100000"/>
              </a:lnSpc>
              <a:spcBef>
                <a:spcPts val="0"/>
              </a:spcBef>
              <a:spcAft>
                <a:spcPts val="0"/>
              </a:spcAft>
              <a:buClr>
                <a:srgbClr val="000000"/>
              </a:buClr>
              <a:buSzPts val="2500"/>
              <a:buFont typeface="Arial"/>
              <a:buNone/>
            </a:pPr>
            <a:endParaRPr lang="es" sz="2500" dirty="0"/>
          </a:p>
          <a:p>
            <a:pPr marL="0" marR="0" lvl="0" indent="0" algn="l" rtl="0">
              <a:lnSpc>
                <a:spcPct val="100000"/>
              </a:lnSpc>
              <a:spcBef>
                <a:spcPts val="0"/>
              </a:spcBef>
              <a:spcAft>
                <a:spcPts val="0"/>
              </a:spcAft>
              <a:buClr>
                <a:srgbClr val="000000"/>
              </a:buClr>
              <a:buSzPts val="2500"/>
              <a:buFont typeface="Arial"/>
              <a:buNone/>
            </a:pPr>
            <a:r>
              <a:rPr lang="es" sz="2500" b="0" i="0" u="none" strike="noStrike" cap="none" dirty="0">
                <a:solidFill>
                  <a:srgbClr val="000000"/>
                </a:solidFill>
                <a:latin typeface="Arial"/>
                <a:ea typeface="Arial"/>
                <a:cs typeface="Arial"/>
                <a:sym typeface="Arial"/>
              </a:rPr>
              <a:t>TAREA 3</a:t>
            </a:r>
          </a:p>
        </p:txBody>
      </p:sp>
      <p:sp>
        <p:nvSpPr>
          <p:cNvPr id="57" name="Google Shape;57;p1"/>
          <p:cNvSpPr txBox="1"/>
          <p:nvPr/>
        </p:nvSpPr>
        <p:spPr>
          <a:xfrm>
            <a:off x="107100" y="4595250"/>
            <a:ext cx="4290600" cy="492600"/>
          </a:xfrm>
          <a:prstGeom prst="rect">
            <a:avLst/>
          </a:prstGeom>
          <a:noFill/>
          <a:ln>
            <a:noFill/>
          </a:ln>
        </p:spPr>
        <p:txBody>
          <a:bodyPr spcFirstLastPara="1" wrap="square" lIns="91425" tIns="91425" rIns="91425" bIns="91425" anchor="t" anchorCtr="0">
            <a:spAutoFit/>
          </a:bodyPr>
          <a:lstStyle/>
          <a:p>
            <a:pPr lvl="0">
              <a:buSzPts val="2000"/>
            </a:pPr>
            <a:r>
              <a:rPr lang="es-GT" sz="2000" dirty="0"/>
              <a:t>William Alexander Santos Colindres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pic>
        <p:nvPicPr>
          <p:cNvPr id="62" name="Google Shape;62;g2d853e9ab94_0_26"/>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64" name="Google Shape;64;g2d853e9ab94_0_26"/>
          <p:cNvSpPr txBox="1"/>
          <p:nvPr/>
        </p:nvSpPr>
        <p:spPr>
          <a:xfrm>
            <a:off x="62150" y="870200"/>
            <a:ext cx="8989500" cy="4203300"/>
          </a:xfrm>
          <a:prstGeom prst="rect">
            <a:avLst/>
          </a:prstGeom>
          <a:noFill/>
          <a:ln>
            <a:noFill/>
          </a:ln>
        </p:spPr>
        <p:txBody>
          <a:bodyPr spcFirstLastPara="1" wrap="square" lIns="91425" tIns="91425" rIns="91425" bIns="91425" anchor="t" anchorCtr="0">
            <a:noAutofit/>
          </a:bodyPr>
          <a:lstStyle/>
          <a:p>
            <a:r>
              <a:rPr lang="es-ES" sz="1800" dirty="0"/>
              <a:t>Usted debe implementar un </a:t>
            </a:r>
            <a:r>
              <a:rPr lang="es-ES" sz="1800" dirty="0" err="1"/>
              <a:t>Workflow</a:t>
            </a:r>
            <a:r>
              <a:rPr lang="es-ES" sz="1800" dirty="0"/>
              <a:t> para 3 procesos distintos (1 </a:t>
            </a:r>
            <a:r>
              <a:rPr lang="es-ES" sz="1800" dirty="0" err="1"/>
              <a:t>Workflow</a:t>
            </a:r>
            <a:r>
              <a:rPr lang="es-ES" sz="1800" dirty="0"/>
              <a:t> para cada proceso), como actualmente todo se realiza de forma manual, la entrega de sus </a:t>
            </a:r>
            <a:r>
              <a:rPr lang="es-ES" sz="1800" dirty="0" err="1"/>
              <a:t>Workflows</a:t>
            </a:r>
            <a:r>
              <a:rPr lang="es-ES" sz="1800" dirty="0"/>
              <a:t> son diagramas donde especifique las distintas etapas que contendrán, las rutas a seguir y quienes se encuentran involucrados.</a:t>
            </a:r>
          </a:p>
          <a:p>
            <a:endParaRPr lang="es-ES" sz="1800" dirty="0"/>
          </a:p>
          <a:p>
            <a:r>
              <a:rPr lang="es-ES" sz="1800" dirty="0"/>
              <a:t>Los procesos son los siguientes:</a:t>
            </a:r>
          </a:p>
          <a:p>
            <a:pPr marL="342900" indent="-342900">
              <a:buFont typeface="+mj-lt"/>
              <a:buAutoNum type="arabicPeriod"/>
            </a:pPr>
            <a:r>
              <a:rPr lang="es-ES" sz="1800" dirty="0"/>
              <a:t>Solicitud de ingresos y egresos.</a:t>
            </a:r>
          </a:p>
          <a:p>
            <a:pPr marL="342900" indent="-342900">
              <a:buFont typeface="+mj-lt"/>
              <a:buAutoNum type="arabicPeriod"/>
            </a:pPr>
            <a:r>
              <a:rPr lang="es-ES" sz="1800" dirty="0"/>
              <a:t>Solicitud de descanso de un día con goce de sueldo.</a:t>
            </a:r>
          </a:p>
          <a:p>
            <a:pPr marL="342900" indent="-342900">
              <a:buFont typeface="+mj-lt"/>
              <a:buAutoNum type="arabicPeriod"/>
            </a:pPr>
            <a:r>
              <a:rPr lang="es-ES" sz="1800" dirty="0"/>
              <a:t>Solicitud de vacaciones.</a:t>
            </a:r>
          </a:p>
          <a:p>
            <a:pPr marL="114300">
              <a:lnSpc>
                <a:spcPct val="115000"/>
              </a:lnSpc>
              <a:spcBef>
                <a:spcPts val="1200"/>
              </a:spcBef>
              <a:buClr>
                <a:schemeClr val="dk1"/>
              </a:buClr>
              <a:buSzPts val="1800"/>
            </a:pPr>
            <a:endParaRPr lang="es-GT" sz="1800" dirty="0">
              <a:solidFill>
                <a:schemeClr val="dk1"/>
              </a:solidFill>
            </a:endParaRPr>
          </a:p>
          <a:p>
            <a:pPr marL="114300">
              <a:lnSpc>
                <a:spcPct val="115000"/>
              </a:lnSpc>
              <a:spcBef>
                <a:spcPts val="1200"/>
              </a:spcBef>
              <a:buClr>
                <a:schemeClr val="dk1"/>
              </a:buClr>
              <a:buSzPts val="1800"/>
            </a:pPr>
            <a:endParaRPr lang="es-GT" sz="1800" dirty="0">
              <a:solidFill>
                <a:schemeClr val="dk1"/>
              </a:solidFill>
            </a:endParaRPr>
          </a:p>
        </p:txBody>
      </p:sp>
      <p:sp>
        <p:nvSpPr>
          <p:cNvPr id="2" name="Título 4">
            <a:extLst>
              <a:ext uri="{FF2B5EF4-FFF2-40B4-BE49-F238E27FC236}">
                <a16:creationId xmlns:a16="http://schemas.microsoft.com/office/drawing/2014/main" id="{A159586C-8A3F-1F2E-C197-2FD2F08A374E}"/>
              </a:ext>
            </a:extLst>
          </p:cNvPr>
          <p:cNvSpPr>
            <a:spLocks noGrp="1"/>
          </p:cNvSpPr>
          <p:nvPr>
            <p:ph type="title"/>
          </p:nvPr>
        </p:nvSpPr>
        <p:spPr>
          <a:xfrm>
            <a:off x="311700" y="445025"/>
            <a:ext cx="8520600" cy="572700"/>
          </a:xfrm>
        </p:spPr>
        <p:txBody>
          <a:bodyPr>
            <a:normAutofit fontScale="90000"/>
          </a:bodyPr>
          <a:lstStyle/>
          <a:p>
            <a:pPr algn="ctr"/>
            <a:r>
              <a:rPr lang="es-GT" dirty="0"/>
              <a:t>Tarea 3</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1">
          <a:extLst>
            <a:ext uri="{FF2B5EF4-FFF2-40B4-BE49-F238E27FC236}">
              <a16:creationId xmlns:a16="http://schemas.microsoft.com/office/drawing/2014/main" id="{A0256F09-4DA7-8325-6AED-218934C21F0B}"/>
            </a:ext>
          </a:extLst>
        </p:cNvPr>
        <p:cNvGrpSpPr/>
        <p:nvPr/>
      </p:nvGrpSpPr>
      <p:grpSpPr>
        <a:xfrm>
          <a:off x="0" y="0"/>
          <a:ext cx="0" cy="0"/>
          <a:chOff x="0" y="0"/>
          <a:chExt cx="0" cy="0"/>
        </a:xfrm>
      </p:grpSpPr>
      <p:pic>
        <p:nvPicPr>
          <p:cNvPr id="62" name="Google Shape;62;g2d853e9ab94_0_26">
            <a:extLst>
              <a:ext uri="{FF2B5EF4-FFF2-40B4-BE49-F238E27FC236}">
                <a16:creationId xmlns:a16="http://schemas.microsoft.com/office/drawing/2014/main" id="{78C15D57-8A3B-3D28-01E8-D1E64772FBBB}"/>
              </a:ext>
            </a:extLst>
          </p:cNvPr>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5" name="Título 4">
            <a:extLst>
              <a:ext uri="{FF2B5EF4-FFF2-40B4-BE49-F238E27FC236}">
                <a16:creationId xmlns:a16="http://schemas.microsoft.com/office/drawing/2014/main" id="{6005C9A3-DE0B-02C7-6C85-4F3DC2BBB826}"/>
              </a:ext>
            </a:extLst>
          </p:cNvPr>
          <p:cNvSpPr>
            <a:spLocks noGrp="1"/>
          </p:cNvSpPr>
          <p:nvPr>
            <p:ph type="title"/>
          </p:nvPr>
        </p:nvSpPr>
        <p:spPr/>
        <p:txBody>
          <a:bodyPr>
            <a:normAutofit fontScale="90000"/>
          </a:bodyPr>
          <a:lstStyle/>
          <a:p>
            <a:pPr algn="ctr"/>
            <a:r>
              <a:rPr lang="es-GT" dirty="0"/>
              <a:t>Tarea 3</a:t>
            </a:r>
          </a:p>
        </p:txBody>
      </p:sp>
      <p:sp>
        <p:nvSpPr>
          <p:cNvPr id="6" name="Marcador de texto 5">
            <a:extLst>
              <a:ext uri="{FF2B5EF4-FFF2-40B4-BE49-F238E27FC236}">
                <a16:creationId xmlns:a16="http://schemas.microsoft.com/office/drawing/2014/main" id="{7266A398-8C83-953D-8E16-C8D313764B53}"/>
              </a:ext>
            </a:extLst>
          </p:cNvPr>
          <p:cNvSpPr>
            <a:spLocks noGrp="1"/>
          </p:cNvSpPr>
          <p:nvPr>
            <p:ph type="body" idx="1"/>
          </p:nvPr>
        </p:nvSpPr>
        <p:spPr/>
        <p:txBody>
          <a:bodyPr>
            <a:normAutofit fontScale="92500" lnSpcReduction="10000"/>
          </a:bodyPr>
          <a:lstStyle/>
          <a:p>
            <a:pPr marL="114300" indent="0">
              <a:buNone/>
            </a:pPr>
            <a:r>
              <a:rPr lang="es-ES" dirty="0">
                <a:solidFill>
                  <a:schemeClr val="tx1"/>
                </a:solidFill>
              </a:rPr>
              <a:t>Se deben identificar claramente el inicio y fin del proceso del diagrama (fin de éxito como los motivos de rechazo).</a:t>
            </a:r>
          </a:p>
          <a:p>
            <a:pPr marL="114300" indent="0">
              <a:buNone/>
            </a:pPr>
            <a:endParaRPr lang="es-ES" dirty="0">
              <a:solidFill>
                <a:schemeClr val="tx1"/>
              </a:solidFill>
            </a:endParaRPr>
          </a:p>
          <a:p>
            <a:pPr marL="114300" indent="0">
              <a:buNone/>
            </a:pPr>
            <a:r>
              <a:rPr lang="es-ES" dirty="0">
                <a:solidFill>
                  <a:schemeClr val="tx1"/>
                </a:solidFill>
              </a:rPr>
              <a:t>Para los distintos procesos se describen a continuación su flujo manual.</a:t>
            </a:r>
          </a:p>
          <a:p>
            <a:pPr marL="114300" indent="0">
              <a:buNone/>
            </a:pPr>
            <a:endParaRPr lang="es-ES" dirty="0">
              <a:solidFill>
                <a:schemeClr val="tx1"/>
              </a:solidFill>
            </a:endParaRPr>
          </a:p>
          <a:p>
            <a:pPr marL="114300" indent="0">
              <a:buNone/>
            </a:pPr>
            <a:r>
              <a:rPr lang="es-ES" b="1" u="sng" dirty="0">
                <a:solidFill>
                  <a:schemeClr val="tx1"/>
                </a:solidFill>
              </a:rPr>
              <a:t>Ingresos y egresos:</a:t>
            </a:r>
            <a:r>
              <a:rPr lang="es-ES" dirty="0">
                <a:solidFill>
                  <a:schemeClr val="tx1"/>
                </a:solidFill>
              </a:rPr>
              <a:t> actualmente el empleado que lo solicita, debe rellenar un formulario que contiene sus datos y la empresa a quien va dirigida la carta, el formulario debe solicitarlo por correo a RRHH el cual se tarda </a:t>
            </a:r>
            <a:r>
              <a:rPr lang="es-ES" dirty="0" err="1">
                <a:solidFill>
                  <a:schemeClr val="tx1"/>
                </a:solidFill>
              </a:rPr>
              <a:t>aprox</a:t>
            </a:r>
            <a:r>
              <a:rPr lang="es-ES" dirty="0">
                <a:solidFill>
                  <a:schemeClr val="tx1"/>
                </a:solidFill>
              </a:rPr>
              <a:t> 5 días en responder mínimo, está debe entregarla de forma presencial en RR.HH dónde debe dejar la original y una copia que se le firma de recibido como comprobante que ingreso la gestión.</a:t>
            </a:r>
            <a:endParaRPr lang="es-GT" dirty="0">
              <a:solidFill>
                <a:schemeClr val="tx1"/>
              </a:solidFill>
            </a:endParaRPr>
          </a:p>
        </p:txBody>
      </p:sp>
    </p:spTree>
    <p:extLst>
      <p:ext uri="{BB962C8B-B14F-4D97-AF65-F5344CB8AC3E}">
        <p14:creationId xmlns:p14="http://schemas.microsoft.com/office/powerpoint/2010/main" val="1411619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1">
          <a:extLst>
            <a:ext uri="{FF2B5EF4-FFF2-40B4-BE49-F238E27FC236}">
              <a16:creationId xmlns:a16="http://schemas.microsoft.com/office/drawing/2014/main" id="{1A1DD62B-C516-8340-EFC2-477294BC803F}"/>
            </a:ext>
          </a:extLst>
        </p:cNvPr>
        <p:cNvGrpSpPr/>
        <p:nvPr/>
      </p:nvGrpSpPr>
      <p:grpSpPr>
        <a:xfrm>
          <a:off x="0" y="0"/>
          <a:ext cx="0" cy="0"/>
          <a:chOff x="0" y="0"/>
          <a:chExt cx="0" cy="0"/>
        </a:xfrm>
      </p:grpSpPr>
      <p:pic>
        <p:nvPicPr>
          <p:cNvPr id="62" name="Google Shape;62;g2d853e9ab94_0_26">
            <a:extLst>
              <a:ext uri="{FF2B5EF4-FFF2-40B4-BE49-F238E27FC236}">
                <a16:creationId xmlns:a16="http://schemas.microsoft.com/office/drawing/2014/main" id="{6C7AEAFE-57AE-36B6-F5D2-14D569747C79}"/>
              </a:ext>
            </a:extLst>
          </p:cNvPr>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5" name="Título 4">
            <a:extLst>
              <a:ext uri="{FF2B5EF4-FFF2-40B4-BE49-F238E27FC236}">
                <a16:creationId xmlns:a16="http://schemas.microsoft.com/office/drawing/2014/main" id="{835C5E46-E01C-025D-41C8-EDDA5351FF63}"/>
              </a:ext>
            </a:extLst>
          </p:cNvPr>
          <p:cNvSpPr>
            <a:spLocks noGrp="1"/>
          </p:cNvSpPr>
          <p:nvPr>
            <p:ph type="title"/>
          </p:nvPr>
        </p:nvSpPr>
        <p:spPr/>
        <p:txBody>
          <a:bodyPr>
            <a:normAutofit fontScale="90000"/>
          </a:bodyPr>
          <a:lstStyle/>
          <a:p>
            <a:pPr algn="ctr"/>
            <a:r>
              <a:rPr lang="es-GT" dirty="0"/>
              <a:t>Tarea 3</a:t>
            </a:r>
          </a:p>
        </p:txBody>
      </p:sp>
      <p:sp>
        <p:nvSpPr>
          <p:cNvPr id="6" name="Marcador de texto 5">
            <a:extLst>
              <a:ext uri="{FF2B5EF4-FFF2-40B4-BE49-F238E27FC236}">
                <a16:creationId xmlns:a16="http://schemas.microsoft.com/office/drawing/2014/main" id="{207467C6-BF5D-DEA8-6E92-62CB2C879D9E}"/>
              </a:ext>
            </a:extLst>
          </p:cNvPr>
          <p:cNvSpPr>
            <a:spLocks noGrp="1"/>
          </p:cNvSpPr>
          <p:nvPr>
            <p:ph type="body" idx="1"/>
          </p:nvPr>
        </p:nvSpPr>
        <p:spPr/>
        <p:txBody>
          <a:bodyPr>
            <a:normAutofit/>
          </a:bodyPr>
          <a:lstStyle/>
          <a:p>
            <a:pPr marL="114300" indent="0">
              <a:buNone/>
            </a:pPr>
            <a:r>
              <a:rPr lang="es-ES" dirty="0">
                <a:solidFill>
                  <a:schemeClr val="tx1"/>
                </a:solidFill>
              </a:rPr>
              <a:t>RRHH valida la información del formulario verificando que todos los datos estén correctos y proceder a enviar la solicitud al área de Contabilidad, en hacer esta solicitud se tarda </a:t>
            </a:r>
            <a:r>
              <a:rPr lang="es-ES" dirty="0" err="1">
                <a:solidFill>
                  <a:schemeClr val="tx1"/>
                </a:solidFill>
              </a:rPr>
              <a:t>aprox</a:t>
            </a:r>
            <a:r>
              <a:rPr lang="es-ES" dirty="0">
                <a:solidFill>
                  <a:schemeClr val="tx1"/>
                </a:solidFill>
              </a:rPr>
              <a:t> 3 días. El </a:t>
            </a:r>
            <a:r>
              <a:rPr lang="es-ES" dirty="0" err="1">
                <a:solidFill>
                  <a:schemeClr val="tx1"/>
                </a:solidFill>
              </a:rPr>
              <a:t>area</a:t>
            </a:r>
            <a:r>
              <a:rPr lang="es-ES" dirty="0">
                <a:solidFill>
                  <a:schemeClr val="tx1"/>
                </a:solidFill>
              </a:rPr>
              <a:t> de contabilidad antes de redactar la carta con la información válida nuevamente los datos del formulario para validar que toda la información se encuentra en orden, una vez redactada la carta está se firma por jefe de área quien se puede tardar de 2 a 4 semanas en firmarla.</a:t>
            </a:r>
          </a:p>
          <a:p>
            <a:pPr marL="114300" indent="0">
              <a:buNone/>
            </a:pPr>
            <a:r>
              <a:rPr lang="es-ES" dirty="0">
                <a:solidFill>
                  <a:schemeClr val="tx1"/>
                </a:solidFill>
              </a:rPr>
              <a:t>Una vez firmada es entregada al equipo de RRHH para que se encarguen de entregarla al colaborador. Sí dicha carta contiene algún dato incorrecto o es pérdida debe ingresar se nuevamente la gestión desde el equipo de RR.HH para proceder a crear una nueva.</a:t>
            </a:r>
            <a:endParaRPr lang="es-GT" dirty="0">
              <a:solidFill>
                <a:schemeClr val="tx1"/>
              </a:solidFill>
            </a:endParaRPr>
          </a:p>
        </p:txBody>
      </p:sp>
    </p:spTree>
    <p:extLst>
      <p:ext uri="{BB962C8B-B14F-4D97-AF65-F5344CB8AC3E}">
        <p14:creationId xmlns:p14="http://schemas.microsoft.com/office/powerpoint/2010/main" val="28154902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1">
          <a:extLst>
            <a:ext uri="{FF2B5EF4-FFF2-40B4-BE49-F238E27FC236}">
              <a16:creationId xmlns:a16="http://schemas.microsoft.com/office/drawing/2014/main" id="{28B9048D-0E2D-6D5B-E05E-435971E512CE}"/>
            </a:ext>
          </a:extLst>
        </p:cNvPr>
        <p:cNvGrpSpPr/>
        <p:nvPr/>
      </p:nvGrpSpPr>
      <p:grpSpPr>
        <a:xfrm>
          <a:off x="0" y="0"/>
          <a:ext cx="0" cy="0"/>
          <a:chOff x="0" y="0"/>
          <a:chExt cx="0" cy="0"/>
        </a:xfrm>
      </p:grpSpPr>
      <p:pic>
        <p:nvPicPr>
          <p:cNvPr id="62" name="Google Shape;62;g2d853e9ab94_0_26">
            <a:extLst>
              <a:ext uri="{FF2B5EF4-FFF2-40B4-BE49-F238E27FC236}">
                <a16:creationId xmlns:a16="http://schemas.microsoft.com/office/drawing/2014/main" id="{5577A2AB-2AAA-C96D-4A35-AD7D0B13D92E}"/>
              </a:ext>
            </a:extLst>
          </p:cNvPr>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5" name="Título 4">
            <a:extLst>
              <a:ext uri="{FF2B5EF4-FFF2-40B4-BE49-F238E27FC236}">
                <a16:creationId xmlns:a16="http://schemas.microsoft.com/office/drawing/2014/main" id="{9B221940-7195-EB61-0A4D-8B78D38157AB}"/>
              </a:ext>
            </a:extLst>
          </p:cNvPr>
          <p:cNvSpPr>
            <a:spLocks noGrp="1"/>
          </p:cNvSpPr>
          <p:nvPr>
            <p:ph type="title"/>
          </p:nvPr>
        </p:nvSpPr>
        <p:spPr/>
        <p:txBody>
          <a:bodyPr>
            <a:normAutofit fontScale="90000"/>
          </a:bodyPr>
          <a:lstStyle/>
          <a:p>
            <a:pPr algn="ctr"/>
            <a:r>
              <a:rPr lang="es-GT" dirty="0"/>
              <a:t>Tarea 3</a:t>
            </a:r>
          </a:p>
        </p:txBody>
      </p:sp>
      <p:sp>
        <p:nvSpPr>
          <p:cNvPr id="6" name="Marcador de texto 5">
            <a:extLst>
              <a:ext uri="{FF2B5EF4-FFF2-40B4-BE49-F238E27FC236}">
                <a16:creationId xmlns:a16="http://schemas.microsoft.com/office/drawing/2014/main" id="{0EA83399-D4E9-66B0-ED13-E1642D34AB8C}"/>
              </a:ext>
            </a:extLst>
          </p:cNvPr>
          <p:cNvSpPr>
            <a:spLocks noGrp="1"/>
          </p:cNvSpPr>
          <p:nvPr>
            <p:ph type="body" idx="1"/>
          </p:nvPr>
        </p:nvSpPr>
        <p:spPr>
          <a:xfrm>
            <a:off x="311700" y="1152475"/>
            <a:ext cx="8520600" cy="3817942"/>
          </a:xfrm>
        </p:spPr>
        <p:txBody>
          <a:bodyPr>
            <a:normAutofit lnSpcReduction="10000"/>
          </a:bodyPr>
          <a:lstStyle/>
          <a:p>
            <a:pPr marL="114300" indent="0">
              <a:buNone/>
            </a:pPr>
            <a:r>
              <a:rPr lang="es-ES" b="1" u="sng" dirty="0">
                <a:solidFill>
                  <a:schemeClr val="tx1"/>
                </a:solidFill>
              </a:rPr>
              <a:t>Descanso con goce de sueldo:</a:t>
            </a:r>
            <a:r>
              <a:rPr lang="es-ES" dirty="0">
                <a:solidFill>
                  <a:schemeClr val="tx1"/>
                </a:solidFill>
              </a:rPr>
              <a:t> El empleado que cuenta con horas disponible (por horas extras trabajadas) puede solicitarlas en cualquier día laboral, pero debe tener enviar dicho formulario con 5 días de anticipación a RRHH para tenerlas aprobadas, dicho formulario debe ir firmada por el jefe inmediato y por el jefe de área antes de enviarla a RRHH.</a:t>
            </a:r>
          </a:p>
          <a:p>
            <a:pPr marL="114300" indent="0">
              <a:buNone/>
            </a:pPr>
            <a:endParaRPr lang="es-ES" dirty="0">
              <a:solidFill>
                <a:schemeClr val="tx1"/>
              </a:solidFill>
            </a:endParaRPr>
          </a:p>
          <a:p>
            <a:pPr marL="114300" indent="0">
              <a:buNone/>
            </a:pPr>
            <a:r>
              <a:rPr lang="es-ES" b="1" u="sng" dirty="0">
                <a:solidFill>
                  <a:schemeClr val="tx1"/>
                </a:solidFill>
              </a:rPr>
              <a:t>Solicitud de Vacaciones:</a:t>
            </a:r>
            <a:r>
              <a:rPr lang="es-ES" dirty="0">
                <a:solidFill>
                  <a:schemeClr val="tx1"/>
                </a:solidFill>
              </a:rPr>
              <a:t> Para poder gozar de sus vacaciones El empleado debe contar con el formulario correspondiente aprobado. Este debe ir con la firma autorizada de su jefe inmediato y el jefe de área, en el formulario debe ir la información básica adicional de las fechas en las cuales no estará laborando y la persona quien lo estará cubriendo en sus labores o atendiendo sus tareas mientras se encuentra de vacaciones.</a:t>
            </a:r>
            <a:endParaRPr lang="es-GT" dirty="0">
              <a:solidFill>
                <a:schemeClr val="tx1"/>
              </a:solidFill>
            </a:endParaRPr>
          </a:p>
        </p:txBody>
      </p:sp>
    </p:spTree>
    <p:extLst>
      <p:ext uri="{BB962C8B-B14F-4D97-AF65-F5344CB8AC3E}">
        <p14:creationId xmlns:p14="http://schemas.microsoft.com/office/powerpoint/2010/main" val="21010239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1">
          <a:extLst>
            <a:ext uri="{FF2B5EF4-FFF2-40B4-BE49-F238E27FC236}">
              <a16:creationId xmlns:a16="http://schemas.microsoft.com/office/drawing/2014/main" id="{19B30C03-547B-8F62-8635-83CFAA850E78}"/>
            </a:ext>
          </a:extLst>
        </p:cNvPr>
        <p:cNvGrpSpPr/>
        <p:nvPr/>
      </p:nvGrpSpPr>
      <p:grpSpPr>
        <a:xfrm>
          <a:off x="0" y="0"/>
          <a:ext cx="0" cy="0"/>
          <a:chOff x="0" y="0"/>
          <a:chExt cx="0" cy="0"/>
        </a:xfrm>
      </p:grpSpPr>
      <p:pic>
        <p:nvPicPr>
          <p:cNvPr id="62" name="Google Shape;62;g2d853e9ab94_0_26">
            <a:extLst>
              <a:ext uri="{FF2B5EF4-FFF2-40B4-BE49-F238E27FC236}">
                <a16:creationId xmlns:a16="http://schemas.microsoft.com/office/drawing/2014/main" id="{320DA45F-CB7E-FE25-29B5-FC4CCF5359C9}"/>
              </a:ext>
            </a:extLst>
          </p:cNvPr>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5" name="Título 4">
            <a:extLst>
              <a:ext uri="{FF2B5EF4-FFF2-40B4-BE49-F238E27FC236}">
                <a16:creationId xmlns:a16="http://schemas.microsoft.com/office/drawing/2014/main" id="{F666072E-14BA-7168-2D5A-01A7B6B65A66}"/>
              </a:ext>
            </a:extLst>
          </p:cNvPr>
          <p:cNvSpPr>
            <a:spLocks noGrp="1"/>
          </p:cNvSpPr>
          <p:nvPr>
            <p:ph type="title"/>
          </p:nvPr>
        </p:nvSpPr>
        <p:spPr/>
        <p:txBody>
          <a:bodyPr>
            <a:normAutofit fontScale="90000"/>
          </a:bodyPr>
          <a:lstStyle/>
          <a:p>
            <a:pPr algn="ctr"/>
            <a:r>
              <a:rPr lang="es-GT" dirty="0"/>
              <a:t>Tarea 3</a:t>
            </a:r>
          </a:p>
        </p:txBody>
      </p:sp>
      <p:sp>
        <p:nvSpPr>
          <p:cNvPr id="6" name="Marcador de texto 5">
            <a:extLst>
              <a:ext uri="{FF2B5EF4-FFF2-40B4-BE49-F238E27FC236}">
                <a16:creationId xmlns:a16="http://schemas.microsoft.com/office/drawing/2014/main" id="{DED30FCC-2E0D-6728-1408-2BF1DD0D8ECC}"/>
              </a:ext>
            </a:extLst>
          </p:cNvPr>
          <p:cNvSpPr>
            <a:spLocks noGrp="1"/>
          </p:cNvSpPr>
          <p:nvPr>
            <p:ph type="body" idx="1"/>
          </p:nvPr>
        </p:nvSpPr>
        <p:spPr>
          <a:xfrm>
            <a:off x="311700" y="1152475"/>
            <a:ext cx="8520600" cy="3817942"/>
          </a:xfrm>
        </p:spPr>
        <p:txBody>
          <a:bodyPr>
            <a:normAutofit/>
          </a:bodyPr>
          <a:lstStyle/>
          <a:p>
            <a:pPr marL="114300" indent="0">
              <a:buNone/>
            </a:pPr>
            <a:r>
              <a:rPr lang="es-ES" dirty="0">
                <a:solidFill>
                  <a:schemeClr val="tx1"/>
                </a:solidFill>
              </a:rPr>
              <a:t>Todos los formularios deben solicitarse con anticipación y el tiempo mínimo de espera es el mismo para todos el cual se encuentra especificado en el punto 1.</a:t>
            </a:r>
          </a:p>
          <a:p>
            <a:pPr marL="114300" indent="0">
              <a:buNone/>
            </a:pPr>
            <a:endParaRPr lang="es-ES" dirty="0">
              <a:solidFill>
                <a:schemeClr val="tx1"/>
              </a:solidFill>
            </a:endParaRPr>
          </a:p>
          <a:p>
            <a:pPr marL="114300" indent="0">
              <a:buNone/>
            </a:pPr>
            <a:r>
              <a:rPr lang="es-ES" dirty="0">
                <a:solidFill>
                  <a:schemeClr val="tx1"/>
                </a:solidFill>
              </a:rPr>
              <a:t>En su </a:t>
            </a:r>
            <a:r>
              <a:rPr lang="es-ES" dirty="0" err="1">
                <a:solidFill>
                  <a:schemeClr val="tx1"/>
                </a:solidFill>
              </a:rPr>
              <a:t>Workflow</a:t>
            </a:r>
            <a:r>
              <a:rPr lang="es-ES" dirty="0">
                <a:solidFill>
                  <a:schemeClr val="tx1"/>
                </a:solidFill>
              </a:rPr>
              <a:t> puede aplicar escenarios no considerados en la descripción que debe considerar en su análisis, todos los </a:t>
            </a:r>
            <a:r>
              <a:rPr lang="es-ES" dirty="0" err="1">
                <a:solidFill>
                  <a:schemeClr val="tx1"/>
                </a:solidFill>
              </a:rPr>
              <a:t>Workflows</a:t>
            </a:r>
            <a:r>
              <a:rPr lang="es-ES" dirty="0">
                <a:solidFill>
                  <a:schemeClr val="tx1"/>
                </a:solidFill>
              </a:rPr>
              <a:t> deben ir detallados (a nivel de diagrama y de descripción) y se debe comprender el funcionamiento, áreas involucradas, notificaciones, etc.</a:t>
            </a:r>
            <a:endParaRPr lang="es-GT" dirty="0">
              <a:solidFill>
                <a:schemeClr val="tx1"/>
              </a:solidFill>
            </a:endParaRPr>
          </a:p>
        </p:txBody>
      </p:sp>
    </p:spTree>
    <p:extLst>
      <p:ext uri="{BB962C8B-B14F-4D97-AF65-F5344CB8AC3E}">
        <p14:creationId xmlns:p14="http://schemas.microsoft.com/office/powerpoint/2010/main" val="563710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1">
          <a:extLst>
            <a:ext uri="{FF2B5EF4-FFF2-40B4-BE49-F238E27FC236}">
              <a16:creationId xmlns:a16="http://schemas.microsoft.com/office/drawing/2014/main" id="{F5DA756B-B059-1005-1DF0-FD0E6699680C}"/>
            </a:ext>
          </a:extLst>
        </p:cNvPr>
        <p:cNvGrpSpPr/>
        <p:nvPr/>
      </p:nvGrpSpPr>
      <p:grpSpPr>
        <a:xfrm>
          <a:off x="0" y="0"/>
          <a:ext cx="0" cy="0"/>
          <a:chOff x="0" y="0"/>
          <a:chExt cx="0" cy="0"/>
        </a:xfrm>
      </p:grpSpPr>
      <p:pic>
        <p:nvPicPr>
          <p:cNvPr id="62" name="Google Shape;62;g2d853e9ab94_0_26">
            <a:extLst>
              <a:ext uri="{FF2B5EF4-FFF2-40B4-BE49-F238E27FC236}">
                <a16:creationId xmlns:a16="http://schemas.microsoft.com/office/drawing/2014/main" id="{0E257C5E-8A15-EF61-57E1-412CCA8BA1EF}"/>
              </a:ext>
            </a:extLst>
          </p:cNvPr>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5" name="Título 4">
            <a:extLst>
              <a:ext uri="{FF2B5EF4-FFF2-40B4-BE49-F238E27FC236}">
                <a16:creationId xmlns:a16="http://schemas.microsoft.com/office/drawing/2014/main" id="{B92E318E-11C7-67CE-5082-FD5BEAD82C85}"/>
              </a:ext>
            </a:extLst>
          </p:cNvPr>
          <p:cNvSpPr>
            <a:spLocks noGrp="1"/>
          </p:cNvSpPr>
          <p:nvPr>
            <p:ph type="title"/>
          </p:nvPr>
        </p:nvSpPr>
        <p:spPr/>
        <p:txBody>
          <a:bodyPr>
            <a:normAutofit fontScale="90000"/>
          </a:bodyPr>
          <a:lstStyle/>
          <a:p>
            <a:pPr algn="ctr"/>
            <a:r>
              <a:rPr lang="es-GT" dirty="0"/>
              <a:t>Tarea 3</a:t>
            </a:r>
          </a:p>
        </p:txBody>
      </p:sp>
      <p:sp>
        <p:nvSpPr>
          <p:cNvPr id="6" name="Marcador de texto 5">
            <a:extLst>
              <a:ext uri="{FF2B5EF4-FFF2-40B4-BE49-F238E27FC236}">
                <a16:creationId xmlns:a16="http://schemas.microsoft.com/office/drawing/2014/main" id="{0006D6E2-F2BF-58AE-B686-7E3EB1E02DC3}"/>
              </a:ext>
            </a:extLst>
          </p:cNvPr>
          <p:cNvSpPr>
            <a:spLocks noGrp="1"/>
          </p:cNvSpPr>
          <p:nvPr>
            <p:ph type="body" idx="1"/>
          </p:nvPr>
        </p:nvSpPr>
        <p:spPr>
          <a:xfrm>
            <a:off x="311700" y="1152475"/>
            <a:ext cx="8520600" cy="3817942"/>
          </a:xfrm>
        </p:spPr>
        <p:txBody>
          <a:bodyPr>
            <a:normAutofit fontScale="85000" lnSpcReduction="10000"/>
          </a:bodyPr>
          <a:lstStyle/>
          <a:p>
            <a:pPr marL="114300" indent="0">
              <a:buNone/>
            </a:pPr>
            <a:r>
              <a:rPr lang="es-ES" dirty="0">
                <a:solidFill>
                  <a:schemeClr val="tx1"/>
                </a:solidFill>
              </a:rPr>
              <a:t>Responda las siguientes preguntas:</a:t>
            </a:r>
          </a:p>
          <a:p>
            <a:pPr marL="114300" indent="0">
              <a:buNone/>
            </a:pPr>
            <a:endParaRPr lang="es-ES" dirty="0">
              <a:solidFill>
                <a:schemeClr val="tx1"/>
              </a:solidFill>
            </a:endParaRPr>
          </a:p>
          <a:p>
            <a:pPr marL="114300" indent="0">
              <a:buNone/>
            </a:pPr>
            <a:r>
              <a:rPr lang="es-ES" dirty="0">
                <a:solidFill>
                  <a:schemeClr val="tx1"/>
                </a:solidFill>
              </a:rPr>
              <a:t>1. Sí se deja en sus manos aplicar los </a:t>
            </a:r>
            <a:r>
              <a:rPr lang="es-ES" dirty="0" err="1">
                <a:solidFill>
                  <a:schemeClr val="tx1"/>
                </a:solidFill>
              </a:rPr>
              <a:t>Workflow</a:t>
            </a:r>
            <a:r>
              <a:rPr lang="es-ES" dirty="0">
                <a:solidFill>
                  <a:schemeClr val="tx1"/>
                </a:solidFill>
              </a:rPr>
              <a:t> a su criterio, cuál escogería primero y por qué.</a:t>
            </a:r>
          </a:p>
          <a:p>
            <a:pPr marL="114300" indent="0">
              <a:buNone/>
            </a:pPr>
            <a:r>
              <a:rPr lang="es-ES" dirty="0">
                <a:solidFill>
                  <a:schemeClr val="tx1"/>
                </a:solidFill>
              </a:rPr>
              <a:t>2. En caso le soliciten implementar el más importante (el que le de más beneficios a la empresa), cuál escogería y por qué (considere que los “beneficios” no son siempre económicos sino también contar con un personal con un bienestar emocional con respecto a sus flujos solicitados)</a:t>
            </a:r>
          </a:p>
          <a:p>
            <a:pPr marL="114300" indent="0">
              <a:buNone/>
            </a:pPr>
            <a:r>
              <a:rPr lang="es-ES" dirty="0">
                <a:solidFill>
                  <a:schemeClr val="tx1"/>
                </a:solidFill>
              </a:rPr>
              <a:t>3. Cuál sería el </a:t>
            </a:r>
            <a:r>
              <a:rPr lang="es-ES" dirty="0" err="1">
                <a:solidFill>
                  <a:schemeClr val="tx1"/>
                </a:solidFill>
              </a:rPr>
              <a:t>Workflow</a:t>
            </a:r>
            <a:r>
              <a:rPr lang="es-ES" dirty="0">
                <a:solidFill>
                  <a:schemeClr val="tx1"/>
                </a:solidFill>
              </a:rPr>
              <a:t> que usted consideraría menos importante y por qué?</a:t>
            </a:r>
          </a:p>
          <a:p>
            <a:pPr marL="114300" indent="0">
              <a:buNone/>
            </a:pPr>
            <a:r>
              <a:rPr lang="es-ES" dirty="0">
                <a:solidFill>
                  <a:schemeClr val="tx1"/>
                </a:solidFill>
              </a:rPr>
              <a:t>4. Si la empresa decide implementar solo 2, cuál les aconsejaría implementar.</a:t>
            </a:r>
          </a:p>
          <a:p>
            <a:pPr marL="114300" indent="0">
              <a:buNone/>
            </a:pPr>
            <a:r>
              <a:rPr lang="es-ES" dirty="0">
                <a:solidFill>
                  <a:schemeClr val="tx1"/>
                </a:solidFill>
              </a:rPr>
              <a:t>5. De que forma implementará los dos </a:t>
            </a:r>
            <a:r>
              <a:rPr lang="es-ES" dirty="0" err="1">
                <a:solidFill>
                  <a:schemeClr val="tx1"/>
                </a:solidFill>
              </a:rPr>
              <a:t>Workflows</a:t>
            </a:r>
            <a:r>
              <a:rPr lang="es-ES" dirty="0">
                <a:solidFill>
                  <a:schemeClr val="tx1"/>
                </a:solidFill>
              </a:rPr>
              <a:t> recomendados del punto anterior (considere no solo herramientas, también capacitaciones, equipo si es necesario, como obtener métricas de mejora constante, etc.).</a:t>
            </a:r>
          </a:p>
          <a:p>
            <a:pPr marL="114300" indent="0">
              <a:buNone/>
            </a:pPr>
            <a:endParaRPr lang="es-ES" dirty="0">
              <a:solidFill>
                <a:schemeClr val="tx1"/>
              </a:solidFill>
            </a:endParaRPr>
          </a:p>
          <a:p>
            <a:pPr marL="114300" indent="0">
              <a:buNone/>
            </a:pPr>
            <a:r>
              <a:rPr lang="es-ES" dirty="0">
                <a:solidFill>
                  <a:schemeClr val="tx1"/>
                </a:solidFill>
              </a:rPr>
              <a:t>Cada respuesta debe ir bien detallada para que sea convincente por lo tanto no debe ser de menos de 5 líneas.</a:t>
            </a:r>
          </a:p>
          <a:p>
            <a:pPr marL="114300" indent="0">
              <a:buNone/>
            </a:pPr>
            <a:endParaRPr lang="es-GT" dirty="0">
              <a:solidFill>
                <a:schemeClr val="tx1"/>
              </a:solidFill>
            </a:endParaRPr>
          </a:p>
        </p:txBody>
      </p:sp>
    </p:spTree>
    <p:extLst>
      <p:ext uri="{BB962C8B-B14F-4D97-AF65-F5344CB8AC3E}">
        <p14:creationId xmlns:p14="http://schemas.microsoft.com/office/powerpoint/2010/main" val="23342654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g2d853e9ab94_0_31"/>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70" name="Google Shape;70;g2d853e9ab94_0_31"/>
          <p:cNvSpPr txBox="1"/>
          <p:nvPr/>
        </p:nvSpPr>
        <p:spPr>
          <a:xfrm>
            <a:off x="38850" y="862425"/>
            <a:ext cx="9051600" cy="4234500"/>
          </a:xfrm>
          <a:prstGeom prst="rect">
            <a:avLst/>
          </a:prstGeom>
          <a:noFill/>
          <a:ln>
            <a:noFill/>
          </a:ln>
        </p:spPr>
        <p:txBody>
          <a:bodyPr spcFirstLastPara="1" wrap="square" lIns="91425" tIns="91425" rIns="91425" bIns="91425" anchor="t" anchorCtr="0">
            <a:noAutofit/>
          </a:bodyPr>
          <a:lstStyle/>
          <a:p>
            <a:pPr marL="0" lvl="0" indent="0" algn="just" rtl="0">
              <a:spcBef>
                <a:spcPts val="0"/>
              </a:spcBef>
              <a:spcAft>
                <a:spcPts val="0"/>
              </a:spcAft>
              <a:buClr>
                <a:schemeClr val="dk1"/>
              </a:buClr>
              <a:buSzPts val="1100"/>
              <a:buFont typeface="Arial"/>
              <a:buNone/>
            </a:pPr>
            <a:r>
              <a:rPr lang="es-GT" sz="1800" b="1" dirty="0">
                <a:solidFill>
                  <a:schemeClr val="dk1"/>
                </a:solidFill>
              </a:rPr>
              <a:t>Entrega</a:t>
            </a:r>
            <a:endParaRPr sz="1800" b="1" dirty="0">
              <a:solidFill>
                <a:schemeClr val="dk1"/>
              </a:solidFill>
            </a:endParaRPr>
          </a:p>
          <a:p>
            <a:pPr marL="457200" lvl="0" indent="-342900" algn="just" rtl="0">
              <a:lnSpc>
                <a:spcPct val="115000"/>
              </a:lnSpc>
              <a:spcBef>
                <a:spcPts val="1200"/>
              </a:spcBef>
              <a:spcAft>
                <a:spcPts val="0"/>
              </a:spcAft>
              <a:buClr>
                <a:schemeClr val="dk1"/>
              </a:buClr>
              <a:buSzPts val="1800"/>
              <a:buChar char="●"/>
            </a:pPr>
            <a:r>
              <a:rPr lang="es-GT" sz="1800" dirty="0">
                <a:solidFill>
                  <a:schemeClr val="dk1"/>
                </a:solidFill>
              </a:rPr>
              <a:t>Documento PDF con nombre: [SOG2]Tarea3_carne.pdf</a:t>
            </a:r>
          </a:p>
          <a:p>
            <a:pPr marL="400050" lvl="2" indent="-285750" algn="just">
              <a:lnSpc>
                <a:spcPct val="115000"/>
              </a:lnSpc>
              <a:spcBef>
                <a:spcPts val="1200"/>
              </a:spcBef>
              <a:buClr>
                <a:schemeClr val="dk1"/>
              </a:buClr>
              <a:buSzPts val="1800"/>
              <a:buFont typeface="Arial" panose="020B0604020202020204" pitchFamily="34" charset="0"/>
              <a:buChar char="•"/>
            </a:pPr>
            <a:r>
              <a:rPr lang="es-GT" sz="1800" dirty="0">
                <a:solidFill>
                  <a:schemeClr val="dk1"/>
                </a:solidFill>
              </a:rPr>
              <a:t>Caratula con su nombre y carnet, 3 diagramas (1 para cada proceso) y la explicación de cada diagrama.</a:t>
            </a:r>
          </a:p>
          <a:p>
            <a:pPr marL="400050" lvl="2" indent="-285750" algn="just">
              <a:lnSpc>
                <a:spcPct val="115000"/>
              </a:lnSpc>
              <a:spcBef>
                <a:spcPts val="1200"/>
              </a:spcBef>
              <a:buClr>
                <a:schemeClr val="dk1"/>
              </a:buClr>
              <a:buSzPts val="1800"/>
              <a:buFont typeface="Arial" panose="020B0604020202020204" pitchFamily="34" charset="0"/>
              <a:buChar char="•"/>
            </a:pPr>
            <a:r>
              <a:rPr lang="es-GT" sz="1800" dirty="0">
                <a:solidFill>
                  <a:schemeClr val="dk1"/>
                </a:solidFill>
              </a:rPr>
              <a:t>Respuesta a cada una de las preguntas.</a:t>
            </a:r>
          </a:p>
          <a:p>
            <a:pPr marL="400050" lvl="2" indent="-285750" algn="just">
              <a:lnSpc>
                <a:spcPct val="115000"/>
              </a:lnSpc>
              <a:spcBef>
                <a:spcPts val="1200"/>
              </a:spcBef>
              <a:buClr>
                <a:schemeClr val="dk1"/>
              </a:buClr>
              <a:buSzPts val="1800"/>
              <a:buFont typeface="Arial" panose="020B0604020202020204" pitchFamily="34" charset="0"/>
              <a:buChar char="•"/>
            </a:pPr>
            <a:r>
              <a:rPr lang="es-GT" sz="1800" dirty="0">
                <a:solidFill>
                  <a:schemeClr val="dk1"/>
                </a:solidFill>
              </a:rPr>
              <a:t>Es entrega individual</a:t>
            </a:r>
            <a:endParaRPr sz="1800" dirty="0">
              <a:solidFill>
                <a:schemeClr val="dk1"/>
              </a:solidFill>
            </a:endParaRPr>
          </a:p>
          <a:p>
            <a:pPr marL="0" lvl="0" indent="0" algn="just" rtl="0">
              <a:lnSpc>
                <a:spcPct val="115000"/>
              </a:lnSpc>
              <a:spcBef>
                <a:spcPts val="1200"/>
              </a:spcBef>
              <a:spcAft>
                <a:spcPts val="0"/>
              </a:spcAft>
              <a:buClr>
                <a:schemeClr val="dk1"/>
              </a:buClr>
              <a:buSzPts val="1100"/>
              <a:buFont typeface="Arial"/>
              <a:buNone/>
            </a:pPr>
            <a:r>
              <a:rPr lang="es-GT" sz="1800" b="1" dirty="0">
                <a:solidFill>
                  <a:schemeClr val="dk1"/>
                </a:solidFill>
              </a:rPr>
              <a:t>Fecha de entrega</a:t>
            </a:r>
            <a:endParaRPr sz="1800" b="1" dirty="0">
              <a:solidFill>
                <a:schemeClr val="dk1"/>
              </a:solidFill>
            </a:endParaRPr>
          </a:p>
          <a:p>
            <a:pPr marL="457200" lvl="0" indent="-342900" algn="just" rtl="0">
              <a:lnSpc>
                <a:spcPct val="115000"/>
              </a:lnSpc>
              <a:spcBef>
                <a:spcPts val="1200"/>
              </a:spcBef>
              <a:spcAft>
                <a:spcPts val="0"/>
              </a:spcAft>
              <a:buClr>
                <a:schemeClr val="dk1"/>
              </a:buClr>
              <a:buSzPts val="1800"/>
              <a:buChar char="●"/>
            </a:pPr>
            <a:r>
              <a:rPr lang="es-GT" sz="1800" dirty="0">
                <a:solidFill>
                  <a:schemeClr val="dk1"/>
                </a:solidFill>
              </a:rPr>
              <a:t>Martes 16 de marzo del 2026 antes de 23:59 h</a:t>
            </a:r>
            <a:r>
              <a:rPr lang="es" sz="1800" dirty="0">
                <a:solidFill>
                  <a:schemeClr val="dk1"/>
                </a:solidFill>
              </a:rPr>
              <a:t>.</a:t>
            </a:r>
            <a:endParaRPr sz="1800" dirty="0">
              <a:solidFill>
                <a:schemeClr val="dk1"/>
              </a:solidFill>
            </a:endParaRPr>
          </a:p>
          <a:p>
            <a:pPr marL="0" lvl="0" indent="0" algn="just" rtl="0">
              <a:spcBef>
                <a:spcPts val="1200"/>
              </a:spcBef>
              <a:spcAft>
                <a:spcPts val="0"/>
              </a:spcAft>
              <a:buNone/>
            </a:pPr>
            <a:endParaRPr sz="1800" dirty="0">
              <a:solidFill>
                <a:schemeClr val="dk2"/>
              </a:solidFill>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472</TotalTime>
  <Words>806</Words>
  <Application>Microsoft Office PowerPoint</Application>
  <PresentationFormat>Presentación en pantalla (16:9)</PresentationFormat>
  <Paragraphs>49</Paragraphs>
  <Slides>8</Slides>
  <Notes>8</Notes>
  <HiddenSlides>0</HiddenSlides>
  <MMClips>0</MMClips>
  <ScaleCrop>false</ScaleCrop>
  <HeadingPairs>
    <vt:vector size="6" baseType="variant">
      <vt:variant>
        <vt:lpstr>Fuentes usadas</vt:lpstr>
      </vt:variant>
      <vt:variant>
        <vt:i4>1</vt:i4>
      </vt:variant>
      <vt:variant>
        <vt:lpstr>Tema</vt:lpstr>
      </vt:variant>
      <vt:variant>
        <vt:i4>1</vt:i4>
      </vt:variant>
      <vt:variant>
        <vt:lpstr>Títulos de diapositiva</vt:lpstr>
      </vt:variant>
      <vt:variant>
        <vt:i4>8</vt:i4>
      </vt:variant>
    </vt:vector>
  </HeadingPairs>
  <TitlesOfParts>
    <vt:vector size="10" baseType="lpstr">
      <vt:lpstr>Arial</vt:lpstr>
      <vt:lpstr>Simple Light</vt:lpstr>
      <vt:lpstr>Presentación de PowerPoint</vt:lpstr>
      <vt:lpstr>Tarea 3</vt:lpstr>
      <vt:lpstr>Tarea 3</vt:lpstr>
      <vt:lpstr>Tarea 3</vt:lpstr>
      <vt:lpstr>Tarea 3</vt:lpstr>
      <vt:lpstr>Tarea 3</vt:lpstr>
      <vt:lpstr>Tarea 3</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mynor israel miranda lopez</dc:creator>
  <cp:lastModifiedBy>William Santos</cp:lastModifiedBy>
  <cp:revision>9</cp:revision>
  <dcterms:modified xsi:type="dcterms:W3CDTF">2026-03-09T01:54:11Z</dcterms:modified>
</cp:coreProperties>
</file>