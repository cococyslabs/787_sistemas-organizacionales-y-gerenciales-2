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61" r:id="rId3"/>
    <p:sldId id="262" r:id="rId4"/>
    <p:sldId id="260" r:id="rId5"/>
    <p:sldId id="258" r:id="rId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5" roundtripDataSignature="AMtx7mgJlZl+luecGVzsZpUAlAN4SVcu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D1B0283-5687-4A5E-923D-03B7FAD6BEE9}">
  <a:tblStyle styleId="{6D1B0283-5687-4A5E-923D-03B7FAD6BEE9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5" Type="http://customschemas.google.com/relationships/presentationmetadata" Target="metadata"/><Relationship Id="rId2" Type="http://schemas.openxmlformats.org/officeDocument/2006/relationships/slide" Target="slides/slide1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8" Type="http://schemas.openxmlformats.org/officeDocument/2006/relationships/theme" Target="theme/theme1.xml"/><Relationship Id="rId4" Type="http://schemas.openxmlformats.org/officeDocument/2006/relationships/slide" Target="slides/slide3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Santos" userId="3c44bde2a603709d" providerId="LiveId" clId="{EEA2192A-38D1-4A54-81F6-6ECFB1187D77}"/>
    <pc:docChg chg="undo custSel addSld delSld modSld sldOrd">
      <pc:chgData name="William Santos" userId="3c44bde2a603709d" providerId="LiveId" clId="{EEA2192A-38D1-4A54-81F6-6ECFB1187D77}" dt="2026-01-26T20:45:13.409" v="2660"/>
      <pc:docMkLst>
        <pc:docMk/>
      </pc:docMkLst>
      <pc:sldChg chg="modSp mod">
        <pc:chgData name="William Santos" userId="3c44bde2a603709d" providerId="LiveId" clId="{EEA2192A-38D1-4A54-81F6-6ECFB1187D77}" dt="2026-01-26T15:01:42.192" v="57" actId="20577"/>
        <pc:sldMkLst>
          <pc:docMk/>
          <pc:sldMk cId="0" sldId="256"/>
        </pc:sldMkLst>
        <pc:spChg chg="mod">
          <ac:chgData name="William Santos" userId="3c44bde2a603709d" providerId="LiveId" clId="{EEA2192A-38D1-4A54-81F6-6ECFB1187D77}" dt="2026-01-26T15:01:33.781" v="20" actId="1076"/>
          <ac:spMkLst>
            <pc:docMk/>
            <pc:sldMk cId="0" sldId="256"/>
            <ac:spMk id="56" creationId="{00000000-0000-0000-0000-000000000000}"/>
          </ac:spMkLst>
        </pc:spChg>
        <pc:spChg chg="mod">
          <ac:chgData name="William Santos" userId="3c44bde2a603709d" providerId="LiveId" clId="{EEA2192A-38D1-4A54-81F6-6ECFB1187D77}" dt="2026-01-26T15:01:42.192" v="57" actId="20577"/>
          <ac:spMkLst>
            <pc:docMk/>
            <pc:sldMk cId="0" sldId="256"/>
            <ac:spMk id="57" creationId="{00000000-0000-0000-0000-000000000000}"/>
          </ac:spMkLst>
        </pc:spChg>
        <pc:graphicFrameChg chg="modGraphic">
          <ac:chgData name="William Santos" userId="3c44bde2a603709d" providerId="LiveId" clId="{EEA2192A-38D1-4A54-81F6-6ECFB1187D77}" dt="2026-01-26T15:01:19.715" v="5" actId="20577"/>
          <ac:graphicFrameMkLst>
            <pc:docMk/>
            <pc:sldMk cId="0" sldId="256"/>
            <ac:graphicFrameMk id="55" creationId="{00000000-0000-0000-0000-000000000000}"/>
          </ac:graphicFrameMkLst>
        </pc:graphicFrameChg>
      </pc:sldChg>
      <pc:sldChg chg="modSp del mod">
        <pc:chgData name="William Santos" userId="3c44bde2a603709d" providerId="LiveId" clId="{EEA2192A-38D1-4A54-81F6-6ECFB1187D77}" dt="2026-01-26T15:53:34.254" v="2245" actId="47"/>
        <pc:sldMkLst>
          <pc:docMk/>
          <pc:sldMk cId="0" sldId="257"/>
        </pc:sldMkLst>
        <pc:spChg chg="mod">
          <ac:chgData name="William Santos" userId="3c44bde2a603709d" providerId="LiveId" clId="{EEA2192A-38D1-4A54-81F6-6ECFB1187D77}" dt="2026-01-26T15:08:56.531" v="353" actId="255"/>
          <ac:spMkLst>
            <pc:docMk/>
            <pc:sldMk cId="0" sldId="257"/>
            <ac:spMk id="64" creationId="{00000000-0000-0000-0000-000000000000}"/>
          </ac:spMkLst>
        </pc:spChg>
      </pc:sldChg>
      <pc:sldChg chg="modSp mod">
        <pc:chgData name="William Santos" userId="3c44bde2a603709d" providerId="LiveId" clId="{EEA2192A-38D1-4A54-81F6-6ECFB1187D77}" dt="2026-01-26T20:42:06.922" v="2658" actId="20577"/>
        <pc:sldMkLst>
          <pc:docMk/>
          <pc:sldMk cId="0" sldId="258"/>
        </pc:sldMkLst>
        <pc:spChg chg="mod">
          <ac:chgData name="William Santos" userId="3c44bde2a603709d" providerId="LiveId" clId="{EEA2192A-38D1-4A54-81F6-6ECFB1187D77}" dt="2026-01-26T20:42:06.922" v="2658" actId="20577"/>
          <ac:spMkLst>
            <pc:docMk/>
            <pc:sldMk cId="0" sldId="258"/>
            <ac:spMk id="70" creationId="{00000000-0000-0000-0000-000000000000}"/>
          </ac:spMkLst>
        </pc:spChg>
      </pc:sldChg>
      <pc:sldChg chg="modSp mod">
        <pc:chgData name="William Santos" userId="3c44bde2a603709d" providerId="LiveId" clId="{EEA2192A-38D1-4A54-81F6-6ECFB1187D77}" dt="2026-01-26T16:10:38.688" v="2368" actId="20577"/>
        <pc:sldMkLst>
          <pc:docMk/>
          <pc:sldMk cId="1675236883" sldId="260"/>
        </pc:sldMkLst>
        <pc:spChg chg="mod">
          <ac:chgData name="William Santos" userId="3c44bde2a603709d" providerId="LiveId" clId="{EEA2192A-38D1-4A54-81F6-6ECFB1187D77}" dt="2026-01-26T16:10:38.688" v="2368" actId="20577"/>
          <ac:spMkLst>
            <pc:docMk/>
            <pc:sldMk cId="1675236883" sldId="260"/>
            <ac:spMk id="70" creationId="{23AAF1B4-8CE8-A2E1-B1B9-4393D95A6703}"/>
          </ac:spMkLst>
        </pc:spChg>
      </pc:sldChg>
      <pc:sldChg chg="modSp add mod">
        <pc:chgData name="William Santos" userId="3c44bde2a603709d" providerId="LiveId" clId="{EEA2192A-38D1-4A54-81F6-6ECFB1187D77}" dt="2026-01-26T15:36:37.505" v="1412" actId="20577"/>
        <pc:sldMkLst>
          <pc:docMk/>
          <pc:sldMk cId="1157466491" sldId="261"/>
        </pc:sldMkLst>
        <pc:spChg chg="mod">
          <ac:chgData name="William Santos" userId="3c44bde2a603709d" providerId="LiveId" clId="{EEA2192A-38D1-4A54-81F6-6ECFB1187D77}" dt="2026-01-26T15:36:37.505" v="1412" actId="20577"/>
          <ac:spMkLst>
            <pc:docMk/>
            <pc:sldMk cId="1157466491" sldId="261"/>
            <ac:spMk id="64" creationId="{913786AD-B2D5-37F4-1916-4EB2F37834C8}"/>
          </ac:spMkLst>
        </pc:spChg>
      </pc:sldChg>
      <pc:sldChg chg="modSp add mod ord">
        <pc:chgData name="William Santos" userId="3c44bde2a603709d" providerId="LiveId" clId="{EEA2192A-38D1-4A54-81F6-6ECFB1187D77}" dt="2026-01-26T20:45:13.409" v="2660"/>
        <pc:sldMkLst>
          <pc:docMk/>
          <pc:sldMk cId="717479633" sldId="262"/>
        </pc:sldMkLst>
        <pc:spChg chg="mod">
          <ac:chgData name="William Santos" userId="3c44bde2a603709d" providerId="LiveId" clId="{EEA2192A-38D1-4A54-81F6-6ECFB1187D77}" dt="2026-01-26T16:58:50.724" v="2607" actId="20577"/>
          <ac:spMkLst>
            <pc:docMk/>
            <pc:sldMk cId="717479633" sldId="262"/>
            <ac:spMk id="64" creationId="{639F65EE-019F-C686-DDE9-5A600ABED89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2" name="Google Shape;5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657BCAD4-3F2B-15D4-5ABA-A21BD7643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4DD51E76-5582-D463-3C1C-AADE446A07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D2FF8178-17BA-82B0-4F9B-DB8BCFB311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7364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>
          <a:extLst>
            <a:ext uri="{FF2B5EF4-FFF2-40B4-BE49-F238E27FC236}">
              <a16:creationId xmlns:a16="http://schemas.microsoft.com/office/drawing/2014/main" id="{CB93AA73-865A-A958-4558-01270B81E0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d853e9ab94_0_26:notes">
            <a:extLst>
              <a:ext uri="{FF2B5EF4-FFF2-40B4-BE49-F238E27FC236}">
                <a16:creationId xmlns:a16="http://schemas.microsoft.com/office/drawing/2014/main" id="{CCB9DFCE-1C40-7E34-4B61-477E2F679F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" name="Google Shape;60;g2d853e9ab94_0_26:notes">
            <a:extLst>
              <a:ext uri="{FF2B5EF4-FFF2-40B4-BE49-F238E27FC236}">
                <a16:creationId xmlns:a16="http://schemas.microsoft.com/office/drawing/2014/main" id="{BFA900F8-CFAB-611E-CF40-4D53FBA69A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8579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>
          <a:extLst>
            <a:ext uri="{FF2B5EF4-FFF2-40B4-BE49-F238E27FC236}">
              <a16:creationId xmlns:a16="http://schemas.microsoft.com/office/drawing/2014/main" id="{892A7928-A73C-3C0E-BA14-DC9E1FCC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>
            <a:extLst>
              <a:ext uri="{FF2B5EF4-FFF2-40B4-BE49-F238E27FC236}">
                <a16:creationId xmlns:a16="http://schemas.microsoft.com/office/drawing/2014/main" id="{E6284A5D-4574-3FB0-57EA-6AF0249D46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>
            <a:extLst>
              <a:ext uri="{FF2B5EF4-FFF2-40B4-BE49-F238E27FC236}">
                <a16:creationId xmlns:a16="http://schemas.microsoft.com/office/drawing/2014/main" id="{7AD927FE-E3E8-772A-34AC-A1C14B43C9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33684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d853e9ab94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7" name="Google Shape;67;g2d853e9ab94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s.smartsheet.com/content/project-outline-templates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5" name="Google Shape;55;p1"/>
          <p:cNvGraphicFramePr/>
          <p:nvPr>
            <p:extLst>
              <p:ext uri="{D42A27DB-BD31-4B8C-83A1-F6EECF244321}">
                <p14:modId xmlns:p14="http://schemas.microsoft.com/office/powerpoint/2010/main" val="1443267314"/>
              </p:ext>
            </p:extLst>
          </p:nvPr>
        </p:nvGraphicFramePr>
        <p:xfrm>
          <a:off x="5328200" y="970025"/>
          <a:ext cx="3690575" cy="798516"/>
        </p:xfrm>
        <a:graphic>
          <a:graphicData uri="http://schemas.openxmlformats.org/drawingml/2006/table">
            <a:tbl>
              <a:tblPr>
                <a:noFill/>
                <a:tableStyleId>{6D1B0283-5687-4A5E-923D-03B7FAD6BEE9}</a:tableStyleId>
              </a:tblPr>
              <a:tblGrid>
                <a:gridCol w="1518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Martes, 27/01/2025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31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20"/>
                        <a:buFont typeface="Arial"/>
                        <a:buNone/>
                      </a:pPr>
                      <a:r>
                        <a:rPr lang="es" sz="1420" b="1" u="none" strike="noStrike" cap="non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 sz="1420" b="1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" sz="1400" u="none" strike="noStrike" cap="none" dirty="0"/>
                        <a:t>17:20</a:t>
                      </a:r>
                      <a:endParaRPr sz="1400" u="none" strike="noStrike" cap="none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56" name="Google Shape;56;p1"/>
          <p:cNvSpPr txBox="1"/>
          <p:nvPr/>
        </p:nvSpPr>
        <p:spPr>
          <a:xfrm>
            <a:off x="3819468" y="1876807"/>
            <a:ext cx="5142900" cy="17235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ORGANIZACIONALES Y GERENCIALES 2 </a:t>
            </a:r>
            <a:r>
              <a:rPr lang="es" sz="2500" dirty="0"/>
              <a:t>[N]</a:t>
            </a:r>
            <a:endParaRPr lang="es"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lang="es" sz="2500"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lang="es" sz="25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TAREA 1</a:t>
            </a:r>
            <a:endParaRPr sz="25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07100" y="4595250"/>
            <a:ext cx="42906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buSzPts val="2000"/>
            </a:pPr>
            <a:r>
              <a:rPr lang="es-GT" sz="2000" dirty="0" err="1"/>
              <a:t>Willliam</a:t>
            </a:r>
            <a:r>
              <a:rPr lang="es-GT" sz="2000" dirty="0"/>
              <a:t> Alexander Santos Colindres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32CF5B5A-27D7-C19D-6B5D-F3D9846AC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7C75B143-8532-93AF-86AF-FCB352BF07BB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>
            <a:extLst>
              <a:ext uri="{FF2B5EF4-FFF2-40B4-BE49-F238E27FC236}">
                <a16:creationId xmlns:a16="http://schemas.microsoft.com/office/drawing/2014/main" id="{66964F77-8D9A-30FA-9B39-C05611CCD0A9}"/>
              </a:ext>
            </a:extLst>
          </p:cNvPr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1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>
            <a:extLst>
              <a:ext uri="{FF2B5EF4-FFF2-40B4-BE49-F238E27FC236}">
                <a16:creationId xmlns:a16="http://schemas.microsoft.com/office/drawing/2014/main" id="{913786AD-B2D5-37F4-1916-4EB2F37834C8}"/>
              </a:ext>
            </a:extLst>
          </p:cNvPr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1"/>
                </a:solidFill>
              </a:rPr>
              <a:t>Actualmente lleva un emprendimiento propio de su empresa PlastiProduct, esta empresa se encarga de crear productos plasticos de gran variedad, se encarga de abastecer a proveedores, solicitudes de pequeños empresarios y generar sus propios productos para venta individual, la empresa actualmente no cuenta con un ERP implementado y debido a su gran </a:t>
            </a:r>
            <a:r>
              <a:rPr lang="es-GT" sz="1200" dirty="0">
                <a:solidFill>
                  <a:schemeClr val="dk1"/>
                </a:solidFill>
              </a:rPr>
              <a:t>é</a:t>
            </a:r>
            <a:r>
              <a:rPr lang="es" sz="1200" dirty="0">
                <a:solidFill>
                  <a:schemeClr val="dk1"/>
                </a:solidFill>
              </a:rPr>
              <a:t>xito se requiere la implementación de uno para optimizar procesos internos de la empresa y tambien requieren de un CRM para mejorar la relación con sus clientes. 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lang="es" sz="12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1"/>
                </a:solidFill>
              </a:rPr>
              <a:t>La empresa cuenta con las siguientes áreas: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sz="1200" dirty="0">
                <a:solidFill>
                  <a:schemeClr val="dk1"/>
                </a:solidFill>
              </a:rPr>
              <a:t>RRHH.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sz="1200" dirty="0">
                <a:solidFill>
                  <a:schemeClr val="dk1"/>
                </a:solidFill>
              </a:rPr>
              <a:t>Finanzas.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sz="1200" dirty="0">
                <a:solidFill>
                  <a:schemeClr val="dk1"/>
                </a:solidFill>
              </a:rPr>
              <a:t>Producto y Manufactura.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sz="1200" dirty="0">
                <a:solidFill>
                  <a:schemeClr val="dk1"/>
                </a:solidFill>
              </a:rPr>
              <a:t>Cadena de Suministros.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" sz="1200" dirty="0">
                <a:solidFill>
                  <a:schemeClr val="dk1"/>
                </a:solidFill>
              </a:rPr>
              <a:t>Gestión de inventario y almacenes.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" sz="1200" dirty="0">
              <a:solidFill>
                <a:schemeClr val="dk1"/>
              </a:solidFill>
            </a:endParaRPr>
          </a:p>
          <a:p>
            <a:pPr lvl="0" algn="just" rtl="0">
              <a:spcBef>
                <a:spcPts val="0"/>
              </a:spcBef>
              <a:spcAft>
                <a:spcPts val="0"/>
              </a:spcAft>
            </a:pPr>
            <a:r>
              <a:rPr lang="es" sz="1200" dirty="0">
                <a:solidFill>
                  <a:schemeClr val="dk1"/>
                </a:solidFill>
              </a:rPr>
              <a:t>Actualmente cada una de estás areas trabaja de forma independiente, y cuando quieren integrar información para mostrar un reporte deben extenderse en horarios laborales para validar que la información sea correcta entre las areas.</a:t>
            </a: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" sz="1200" dirty="0">
              <a:solidFill>
                <a:schemeClr val="dk1"/>
              </a:solidFill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" sz="1200" dirty="0">
              <a:solidFill>
                <a:schemeClr val="dk1"/>
              </a:solidFill>
            </a:endParaRP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sz="18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7466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>
          <a:extLst>
            <a:ext uri="{FF2B5EF4-FFF2-40B4-BE49-F238E27FC236}">
              <a16:creationId xmlns:a16="http://schemas.microsoft.com/office/drawing/2014/main" id="{6E17A304-5649-547B-7525-8B6D99128B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g2d853e9ab94_0_26">
            <a:extLst>
              <a:ext uri="{FF2B5EF4-FFF2-40B4-BE49-F238E27FC236}">
                <a16:creationId xmlns:a16="http://schemas.microsoft.com/office/drawing/2014/main" id="{6EA1C914-8ABB-4BD4-3FBD-DBCB788073A1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2d853e9ab94_0_26">
            <a:extLst>
              <a:ext uri="{FF2B5EF4-FFF2-40B4-BE49-F238E27FC236}">
                <a16:creationId xmlns:a16="http://schemas.microsoft.com/office/drawing/2014/main" id="{00AFFA00-62E8-5F2F-D1B1-4A8F74CFA7AD}"/>
              </a:ext>
            </a:extLst>
          </p:cNvPr>
          <p:cNvSpPr txBox="1"/>
          <p:nvPr/>
        </p:nvSpPr>
        <p:spPr>
          <a:xfrm>
            <a:off x="3286550" y="303025"/>
            <a:ext cx="1942500" cy="2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 dirty="0">
                <a:solidFill>
                  <a:schemeClr val="dk1"/>
                </a:solidFill>
              </a:rPr>
              <a:t>TAREA 1</a:t>
            </a:r>
            <a:endParaRPr sz="1800" dirty="0">
              <a:solidFill>
                <a:schemeClr val="dk1"/>
              </a:solidFill>
            </a:endParaRPr>
          </a:p>
        </p:txBody>
      </p:sp>
      <p:sp>
        <p:nvSpPr>
          <p:cNvPr id="64" name="Google Shape;64;g2d853e9ab94_0_26">
            <a:extLst>
              <a:ext uri="{FF2B5EF4-FFF2-40B4-BE49-F238E27FC236}">
                <a16:creationId xmlns:a16="http://schemas.microsoft.com/office/drawing/2014/main" id="{639F65EE-019F-C686-DDE9-5A600ABED89D}"/>
              </a:ext>
            </a:extLst>
          </p:cNvPr>
          <p:cNvSpPr txBox="1"/>
          <p:nvPr/>
        </p:nvSpPr>
        <p:spPr>
          <a:xfrm>
            <a:off x="62150" y="870200"/>
            <a:ext cx="8989500" cy="420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" sz="1200" dirty="0">
              <a:solidFill>
                <a:schemeClr val="dk1"/>
              </a:solidFill>
            </a:endParaRPr>
          </a:p>
          <a:p>
            <a:pPr marL="171450" lvl="0" indent="-171450" algn="just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" sz="12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dirty="0">
                <a:solidFill>
                  <a:schemeClr val="dk1"/>
                </a:solidFill>
              </a:rPr>
              <a:t>Su primera T</a:t>
            </a:r>
            <a:r>
              <a:rPr lang="es-GT" sz="1200" dirty="0">
                <a:solidFill>
                  <a:schemeClr val="dk1"/>
                </a:solidFill>
              </a:rPr>
              <a:t>a</a:t>
            </a:r>
            <a:r>
              <a:rPr lang="es" sz="1200" dirty="0">
                <a:solidFill>
                  <a:schemeClr val="dk1"/>
                </a:solidFill>
              </a:rPr>
              <a:t>rea es realizar una propuesta de investigación en base a la información para seleccionar un ERP y CRM que más se acople a las necesidades del negocio. Cumpliendo con los siguienes criterios:</a:t>
            </a: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chemeClr val="dk1"/>
              </a:solidFill>
            </a:endParaRPr>
          </a:p>
          <a:p>
            <a:pPr marL="457200" lvl="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Char char="●"/>
            </a:pPr>
            <a:r>
              <a:rPr lang="es-GT" sz="1200" dirty="0">
                <a:solidFill>
                  <a:schemeClr val="dk1"/>
                </a:solidFill>
              </a:rPr>
              <a:t>Genere un plan para implementar ERP y CRM, justifique como implementarlo considerando las áreas de la empresa y los </a:t>
            </a:r>
            <a:r>
              <a:rPr lang="es-GT" sz="1200">
                <a:solidFill>
                  <a:schemeClr val="dk1"/>
                </a:solidFill>
              </a:rPr>
              <a:t>clientes descritos.</a:t>
            </a:r>
            <a:endParaRPr lang="es-GT" sz="1200" dirty="0">
              <a:solidFill>
                <a:schemeClr val="dk1"/>
              </a:solidFill>
            </a:endParaRP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200" dirty="0">
                <a:solidFill>
                  <a:schemeClr val="dk1"/>
                </a:solidFill>
              </a:rPr>
              <a:t>Liste 3 ERP que pueden ser aptos para la empresa, enlistando en cada uno 3 ventajas y 3 desventajas.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200" dirty="0">
                <a:solidFill>
                  <a:schemeClr val="dk1"/>
                </a:solidFill>
              </a:rPr>
              <a:t>Seleccione una opción de CRM para implementar, y justifique su uso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200" dirty="0">
                <a:solidFill>
                  <a:schemeClr val="dk1"/>
                </a:solidFill>
              </a:rPr>
              <a:t>Redacte una conclusión de mínimo 20 líneas sobre el ERP que sería de mejor elección para la empresa (fuente Arial tamaño 12)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r>
              <a:rPr lang="es-GT" sz="1200" dirty="0">
                <a:solidFill>
                  <a:schemeClr val="dk1"/>
                </a:solidFill>
              </a:rPr>
              <a:t>Si la empresa no decide usar uno de los ERP que ya se encuentran en el mercado y decide desarrollar uno propio en base a sus necesidades, redacte en 20 líneas las consideraciones que debe tomar en cuenta y si es de beneficio a la empresa (fuente Arial tamaño 12)</a:t>
            </a:r>
          </a:p>
          <a:p>
            <a:pPr marL="457200" indent="-342900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/>
              <a:buChar char="●"/>
            </a:pPr>
            <a:endParaRPr sz="1800" b="1" dirty="0">
              <a:solidFill>
                <a:schemeClr val="dk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74796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>
          <a:extLst>
            <a:ext uri="{FF2B5EF4-FFF2-40B4-BE49-F238E27FC236}">
              <a16:creationId xmlns:a16="http://schemas.microsoft.com/office/drawing/2014/main" id="{8E96F11F-D39B-C364-76DA-6CDAE4596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>
            <a:extLst>
              <a:ext uri="{FF2B5EF4-FFF2-40B4-BE49-F238E27FC236}">
                <a16:creationId xmlns:a16="http://schemas.microsoft.com/office/drawing/2014/main" id="{92CBFC8E-122D-2A04-3EC0-E1738B1360BC}"/>
              </a:ext>
            </a:extLst>
          </p:cNvPr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>
            <a:extLst>
              <a:ext uri="{FF2B5EF4-FFF2-40B4-BE49-F238E27FC236}">
                <a16:creationId xmlns:a16="http://schemas.microsoft.com/office/drawing/2014/main" id="{23AAF1B4-8CE8-A2E1-B1B9-4393D95A6703}"/>
              </a:ext>
            </a:extLst>
          </p:cNvPr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Plantillas de planificación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Como dueño, debe de dar una formalidad y profesionalidad a la visión de la propuesta, por lo tanto debe usar la plantilla “</a:t>
            </a:r>
            <a:r>
              <a:rPr lang="es-ES" sz="1800" dirty="0">
                <a:solidFill>
                  <a:schemeClr val="dk1"/>
                </a:solidFill>
              </a:rPr>
              <a:t>Esquema de propuesta de proyecto de investigación” el cual se encuentra en el link compartido</a:t>
            </a:r>
            <a:endParaRPr lang="es-GT" sz="1800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  <a:hlinkClick r:id="rId4"/>
              </a:rPr>
              <a:t>https://es.smartsheet.com/content/project-outline-templates</a:t>
            </a:r>
            <a:endParaRPr lang="es-GT"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5236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g2d853e9ab94_0_31"/>
          <p:cNvPicPr preferRelativeResize="0"/>
          <p:nvPr/>
        </p:nvPicPr>
        <p:blipFill rotWithShape="1">
          <a:blip r:embed="rId3">
            <a:alphaModFix amt="62000"/>
          </a:blip>
          <a:srcRect/>
          <a:stretch/>
        </p:blipFill>
        <p:spPr>
          <a:xfrm>
            <a:off x="8451" y="0"/>
            <a:ext cx="9127099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g2d853e9ab94_0_31"/>
          <p:cNvSpPr txBox="1"/>
          <p:nvPr/>
        </p:nvSpPr>
        <p:spPr>
          <a:xfrm>
            <a:off x="38850" y="862425"/>
            <a:ext cx="9051600" cy="423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PDF con nombre [SOG2]Tarea1_#Carnet.pdf, debe contener 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Caratula con su nombre carne y dpi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Plantilla indicada rellenada con los criterios solicitados. </a:t>
            </a:r>
          </a:p>
          <a:p>
            <a:pPr marL="400050" lvl="2" indent="-285750" algn="just">
              <a:lnSpc>
                <a:spcPct val="115000"/>
              </a:lnSpc>
              <a:spcBef>
                <a:spcPts val="1200"/>
              </a:spcBef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es-GT" sz="1800" dirty="0">
                <a:solidFill>
                  <a:schemeClr val="dk1"/>
                </a:solidFill>
              </a:rPr>
              <a:t>Conclusiones.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GT" sz="1800" b="1" dirty="0">
                <a:solidFill>
                  <a:schemeClr val="dk1"/>
                </a:solidFill>
              </a:rPr>
              <a:t>Fecha de entrega</a:t>
            </a:r>
            <a:endParaRPr sz="1800" b="1" dirty="0">
              <a:solidFill>
                <a:schemeClr val="dk1"/>
              </a:solidFill>
            </a:endParaRP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GT" sz="1800" dirty="0">
                <a:solidFill>
                  <a:schemeClr val="dk1"/>
                </a:solidFill>
              </a:rPr>
              <a:t>Sábado 31 de Enero del 2026 antes de 23:50 h</a:t>
            </a:r>
            <a:r>
              <a:rPr lang="es" sz="1800" dirty="0">
                <a:solidFill>
                  <a:schemeClr val="dk1"/>
                </a:solidFill>
              </a:rPr>
              <a:t>.</a:t>
            </a:r>
          </a:p>
          <a:p>
            <a:pPr marL="457200" lvl="0" indent="-342900" algn="just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" sz="1800" dirty="0">
                <a:solidFill>
                  <a:schemeClr val="dk1"/>
                </a:solidFill>
              </a:rPr>
              <a:t>Dudas fuera de horario de laboratorio solo serán solventadas a través del foro de UEDI.</a:t>
            </a:r>
            <a:endParaRPr sz="1800" dirty="0">
              <a:solidFill>
                <a:schemeClr val="dk1"/>
              </a:solidFill>
            </a:endParaRPr>
          </a:p>
          <a:p>
            <a:pPr marL="0" lvl="0" indent="0" algn="just" rtl="0">
              <a:spcBef>
                <a:spcPts val="1200"/>
              </a:spcBef>
              <a:spcAft>
                <a:spcPts val="0"/>
              </a:spcAft>
              <a:buNone/>
            </a:pPr>
            <a:endParaRPr sz="1800" dirty="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461</TotalTime>
  <Words>465</Words>
  <Application>Microsoft Office PowerPoint</Application>
  <PresentationFormat>Presentación en pantalla (16:9)</PresentationFormat>
  <Paragraphs>41</Paragraphs>
  <Slides>5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7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mynor israel miranda lopez</dc:creator>
  <cp:lastModifiedBy>William Santos</cp:lastModifiedBy>
  <cp:revision>5</cp:revision>
  <dcterms:modified xsi:type="dcterms:W3CDTF">2026-01-26T20:46:54Z</dcterms:modified>
</cp:coreProperties>
</file>