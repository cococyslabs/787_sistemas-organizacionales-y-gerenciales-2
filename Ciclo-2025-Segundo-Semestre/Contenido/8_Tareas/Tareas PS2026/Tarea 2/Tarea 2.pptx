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1" r:id="rId5"/>
    <p:sldId id="263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Santos" userId="3c44bde2a603709d" providerId="LiveId" clId="{EEA2192A-38D1-4A54-81F6-6ECFB1187D77}"/>
    <pc:docChg chg="undo custSel addSld modSld">
      <pc:chgData name="William Santos" userId="3c44bde2a603709d" providerId="LiveId" clId="{EEA2192A-38D1-4A54-81F6-6ECFB1187D77}" dt="2026-02-08T16:47:54.505" v="2721" actId="20577"/>
      <pc:docMkLst>
        <pc:docMk/>
      </pc:docMkLst>
      <pc:sldChg chg="modSp mod">
        <pc:chgData name="William Santos" userId="3c44bde2a603709d" providerId="LiveId" clId="{EEA2192A-38D1-4A54-81F6-6ECFB1187D77}" dt="2026-01-26T17:28:23.337" v="54" actId="20577"/>
        <pc:sldMkLst>
          <pc:docMk/>
          <pc:sldMk cId="0" sldId="256"/>
        </pc:sldMkLst>
        <pc:spChg chg="mod">
          <ac:chgData name="William Santos" userId="3c44bde2a603709d" providerId="LiveId" clId="{EEA2192A-38D1-4A54-81F6-6ECFB1187D77}" dt="2026-01-26T17:28:14.814" v="19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William Santos" userId="3c44bde2a603709d" providerId="LiveId" clId="{EEA2192A-38D1-4A54-81F6-6ECFB1187D77}" dt="2026-01-26T17:28:23.337" v="54" actId="20577"/>
          <ac:spMkLst>
            <pc:docMk/>
            <pc:sldMk cId="0" sldId="256"/>
            <ac:spMk id="57" creationId="{00000000-0000-0000-0000-000000000000}"/>
          </ac:spMkLst>
        </pc:spChg>
        <pc:graphicFrameChg chg="modGraphic">
          <ac:chgData name="William Santos" userId="3c44bde2a603709d" providerId="LiveId" clId="{EEA2192A-38D1-4A54-81F6-6ECFB1187D77}" dt="2026-01-26T17:28:03.165" v="7" actId="20577"/>
          <ac:graphicFrameMkLst>
            <pc:docMk/>
            <pc:sldMk cId="0" sldId="256"/>
            <ac:graphicFrameMk id="55" creationId="{00000000-0000-0000-0000-000000000000}"/>
          </ac:graphicFrameMkLst>
        </pc:graphicFrameChg>
      </pc:sldChg>
      <pc:sldChg chg="modSp mod">
        <pc:chgData name="William Santos" userId="3c44bde2a603709d" providerId="LiveId" clId="{EEA2192A-38D1-4A54-81F6-6ECFB1187D77}" dt="2026-01-27T01:17:20.432" v="2668" actId="20577"/>
        <pc:sldMkLst>
          <pc:docMk/>
          <pc:sldMk cId="0" sldId="257"/>
        </pc:sldMkLst>
        <pc:spChg chg="mod">
          <ac:chgData name="William Santos" userId="3c44bde2a603709d" providerId="LiveId" clId="{EEA2192A-38D1-4A54-81F6-6ECFB1187D77}" dt="2026-01-27T01:17:20.432" v="2668" actId="20577"/>
          <ac:spMkLst>
            <pc:docMk/>
            <pc:sldMk cId="0" sldId="257"/>
            <ac:spMk id="64" creationId="{00000000-0000-0000-0000-000000000000}"/>
          </ac:spMkLst>
        </pc:spChg>
      </pc:sldChg>
      <pc:sldChg chg="modSp mod">
        <pc:chgData name="William Santos" userId="3c44bde2a603709d" providerId="LiveId" clId="{EEA2192A-38D1-4A54-81F6-6ECFB1187D77}" dt="2026-02-08T16:47:54.505" v="2721" actId="20577"/>
        <pc:sldMkLst>
          <pc:docMk/>
          <pc:sldMk cId="0" sldId="258"/>
        </pc:sldMkLst>
        <pc:spChg chg="mod">
          <ac:chgData name="William Santos" userId="3c44bde2a603709d" providerId="LiveId" clId="{EEA2192A-38D1-4A54-81F6-6ECFB1187D77}" dt="2026-02-08T16:47:54.505" v="2721" actId="20577"/>
          <ac:spMkLst>
            <pc:docMk/>
            <pc:sldMk cId="0" sldId="258"/>
            <ac:spMk id="70" creationId="{00000000-0000-0000-0000-000000000000}"/>
          </ac:spMkLst>
        </pc:spChg>
      </pc:sldChg>
      <pc:sldChg chg="modSp mod">
        <pc:chgData name="William Santos" userId="3c44bde2a603709d" providerId="LiveId" clId="{EEA2192A-38D1-4A54-81F6-6ECFB1187D77}" dt="2026-01-26T22:26:46.303" v="1901" actId="20577"/>
        <pc:sldMkLst>
          <pc:docMk/>
          <pc:sldMk cId="2294104596" sldId="261"/>
        </pc:sldMkLst>
        <pc:spChg chg="mod">
          <ac:chgData name="William Santos" userId="3c44bde2a603709d" providerId="LiveId" clId="{EEA2192A-38D1-4A54-81F6-6ECFB1187D77}" dt="2026-01-26T22:26:46.303" v="1901" actId="20577"/>
          <ac:spMkLst>
            <pc:docMk/>
            <pc:sldMk cId="2294104596" sldId="261"/>
            <ac:spMk id="64" creationId="{0FDB458C-6C42-A0F3-0766-2F3FC2E7B1E6}"/>
          </ac:spMkLst>
        </pc:spChg>
      </pc:sldChg>
      <pc:sldChg chg="modSp add mod">
        <pc:chgData name="William Santos" userId="3c44bde2a603709d" providerId="LiveId" clId="{EEA2192A-38D1-4A54-81F6-6ECFB1187D77}" dt="2026-01-26T22:55:11.110" v="2004" actId="20577"/>
        <pc:sldMkLst>
          <pc:docMk/>
          <pc:sldMk cId="1511409138" sldId="262"/>
        </pc:sldMkLst>
        <pc:spChg chg="mod">
          <ac:chgData name="William Santos" userId="3c44bde2a603709d" providerId="LiveId" clId="{EEA2192A-38D1-4A54-81F6-6ECFB1187D77}" dt="2026-01-26T22:55:11.110" v="2004" actId="20577"/>
          <ac:spMkLst>
            <pc:docMk/>
            <pc:sldMk cId="1511409138" sldId="262"/>
            <ac:spMk id="64" creationId="{11A5C1DA-08D7-4334-B362-A51A38FE59FF}"/>
          </ac:spMkLst>
        </pc:spChg>
      </pc:sldChg>
      <pc:sldChg chg="modSp add mod">
        <pc:chgData name="William Santos" userId="3c44bde2a603709d" providerId="LiveId" clId="{EEA2192A-38D1-4A54-81F6-6ECFB1187D77}" dt="2026-01-27T01:37:54.097" v="2669" actId="20577"/>
        <pc:sldMkLst>
          <pc:docMk/>
          <pc:sldMk cId="3947004095" sldId="263"/>
        </pc:sldMkLst>
        <pc:spChg chg="mod">
          <ac:chgData name="William Santos" userId="3c44bde2a603709d" providerId="LiveId" clId="{EEA2192A-38D1-4A54-81F6-6ECFB1187D77}" dt="2026-01-27T01:37:54.097" v="2669" actId="20577"/>
          <ac:spMkLst>
            <pc:docMk/>
            <pc:sldMk cId="3947004095" sldId="263"/>
            <ac:spMk id="64" creationId="{59EEE6AB-5A3B-722F-6A64-26F9B4C6C154}"/>
          </ac:spMkLst>
        </pc:spChg>
        <pc:picChg chg="mod">
          <ac:chgData name="William Santos" userId="3c44bde2a603709d" providerId="LiveId" clId="{EEA2192A-38D1-4A54-81F6-6ECFB1187D77}" dt="2026-01-26T20:54:14.038" v="1571" actId="1076"/>
          <ac:picMkLst>
            <pc:docMk/>
            <pc:sldMk cId="3947004095" sldId="263"/>
            <ac:picMk id="62" creationId="{D0E679EA-2CBC-0F56-E3E6-1548B54CF4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7078E15-5243-C3E4-CAE9-B7D46269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75C10FC3-1717-7FC0-C95E-A1D917FE8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6E15729B-8EBE-13BF-3B7D-08AEF4976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07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D0BC5DB-BE97-6FEF-3AC4-A033A4A9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F5D12188-B73E-6923-9D1D-5DBDAAD09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02F8DCAD-E667-BC44-E310-F74BE201E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897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4F58F0A-0F70-E5F5-C4FE-FBE20BBF2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725265A9-0E02-85A8-6916-056926B7C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454B0A26-2316-1ED6-1710-3BC9D1C99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47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656059322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10/02/2026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</a:t>
            </a:r>
            <a:r>
              <a:rPr lang="es" sz="2500" dirty="0"/>
              <a:t>[N]</a:t>
            </a:r>
            <a:endParaRPr lang="es"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s" sz="25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2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86318" y="4602177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/>
              <a:t>William Alexander Santos Colindres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/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2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/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GT" sz="1800" b="1" dirty="0">
                <a:solidFill>
                  <a:schemeClr val="dk1"/>
                </a:solidFill>
              </a:rPr>
              <a:t>Se le entregará una serie de datos en archivos </a:t>
            </a:r>
            <a:r>
              <a:rPr lang="es-GT" sz="1800" b="1" dirty="0" err="1">
                <a:solidFill>
                  <a:schemeClr val="dk1"/>
                </a:solidFill>
              </a:rPr>
              <a:t>csv</a:t>
            </a:r>
            <a:r>
              <a:rPr lang="es-GT" sz="1800" b="1" dirty="0">
                <a:solidFill>
                  <a:schemeClr val="dk1"/>
                </a:solidFill>
              </a:rPr>
              <a:t> y debe realizar lo siguiente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100" b="1" dirty="0">
                <a:solidFill>
                  <a:schemeClr val="dk1"/>
                </a:solidFill>
              </a:rPr>
              <a:t>1.</a:t>
            </a:r>
            <a:r>
              <a:rPr lang="es-MX" sz="1200" b="1" dirty="0">
                <a:solidFill>
                  <a:schemeClr val="dk1"/>
                </a:solidFill>
              </a:rPr>
              <a:t>Preparación de datos: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a.	Extraer los datos del archivo .</a:t>
            </a:r>
            <a:r>
              <a:rPr lang="es-MX" sz="1200" b="1" dirty="0" err="1">
                <a:solidFill>
                  <a:schemeClr val="dk1"/>
                </a:solidFill>
              </a:rPr>
              <a:t>csv</a:t>
            </a:r>
            <a:r>
              <a:rPr lang="es-MX" sz="1200" b="1" dirty="0">
                <a:solidFill>
                  <a:schemeClr val="dk1"/>
                </a:solidFill>
              </a:rPr>
              <a:t>.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b.	No cargar todos aquellos registros en donde sus valores estén faltantes, duplicados, edad y 		fechas no validas. 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c.	Asegurarse de que los tipos de datos sean correctos para cada columna (colocar imagen donde 		se visualice las tablas utilizadas y los tipos de datos para cada columna utilizada).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d.	Cargar los datos a una base de datos SQL en la nube o local (queda a elección del estudiante 		pero de preferencia una base de datos en la nube)(Indicar que herramienta utilizaron así como 		una imagen donde se visualice la carga). 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e. 	Considerar: Como restricción las ventas tienen relación uno a uno con clientes.</a:t>
            </a:r>
          </a:p>
          <a:p>
            <a:pPr marL="114300" lvl="2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MX"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C815154-6C28-5175-76CB-6152A119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5DD941A8-750E-2094-D159-494CBFF08C30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>
            <a:extLst>
              <a:ext uri="{FF2B5EF4-FFF2-40B4-BE49-F238E27FC236}">
                <a16:creationId xmlns:a16="http://schemas.microsoft.com/office/drawing/2014/main" id="{EBF10944-3D70-5C24-9DFB-C7D56FE75280}"/>
              </a:ext>
            </a:extLst>
          </p:cNvPr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2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>
            <a:extLst>
              <a:ext uri="{FF2B5EF4-FFF2-40B4-BE49-F238E27FC236}">
                <a16:creationId xmlns:a16="http://schemas.microsoft.com/office/drawing/2014/main" id="{11A5C1DA-08D7-4334-B362-A51A38FE59FF}"/>
              </a:ext>
            </a:extLst>
          </p:cNvPr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2. Análisis exploratorio: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a.	Con apoyo de un lenguaje de programación de análisis de datos (como Python).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b.	Calcular estadísticas básicas (media, mediana, moda) para las variables numéricas.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                                         1. Para el primer semestre 2025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                                         2. Para el segundo semestre 2025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	c.	Crear visualizaciones para mostrar la distribución de ventas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                                         1. Para el primer semestre 2025 por categoría (top 5)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                                         2. Para el segundo semestre 2025 por región (top 5)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200" b="1" dirty="0">
                <a:solidFill>
                  <a:schemeClr val="dk1"/>
                </a:solidFill>
              </a:rPr>
              <a:t>                                         3. Para todo el año 2025 top 20 productos más vendidos</a:t>
            </a:r>
          </a:p>
        </p:txBody>
      </p:sp>
    </p:spTree>
    <p:extLst>
      <p:ext uri="{BB962C8B-B14F-4D97-AF65-F5344CB8AC3E}">
        <p14:creationId xmlns:p14="http://schemas.microsoft.com/office/powerpoint/2010/main" val="151140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EFCFEE4-A3E2-1C8C-1A0B-1B4BC72E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9B6BBFAA-FCEA-0A23-9A4F-3614C7E9A8D6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>
            <a:extLst>
              <a:ext uri="{FF2B5EF4-FFF2-40B4-BE49-F238E27FC236}">
                <a16:creationId xmlns:a16="http://schemas.microsoft.com/office/drawing/2014/main" id="{8B893DC1-1C18-7214-B63E-EDDA67BE8710}"/>
              </a:ext>
            </a:extLst>
          </p:cNvPr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2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>
            <a:extLst>
              <a:ext uri="{FF2B5EF4-FFF2-40B4-BE49-F238E27FC236}">
                <a16:creationId xmlns:a16="http://schemas.microsoft.com/office/drawing/2014/main" id="{0FDB458C-6C42-A0F3-0766-2F3FC2E7B1E6}"/>
              </a:ext>
            </a:extLst>
          </p:cNvPr>
          <p:cNvSpPr txBox="1"/>
          <p:nvPr/>
        </p:nvSpPr>
        <p:spPr>
          <a:xfrm>
            <a:off x="8450" y="567325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3.Análisis de tendencias: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a.	Determinar los meses con mayores y menores ventas.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                              1. Top 3 con mayor ventas de todo el año 2025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                              2. Top 3 con menor ventas de todo el año 2025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b.	Identificar los productos más vendidos y los menos populares.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                              1. Los 5 más vendidos del primer semestre 2025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                              2. Los 5 menos populares para el segundo semestre 2025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lang="es-GT" sz="1800" b="1" dirty="0">
              <a:solidFill>
                <a:schemeClr val="dk1"/>
              </a:solidFill>
            </a:endParaRP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sz="18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10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809CE42-EB59-15B4-41FF-66EE49AB5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D0E679EA-2CBC-0F56-E3E6-1548B54CF4AA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>
            <a:extLst>
              <a:ext uri="{FF2B5EF4-FFF2-40B4-BE49-F238E27FC236}">
                <a16:creationId xmlns:a16="http://schemas.microsoft.com/office/drawing/2014/main" id="{94EC2A89-0424-5F31-2164-7B88C02EAD2D}"/>
              </a:ext>
            </a:extLst>
          </p:cNvPr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2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>
            <a:extLst>
              <a:ext uri="{FF2B5EF4-FFF2-40B4-BE49-F238E27FC236}">
                <a16:creationId xmlns:a16="http://schemas.microsoft.com/office/drawing/2014/main" id="{59EEE6AB-5A3B-722F-6A64-26F9B4C6C154}"/>
              </a:ext>
            </a:extLst>
          </p:cNvPr>
          <p:cNvSpPr txBox="1"/>
          <p:nvPr/>
        </p:nvSpPr>
        <p:spPr>
          <a:xfrm>
            <a:off x="-102386" y="117053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endParaRPr lang="es-MX" sz="1600" b="1" dirty="0">
              <a:solidFill>
                <a:schemeClr val="dk1"/>
              </a:solidFill>
            </a:endParaRP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4.Segmentación de clientes: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a.	Agrupar a los clientes por edad y analizar sus patrones de compra del 		año 2025.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	1. El top 3 de más productos comprados por hombre.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	2. El top 3 de más productos comprados por mujeres.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	3. Diagrama donde se visualice la cantidad de compras por hombre y 		mujeres de todo el año.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	4. Diagrama donde se visualice la cantidad de compras en base a los 		rangos de edad [18-25],[26-35],[35 - en adelante]</a:t>
            </a:r>
          </a:p>
          <a:p>
            <a:pPr marL="1143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</a:pPr>
            <a:r>
              <a:rPr lang="es-MX" sz="1600" b="1" dirty="0">
                <a:solidFill>
                  <a:schemeClr val="dk1"/>
                </a:solidFill>
              </a:rPr>
              <a:t>	b.	Comparar el comportamiento de compra </a:t>
            </a:r>
            <a:r>
              <a:rPr lang="es-MX" sz="1600" b="1">
                <a:solidFill>
                  <a:schemeClr val="dk1"/>
                </a:solidFill>
              </a:rPr>
              <a:t>entre géneros.</a:t>
            </a:r>
            <a:endParaRPr lang="es-MX" sz="1600" b="1" dirty="0">
              <a:solidFill>
                <a:schemeClr val="dk1"/>
              </a:solidFill>
            </a:endParaRP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lang="es-GT" sz="1800" b="1" dirty="0">
              <a:solidFill>
                <a:schemeClr val="dk1"/>
              </a:solidFill>
            </a:endParaRP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sz="18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00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En PDF, con el siguiente nombre [SOG2]Tarea2_#carnet.pdf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Caratula con su </a:t>
            </a:r>
            <a:r>
              <a:rPr lang="es-GT" sz="1800">
                <a:solidFill>
                  <a:schemeClr val="dk1"/>
                </a:solidFill>
              </a:rPr>
              <a:t>nombre carne</a:t>
            </a:r>
            <a:endParaRPr lang="es-GT" sz="1800" dirty="0">
              <a:solidFill>
                <a:schemeClr val="dk1"/>
              </a:solidFill>
            </a:endParaRP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Contenido, con los 4 puntos solicitados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Agregue una conclusión para cada uno de los puntos solicitados con un mínimo de 20 líneas.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Es entrega individual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Fecha de 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Lunes 16 de Febrero del 2026 antes de 23:50 h</a:t>
            </a:r>
            <a:r>
              <a:rPr lang="es" sz="1800" dirty="0">
                <a:solidFill>
                  <a:schemeClr val="dk1"/>
                </a:solidFill>
              </a:rPr>
              <a:t>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579</Words>
  <Application>Microsoft Office PowerPoint</Application>
  <PresentationFormat>Presentación en pantalla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William Santos</cp:lastModifiedBy>
  <cp:revision>11</cp:revision>
  <dcterms:modified xsi:type="dcterms:W3CDTF">2026-02-08T16:47:58Z</dcterms:modified>
</cp:coreProperties>
</file>