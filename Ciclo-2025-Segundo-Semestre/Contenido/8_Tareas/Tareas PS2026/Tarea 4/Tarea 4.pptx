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6"/>
  </p:notesMasterIdLst>
  <p:sldIdLst>
    <p:sldId id="256" r:id="rId2"/>
    <p:sldId id="262" r:id="rId3"/>
    <p:sldId id="257" r:id="rId4"/>
    <p:sldId id="258" r:id="rId5"/>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5" roundtripDataSignature="AMtx7mgJlZl+luecGVzsZpUAlAN4SVcuA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940DC90-508C-4EDB-B808-E631822D52B5}" v="1" dt="2026-04-03T17:55:35.884"/>
  </p1510:revLst>
</p1510:revInfo>
</file>

<file path=ppt/tableStyles.xml><?xml version="1.0" encoding="utf-8"?>
<a:tblStyleLst xmlns:a="http://schemas.openxmlformats.org/drawingml/2006/main" def="{6D1B0283-5687-4A5E-923D-03B7FAD6BEE9}">
  <a:tblStyle styleId="{6D1B0283-5687-4A5E-923D-03B7FAD6BEE9}"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8" d="100"/>
          <a:sy n="138" d="100"/>
        </p:scale>
        <p:origin x="834" y="12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presProps" Target="presProps.xml"/><Relationship Id="rId3" Type="http://schemas.openxmlformats.org/officeDocument/2006/relationships/slide" Target="slides/slide2.xml"/><Relationship Id="rId25" Type="http://customschemas.google.com/relationships/presentationmetadata" Target="metadata"/><Relationship Id="rId2" Type="http://schemas.openxmlformats.org/officeDocument/2006/relationships/slide" Target="slides/slide1.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28" Type="http://schemas.openxmlformats.org/officeDocument/2006/relationships/theme" Target="theme/theme1.xml"/><Relationship Id="rId31" Type="http://schemas.microsoft.com/office/2015/10/relationships/revisionInfo" Target="revisionInfo.xml"/><Relationship Id="rId4" Type="http://schemas.openxmlformats.org/officeDocument/2006/relationships/slide" Target="slides/slide3.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illiam Santos" userId="3c44bde2a603709d" providerId="LiveId" clId="{EEA2192A-38D1-4A54-81F6-6ECFB1187D77}"/>
    <pc:docChg chg="custSel modSld sldOrd">
      <pc:chgData name="William Santos" userId="3c44bde2a603709d" providerId="LiveId" clId="{EEA2192A-38D1-4A54-81F6-6ECFB1187D77}" dt="2026-04-03T18:21:47.965" v="527" actId="20577"/>
      <pc:docMkLst>
        <pc:docMk/>
      </pc:docMkLst>
      <pc:sldChg chg="modSp mod">
        <pc:chgData name="William Santos" userId="3c44bde2a603709d" providerId="LiveId" clId="{EEA2192A-38D1-4A54-81F6-6ECFB1187D77}" dt="2026-04-03T18:21:01.433" v="516" actId="20577"/>
        <pc:sldMkLst>
          <pc:docMk/>
          <pc:sldMk cId="0" sldId="256"/>
        </pc:sldMkLst>
        <pc:spChg chg="mod">
          <ac:chgData name="William Santos" userId="3c44bde2a603709d" providerId="LiveId" clId="{EEA2192A-38D1-4A54-81F6-6ECFB1187D77}" dt="2026-04-03T18:20:37.562" v="456" actId="20577"/>
          <ac:spMkLst>
            <pc:docMk/>
            <pc:sldMk cId="0" sldId="256"/>
            <ac:spMk id="56" creationId="{00000000-0000-0000-0000-000000000000}"/>
          </ac:spMkLst>
        </pc:spChg>
        <pc:spChg chg="mod">
          <ac:chgData name="William Santos" userId="3c44bde2a603709d" providerId="LiveId" clId="{EEA2192A-38D1-4A54-81F6-6ECFB1187D77}" dt="2026-04-03T18:20:47.426" v="494" actId="20577"/>
          <ac:spMkLst>
            <pc:docMk/>
            <pc:sldMk cId="0" sldId="256"/>
            <ac:spMk id="57" creationId="{00000000-0000-0000-0000-000000000000}"/>
          </ac:spMkLst>
        </pc:spChg>
        <pc:graphicFrameChg chg="modGraphic">
          <ac:chgData name="William Santos" userId="3c44bde2a603709d" providerId="LiveId" clId="{EEA2192A-38D1-4A54-81F6-6ECFB1187D77}" dt="2026-04-03T18:21:01.433" v="516" actId="20577"/>
          <ac:graphicFrameMkLst>
            <pc:docMk/>
            <pc:sldMk cId="0" sldId="256"/>
            <ac:graphicFrameMk id="55" creationId="{00000000-0000-0000-0000-000000000000}"/>
          </ac:graphicFrameMkLst>
        </pc:graphicFrameChg>
      </pc:sldChg>
      <pc:sldChg chg="modSp mod">
        <pc:chgData name="William Santos" userId="3c44bde2a603709d" providerId="LiveId" clId="{EEA2192A-38D1-4A54-81F6-6ECFB1187D77}" dt="2026-04-03T18:01:02.025" v="438" actId="20577"/>
        <pc:sldMkLst>
          <pc:docMk/>
          <pc:sldMk cId="0" sldId="257"/>
        </pc:sldMkLst>
        <pc:spChg chg="mod">
          <ac:chgData name="William Santos" userId="3c44bde2a603709d" providerId="LiveId" clId="{EEA2192A-38D1-4A54-81F6-6ECFB1187D77}" dt="2026-04-03T18:01:02.025" v="438" actId="20577"/>
          <ac:spMkLst>
            <pc:docMk/>
            <pc:sldMk cId="0" sldId="257"/>
            <ac:spMk id="2" creationId="{A159586C-8A3F-1F2E-C197-2FD2F08A374E}"/>
          </ac:spMkLst>
        </pc:spChg>
        <pc:spChg chg="mod">
          <ac:chgData name="William Santos" userId="3c44bde2a603709d" providerId="LiveId" clId="{EEA2192A-38D1-4A54-81F6-6ECFB1187D77}" dt="2026-04-03T17:58:43.843" v="328" actId="20577"/>
          <ac:spMkLst>
            <pc:docMk/>
            <pc:sldMk cId="0" sldId="257"/>
            <ac:spMk id="64" creationId="{00000000-0000-0000-0000-000000000000}"/>
          </ac:spMkLst>
        </pc:spChg>
      </pc:sldChg>
      <pc:sldChg chg="modSp mod">
        <pc:chgData name="William Santos" userId="3c44bde2a603709d" providerId="LiveId" clId="{EEA2192A-38D1-4A54-81F6-6ECFB1187D77}" dt="2026-04-03T18:00:52.982" v="436" actId="20577"/>
        <pc:sldMkLst>
          <pc:docMk/>
          <pc:sldMk cId="0" sldId="258"/>
        </pc:sldMkLst>
        <pc:spChg chg="mod">
          <ac:chgData name="William Santos" userId="3c44bde2a603709d" providerId="LiveId" clId="{EEA2192A-38D1-4A54-81F6-6ECFB1187D77}" dt="2026-04-03T18:00:52.982" v="436" actId="20577"/>
          <ac:spMkLst>
            <pc:docMk/>
            <pc:sldMk cId="0" sldId="258"/>
            <ac:spMk id="70" creationId="{00000000-0000-0000-0000-000000000000}"/>
          </ac:spMkLst>
        </pc:spChg>
      </pc:sldChg>
      <pc:sldChg chg="modSp mod ord">
        <pc:chgData name="William Santos" userId="3c44bde2a603709d" providerId="LiveId" clId="{EEA2192A-38D1-4A54-81F6-6ECFB1187D77}" dt="2026-04-03T18:21:47.965" v="527" actId="20577"/>
        <pc:sldMkLst>
          <pc:docMk/>
          <pc:sldMk cId="141161982" sldId="262"/>
        </pc:sldMkLst>
        <pc:spChg chg="mod">
          <ac:chgData name="William Santos" userId="3c44bde2a603709d" providerId="LiveId" clId="{EEA2192A-38D1-4A54-81F6-6ECFB1187D77}" dt="2026-04-03T18:01:05.928" v="440" actId="20577"/>
          <ac:spMkLst>
            <pc:docMk/>
            <pc:sldMk cId="141161982" sldId="262"/>
            <ac:spMk id="5" creationId="{6005C9A3-DE0B-02C7-6C85-4F3DC2BBB826}"/>
          </ac:spMkLst>
        </pc:spChg>
        <pc:spChg chg="mod">
          <ac:chgData name="William Santos" userId="3c44bde2a603709d" providerId="LiveId" clId="{EEA2192A-38D1-4A54-81F6-6ECFB1187D77}" dt="2026-04-03T18:21:47.965" v="527" actId="20577"/>
          <ac:spMkLst>
            <pc:docMk/>
            <pc:sldMk cId="141161982" sldId="262"/>
            <ac:spMk id="6" creationId="{7266A398-8C83-953D-8E16-C8D313764B5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a:extLst>
            <a:ext uri="{FF2B5EF4-FFF2-40B4-BE49-F238E27FC236}">
              <a16:creationId xmlns:a16="http://schemas.microsoft.com/office/drawing/2014/main" id="{7D3F533E-DE3E-5A88-3DC4-FE59EE96023D}"/>
            </a:ext>
          </a:extLst>
        </p:cNvPr>
        <p:cNvGrpSpPr/>
        <p:nvPr/>
      </p:nvGrpSpPr>
      <p:grpSpPr>
        <a:xfrm>
          <a:off x="0" y="0"/>
          <a:ext cx="0" cy="0"/>
          <a:chOff x="0" y="0"/>
          <a:chExt cx="0" cy="0"/>
        </a:xfrm>
      </p:grpSpPr>
      <p:sp>
        <p:nvSpPr>
          <p:cNvPr id="59" name="Google Shape;59;g2d853e9ab94_0_26:notes">
            <a:extLst>
              <a:ext uri="{FF2B5EF4-FFF2-40B4-BE49-F238E27FC236}">
                <a16:creationId xmlns:a16="http://schemas.microsoft.com/office/drawing/2014/main" id="{FBA38415-A761-FCED-30F9-1A4DA8316E8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g2d853e9ab94_0_26:notes">
            <a:extLst>
              <a:ext uri="{FF2B5EF4-FFF2-40B4-BE49-F238E27FC236}">
                <a16:creationId xmlns:a16="http://schemas.microsoft.com/office/drawing/2014/main" id="{06252A98-70C6-552F-01EC-7B835931676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0387737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g2d853e9ab94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g2d853e9ab94_0_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2d853e9ab94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7" name="Google Shape;67;g2d853e9ab94_0_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9"/>
        <p:cNvGrpSpPr/>
        <p:nvPr/>
      </p:nvGrpSpPr>
      <p:grpSpPr>
        <a:xfrm>
          <a:off x="0" y="0"/>
          <a:ext cx="0" cy="0"/>
          <a:chOff x="0" y="0"/>
          <a:chExt cx="0" cy="0"/>
        </a:xfrm>
      </p:grpSpPr>
      <p:sp>
        <p:nvSpPr>
          <p:cNvPr id="10" name="Google Shape;10;p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1" name="Google Shape;11;p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2" name="Google Shape;12;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5"/>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9" name="Google Shape;19;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6"/>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6"/>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8"/>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8"/>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9"/>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10"/>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10"/>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10"/>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10"/>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1"/>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2"/>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2"/>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2"/>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hyperlink" Target="https://drive.google.com/drive/folders/13nRqh85cZO7CZIBHTmGwwOs8kh1DVpV4?usp=sharing"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hyperlink" Target="https://www.youtube.com/watch?v=5ujh7Juzx2Q&amp;t=119s"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pic>
        <p:nvPicPr>
          <p:cNvPr id="54" name="Google Shape;54;p1"/>
          <p:cNvPicPr preferRelativeResize="0"/>
          <p:nvPr/>
        </p:nvPicPr>
        <p:blipFill rotWithShape="1">
          <a:blip r:embed="rId3">
            <a:alphaModFix amt="62000"/>
          </a:blip>
          <a:srcRect/>
          <a:stretch/>
        </p:blipFill>
        <p:spPr>
          <a:xfrm>
            <a:off x="8451" y="0"/>
            <a:ext cx="9127099" cy="5143501"/>
          </a:xfrm>
          <a:prstGeom prst="rect">
            <a:avLst/>
          </a:prstGeom>
          <a:noFill/>
          <a:ln>
            <a:noFill/>
          </a:ln>
        </p:spPr>
      </p:pic>
      <p:graphicFrame>
        <p:nvGraphicFramePr>
          <p:cNvPr id="55" name="Google Shape;55;p1"/>
          <p:cNvGraphicFramePr/>
          <p:nvPr>
            <p:extLst>
              <p:ext uri="{D42A27DB-BD31-4B8C-83A1-F6EECF244321}">
                <p14:modId xmlns:p14="http://schemas.microsoft.com/office/powerpoint/2010/main" val="10779112"/>
              </p:ext>
            </p:extLst>
          </p:nvPr>
        </p:nvGraphicFramePr>
        <p:xfrm>
          <a:off x="5328200" y="970025"/>
          <a:ext cx="3690575" cy="798516"/>
        </p:xfrm>
        <a:graphic>
          <a:graphicData uri="http://schemas.openxmlformats.org/drawingml/2006/table">
            <a:tbl>
              <a:tblPr>
                <a:noFill/>
                <a:tableStyleId>{6D1B0283-5687-4A5E-923D-03B7FAD6BEE9}</a:tableStyleId>
              </a:tblPr>
              <a:tblGrid>
                <a:gridCol w="1518200">
                  <a:extLst>
                    <a:ext uri="{9D8B030D-6E8A-4147-A177-3AD203B41FA5}">
                      <a16:colId xmlns:a16="http://schemas.microsoft.com/office/drawing/2014/main" val="20000"/>
                    </a:ext>
                  </a:extLst>
                </a:gridCol>
                <a:gridCol w="2172375">
                  <a:extLst>
                    <a:ext uri="{9D8B030D-6E8A-4147-A177-3AD203B41FA5}">
                      <a16:colId xmlns:a16="http://schemas.microsoft.com/office/drawing/2014/main" val="20001"/>
                    </a:ext>
                  </a:extLst>
                </a:gridCol>
              </a:tblGrid>
              <a:tr h="322450">
                <a:tc>
                  <a:txBody>
                    <a:bodyPr/>
                    <a:lstStyle/>
                    <a:p>
                      <a:pPr marL="0" marR="0" lvl="0" indent="0" algn="l" rtl="0">
                        <a:lnSpc>
                          <a:spcPct val="100000"/>
                        </a:lnSpc>
                        <a:spcBef>
                          <a:spcPts val="0"/>
                        </a:spcBef>
                        <a:spcAft>
                          <a:spcPts val="0"/>
                        </a:spcAft>
                        <a:buClr>
                          <a:srgbClr val="000000"/>
                        </a:buClr>
                        <a:buSzPts val="1420"/>
                        <a:buFont typeface="Arial"/>
                        <a:buNone/>
                      </a:pPr>
                      <a:r>
                        <a:rPr lang="es" sz="1420" b="1" u="none" strike="noStrike" cap="none">
                          <a:solidFill>
                            <a:schemeClr val="dk1"/>
                          </a:solidFill>
                        </a:rPr>
                        <a:t>Día, Fecha:</a:t>
                      </a:r>
                      <a:endParaRPr sz="1420" b="1" u="none" strike="noStrike" cap="none">
                        <a:solidFill>
                          <a:schemeClr val="dk1"/>
                        </a:solidFill>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s" sz="1400" u="none" strike="noStrike" cap="none" dirty="0"/>
                        <a:t>Martes, 07/04/2026</a:t>
                      </a:r>
                      <a:endParaRPr sz="1400" u="none" strike="noStrike" cap="none" dirty="0"/>
                    </a:p>
                  </a:txBody>
                  <a:tcPr marL="91425" marR="91425" marT="91425" marB="91425"/>
                </a:tc>
                <a:extLst>
                  <a:ext uri="{0D108BD9-81ED-4DB2-BD59-A6C34878D82A}">
                    <a16:rowId xmlns:a16="http://schemas.microsoft.com/office/drawing/2014/main" val="10000"/>
                  </a:ext>
                </a:extLst>
              </a:tr>
              <a:tr h="363100">
                <a:tc>
                  <a:txBody>
                    <a:bodyPr/>
                    <a:lstStyle/>
                    <a:p>
                      <a:pPr marL="0" marR="0" lvl="0" indent="0" algn="l" rtl="0">
                        <a:lnSpc>
                          <a:spcPct val="100000"/>
                        </a:lnSpc>
                        <a:spcBef>
                          <a:spcPts val="0"/>
                        </a:spcBef>
                        <a:spcAft>
                          <a:spcPts val="0"/>
                        </a:spcAft>
                        <a:buClr>
                          <a:srgbClr val="000000"/>
                        </a:buClr>
                        <a:buSzPts val="1420"/>
                        <a:buFont typeface="Arial"/>
                        <a:buNone/>
                      </a:pPr>
                      <a:r>
                        <a:rPr lang="es" sz="1420" b="1" u="none" strike="noStrike" cap="none">
                          <a:solidFill>
                            <a:schemeClr val="dk1"/>
                          </a:solidFill>
                        </a:rPr>
                        <a:t>Hora de inicio:</a:t>
                      </a:r>
                      <a:endParaRPr sz="1420" b="1" u="none" strike="noStrike" cap="none">
                        <a:solidFill>
                          <a:schemeClr val="dk1"/>
                        </a:solidFill>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s" sz="1400" u="none" strike="noStrike" cap="none" dirty="0"/>
                        <a:t>17:20</a:t>
                      </a:r>
                      <a:endParaRPr sz="1400" u="none" strike="noStrike" cap="none" dirty="0"/>
                    </a:p>
                  </a:txBody>
                  <a:tcPr marL="91425" marR="91425" marT="91425" marB="91425"/>
                </a:tc>
                <a:extLst>
                  <a:ext uri="{0D108BD9-81ED-4DB2-BD59-A6C34878D82A}">
                    <a16:rowId xmlns:a16="http://schemas.microsoft.com/office/drawing/2014/main" val="10001"/>
                  </a:ext>
                </a:extLst>
              </a:tr>
            </a:tbl>
          </a:graphicData>
        </a:graphic>
      </p:graphicFrame>
      <p:sp>
        <p:nvSpPr>
          <p:cNvPr id="56" name="Google Shape;56;p1"/>
          <p:cNvSpPr txBox="1"/>
          <p:nvPr/>
        </p:nvSpPr>
        <p:spPr>
          <a:xfrm>
            <a:off x="3992650" y="2132750"/>
            <a:ext cx="5142900" cy="1723518"/>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s" sz="2500" b="0" i="0" u="none" strike="noStrike" cap="none" dirty="0">
                <a:solidFill>
                  <a:srgbClr val="000000"/>
                </a:solidFill>
                <a:latin typeface="Arial"/>
                <a:ea typeface="Arial"/>
                <a:cs typeface="Arial"/>
                <a:sym typeface="Arial"/>
              </a:rPr>
              <a:t>SISTEMAS ORGANIZACIONALES Y GERENCIALES 2 </a:t>
            </a:r>
            <a:r>
              <a:rPr lang="es" sz="2500" dirty="0"/>
              <a:t>[N]</a:t>
            </a:r>
            <a:endParaRPr lang="es" sz="25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500"/>
              <a:buFont typeface="Arial"/>
              <a:buNone/>
            </a:pPr>
            <a:endParaRPr lang="es" sz="2500" dirty="0"/>
          </a:p>
          <a:p>
            <a:pPr marL="0" marR="0" lvl="0" indent="0" algn="l" rtl="0">
              <a:lnSpc>
                <a:spcPct val="100000"/>
              </a:lnSpc>
              <a:spcBef>
                <a:spcPts val="0"/>
              </a:spcBef>
              <a:spcAft>
                <a:spcPts val="0"/>
              </a:spcAft>
              <a:buClr>
                <a:srgbClr val="000000"/>
              </a:buClr>
              <a:buSzPts val="2500"/>
              <a:buFont typeface="Arial"/>
              <a:buNone/>
            </a:pPr>
            <a:r>
              <a:rPr lang="es" sz="2500" b="0" i="0" u="none" strike="noStrike" cap="none" dirty="0">
                <a:solidFill>
                  <a:srgbClr val="000000"/>
                </a:solidFill>
                <a:latin typeface="Arial"/>
                <a:ea typeface="Arial"/>
                <a:cs typeface="Arial"/>
                <a:sym typeface="Arial"/>
              </a:rPr>
              <a:t>TAREA 4</a:t>
            </a:r>
          </a:p>
        </p:txBody>
      </p:sp>
      <p:sp>
        <p:nvSpPr>
          <p:cNvPr id="57" name="Google Shape;57;p1"/>
          <p:cNvSpPr txBox="1"/>
          <p:nvPr/>
        </p:nvSpPr>
        <p:spPr>
          <a:xfrm>
            <a:off x="107100" y="4595250"/>
            <a:ext cx="4290600" cy="492600"/>
          </a:xfrm>
          <a:prstGeom prst="rect">
            <a:avLst/>
          </a:prstGeom>
          <a:noFill/>
          <a:ln>
            <a:noFill/>
          </a:ln>
        </p:spPr>
        <p:txBody>
          <a:bodyPr spcFirstLastPara="1" wrap="square" lIns="91425" tIns="91425" rIns="91425" bIns="91425" anchor="t" anchorCtr="0">
            <a:spAutoFit/>
          </a:bodyPr>
          <a:lstStyle/>
          <a:p>
            <a:pPr lvl="0">
              <a:buSzPts val="2000"/>
            </a:pPr>
            <a:r>
              <a:rPr lang="es-GT" sz="2000" dirty="0"/>
              <a:t>William Alexander Santos Colindres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1">
          <a:extLst>
            <a:ext uri="{FF2B5EF4-FFF2-40B4-BE49-F238E27FC236}">
              <a16:creationId xmlns:a16="http://schemas.microsoft.com/office/drawing/2014/main" id="{A0256F09-4DA7-8325-6AED-218934C21F0B}"/>
            </a:ext>
          </a:extLst>
        </p:cNvPr>
        <p:cNvGrpSpPr/>
        <p:nvPr/>
      </p:nvGrpSpPr>
      <p:grpSpPr>
        <a:xfrm>
          <a:off x="0" y="0"/>
          <a:ext cx="0" cy="0"/>
          <a:chOff x="0" y="0"/>
          <a:chExt cx="0" cy="0"/>
        </a:xfrm>
      </p:grpSpPr>
      <p:pic>
        <p:nvPicPr>
          <p:cNvPr id="62" name="Google Shape;62;g2d853e9ab94_0_26">
            <a:extLst>
              <a:ext uri="{FF2B5EF4-FFF2-40B4-BE49-F238E27FC236}">
                <a16:creationId xmlns:a16="http://schemas.microsoft.com/office/drawing/2014/main" id="{78C15D57-8A3B-3D28-01E8-D1E64772FBBB}"/>
              </a:ext>
            </a:extLst>
          </p:cNvPr>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5" name="Título 4">
            <a:extLst>
              <a:ext uri="{FF2B5EF4-FFF2-40B4-BE49-F238E27FC236}">
                <a16:creationId xmlns:a16="http://schemas.microsoft.com/office/drawing/2014/main" id="{6005C9A3-DE0B-02C7-6C85-4F3DC2BBB826}"/>
              </a:ext>
            </a:extLst>
          </p:cNvPr>
          <p:cNvSpPr>
            <a:spLocks noGrp="1"/>
          </p:cNvSpPr>
          <p:nvPr>
            <p:ph type="title"/>
          </p:nvPr>
        </p:nvSpPr>
        <p:spPr/>
        <p:txBody>
          <a:bodyPr>
            <a:normAutofit fontScale="90000"/>
          </a:bodyPr>
          <a:lstStyle/>
          <a:p>
            <a:pPr algn="ctr"/>
            <a:r>
              <a:rPr lang="es-GT" dirty="0"/>
              <a:t>Tarea 4</a:t>
            </a:r>
          </a:p>
        </p:txBody>
      </p:sp>
      <p:sp>
        <p:nvSpPr>
          <p:cNvPr id="6" name="Marcador de texto 5">
            <a:extLst>
              <a:ext uri="{FF2B5EF4-FFF2-40B4-BE49-F238E27FC236}">
                <a16:creationId xmlns:a16="http://schemas.microsoft.com/office/drawing/2014/main" id="{7266A398-8C83-953D-8E16-C8D313764B53}"/>
              </a:ext>
            </a:extLst>
          </p:cNvPr>
          <p:cNvSpPr>
            <a:spLocks noGrp="1"/>
          </p:cNvSpPr>
          <p:nvPr>
            <p:ph type="body" idx="1"/>
          </p:nvPr>
        </p:nvSpPr>
        <p:spPr/>
        <p:txBody>
          <a:bodyPr>
            <a:normAutofit fontScale="70000" lnSpcReduction="20000"/>
          </a:bodyPr>
          <a:lstStyle/>
          <a:p>
            <a:pPr marL="114300" indent="0">
              <a:buNone/>
            </a:pPr>
            <a:r>
              <a:rPr lang="es-GT" dirty="0">
                <a:solidFill>
                  <a:schemeClr val="dk1"/>
                </a:solidFill>
              </a:rPr>
              <a:t>La tarea se debe de realizar de manera individual, y consiste en dos partes:</a:t>
            </a:r>
          </a:p>
          <a:p>
            <a:pPr marL="114300" indent="0">
              <a:buNone/>
            </a:pPr>
            <a:endParaRPr lang="es-GT" dirty="0">
              <a:solidFill>
                <a:schemeClr val="dk1"/>
              </a:solidFill>
            </a:endParaRPr>
          </a:p>
          <a:p>
            <a:pPr marL="114300" indent="0">
              <a:buNone/>
            </a:pPr>
            <a:r>
              <a:rPr lang="es-MX" dirty="0">
                <a:solidFill>
                  <a:schemeClr val="tx1"/>
                </a:solidFill>
              </a:rPr>
              <a:t>Parte 1</a:t>
            </a:r>
          </a:p>
          <a:p>
            <a:pPr marL="114300" indent="0">
              <a:buNone/>
            </a:pPr>
            <a:r>
              <a:rPr lang="es-MX" dirty="0">
                <a:solidFill>
                  <a:schemeClr val="tx1"/>
                </a:solidFill>
              </a:rPr>
              <a:t>crear un RPA  que genere un archivo cuyo contenido sea sus datos personales:</a:t>
            </a:r>
          </a:p>
          <a:p>
            <a:r>
              <a:rPr lang="es-MX" dirty="0">
                <a:solidFill>
                  <a:schemeClr val="tx1"/>
                </a:solidFill>
              </a:rPr>
              <a:t>Nombre y Apellidos	</a:t>
            </a:r>
          </a:p>
          <a:p>
            <a:r>
              <a:rPr lang="es-MX" dirty="0">
                <a:solidFill>
                  <a:schemeClr val="tx1"/>
                </a:solidFill>
              </a:rPr>
              <a:t>Carne</a:t>
            </a:r>
          </a:p>
          <a:p>
            <a:r>
              <a:rPr lang="es-MX" dirty="0">
                <a:solidFill>
                  <a:schemeClr val="tx1"/>
                </a:solidFill>
              </a:rPr>
              <a:t>Curso</a:t>
            </a:r>
          </a:p>
          <a:p>
            <a:r>
              <a:rPr lang="es-MX" dirty="0">
                <a:solidFill>
                  <a:schemeClr val="tx1"/>
                </a:solidFill>
              </a:rPr>
              <a:t>Numero de Grupo</a:t>
            </a:r>
          </a:p>
          <a:p>
            <a:r>
              <a:rPr lang="es-MX" dirty="0">
                <a:solidFill>
                  <a:schemeClr val="tx1"/>
                </a:solidFill>
              </a:rPr>
              <a:t>y una imagen de la hora en que se esta ejecutando el robot</a:t>
            </a:r>
          </a:p>
          <a:p>
            <a:endParaRPr lang="es-MX" dirty="0">
              <a:solidFill>
                <a:schemeClr val="tx1"/>
              </a:solidFill>
            </a:endParaRPr>
          </a:p>
          <a:p>
            <a:pPr marL="114300" indent="0">
              <a:buNone/>
            </a:pPr>
            <a:r>
              <a:rPr lang="es-MX" dirty="0">
                <a:solidFill>
                  <a:schemeClr val="tx1"/>
                </a:solidFill>
              </a:rPr>
              <a:t>el archivo lo debe de guardar en </a:t>
            </a:r>
            <a:r>
              <a:rPr lang="es-MX" dirty="0" err="1">
                <a:solidFill>
                  <a:schemeClr val="tx1"/>
                </a:solidFill>
              </a:rPr>
              <a:t>pdf</a:t>
            </a:r>
            <a:r>
              <a:rPr lang="es-MX" dirty="0">
                <a:solidFill>
                  <a:schemeClr val="tx1"/>
                </a:solidFill>
              </a:rPr>
              <a:t> [CARNET_SECCION.pdf]</a:t>
            </a:r>
          </a:p>
          <a:p>
            <a:endParaRPr lang="es-MX" dirty="0">
              <a:solidFill>
                <a:schemeClr val="tx1"/>
              </a:solidFill>
            </a:endParaRPr>
          </a:p>
          <a:p>
            <a:pPr marL="114300" indent="0">
              <a:buNone/>
            </a:pPr>
            <a:r>
              <a:rPr lang="es-MX" dirty="0">
                <a:solidFill>
                  <a:schemeClr val="tx1"/>
                </a:solidFill>
              </a:rPr>
              <a:t>y luego subirlo a esta carpeta Drive</a:t>
            </a:r>
          </a:p>
          <a:p>
            <a:endParaRPr lang="es-MX" dirty="0">
              <a:solidFill>
                <a:schemeClr val="tx1"/>
              </a:solidFill>
            </a:endParaRPr>
          </a:p>
          <a:p>
            <a:pPr marL="114300" indent="0">
              <a:buNone/>
            </a:pPr>
            <a:r>
              <a:rPr lang="es-MX" dirty="0">
                <a:solidFill>
                  <a:schemeClr val="tx1"/>
                </a:solidFill>
                <a:hlinkClick r:id="rId4"/>
              </a:rPr>
              <a:t>https://drive.google.com/drive/folders/13nRqh85cZO7CZIBHTmGwwOs8kh1DVpV4?usp=sharing</a:t>
            </a:r>
            <a:r>
              <a:rPr lang="es-MX" dirty="0">
                <a:solidFill>
                  <a:schemeClr val="tx1"/>
                </a:solidFill>
              </a:rPr>
              <a:t> </a:t>
            </a:r>
          </a:p>
          <a:p>
            <a:pPr marL="114300" indent="0">
              <a:buNone/>
            </a:pPr>
            <a:endParaRPr lang="es-MX" dirty="0">
              <a:solidFill>
                <a:schemeClr val="tx1"/>
              </a:solidFill>
            </a:endParaRPr>
          </a:p>
          <a:p>
            <a:pPr marL="114300" indent="0">
              <a:buNone/>
            </a:pPr>
            <a:r>
              <a:rPr lang="es-MX" dirty="0">
                <a:solidFill>
                  <a:schemeClr val="tx1"/>
                </a:solidFill>
              </a:rPr>
              <a:t>Solo se permite un archivo subido, por lo que no se toleraran pruebas, </a:t>
            </a:r>
            <a:endParaRPr lang="es-GT" dirty="0">
              <a:solidFill>
                <a:schemeClr val="tx1"/>
              </a:solidFill>
            </a:endParaRPr>
          </a:p>
        </p:txBody>
      </p:sp>
    </p:spTree>
    <p:extLst>
      <p:ext uri="{BB962C8B-B14F-4D97-AF65-F5344CB8AC3E}">
        <p14:creationId xmlns:p14="http://schemas.microsoft.com/office/powerpoint/2010/main" val="1411619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pic>
        <p:nvPicPr>
          <p:cNvPr id="62" name="Google Shape;62;g2d853e9ab94_0_26"/>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64" name="Google Shape;64;g2d853e9ab94_0_26"/>
          <p:cNvSpPr txBox="1"/>
          <p:nvPr/>
        </p:nvSpPr>
        <p:spPr>
          <a:xfrm>
            <a:off x="62150" y="870200"/>
            <a:ext cx="8989500" cy="4203300"/>
          </a:xfrm>
          <a:prstGeom prst="rect">
            <a:avLst/>
          </a:prstGeom>
          <a:noFill/>
          <a:ln>
            <a:noFill/>
          </a:ln>
        </p:spPr>
        <p:txBody>
          <a:bodyPr spcFirstLastPara="1" wrap="square" lIns="91425" tIns="91425" rIns="91425" bIns="91425" anchor="t" anchorCtr="0">
            <a:noAutofit/>
          </a:bodyPr>
          <a:lstStyle/>
          <a:p>
            <a:pPr marL="114300">
              <a:lnSpc>
                <a:spcPct val="115000"/>
              </a:lnSpc>
              <a:spcBef>
                <a:spcPts val="1200"/>
              </a:spcBef>
              <a:buClr>
                <a:schemeClr val="dk1"/>
              </a:buClr>
              <a:buSzPts val="1800"/>
            </a:pPr>
            <a:r>
              <a:rPr lang="es-GT" sz="1800" dirty="0">
                <a:solidFill>
                  <a:schemeClr val="dk1"/>
                </a:solidFill>
              </a:rPr>
              <a:t>Parte 2</a:t>
            </a:r>
          </a:p>
          <a:p>
            <a:pPr marL="114300">
              <a:lnSpc>
                <a:spcPct val="115000"/>
              </a:lnSpc>
              <a:spcBef>
                <a:spcPts val="1200"/>
              </a:spcBef>
              <a:buClr>
                <a:schemeClr val="dk1"/>
              </a:buClr>
              <a:buSzPts val="1800"/>
            </a:pPr>
            <a:r>
              <a:rPr lang="es-GT" sz="1800" dirty="0">
                <a:solidFill>
                  <a:schemeClr val="dk1"/>
                </a:solidFill>
              </a:rPr>
              <a:t>Primero se deben de indicar los pasos de la instalación de </a:t>
            </a:r>
            <a:r>
              <a:rPr lang="es-GT" sz="1800" dirty="0" err="1">
                <a:solidFill>
                  <a:schemeClr val="dk1"/>
                </a:solidFill>
              </a:rPr>
              <a:t>UIPath</a:t>
            </a:r>
            <a:r>
              <a:rPr lang="es-GT" sz="1800" dirty="0">
                <a:solidFill>
                  <a:schemeClr val="dk1"/>
                </a:solidFill>
              </a:rPr>
              <a:t> en sus PC, se debe de adjuntar las capturas de pantalla de cada paso, adicional, se debe agregar el enlace de un video de la ejecución del robot de la parte 1, el video debe contener al inicio una pequeña presentación y luego mostrar la ejecución del robot.</a:t>
            </a:r>
            <a:br>
              <a:rPr lang="es-GT" sz="1800" dirty="0">
                <a:solidFill>
                  <a:schemeClr val="dk1"/>
                </a:solidFill>
              </a:rPr>
            </a:br>
            <a:br>
              <a:rPr lang="es-GT" sz="1800" dirty="0">
                <a:solidFill>
                  <a:schemeClr val="dk1"/>
                </a:solidFill>
              </a:rPr>
            </a:br>
            <a:r>
              <a:rPr lang="es-GT" sz="1800" dirty="0">
                <a:solidFill>
                  <a:schemeClr val="dk1"/>
                </a:solidFill>
              </a:rPr>
              <a:t>link de apoyo</a:t>
            </a:r>
            <a:br>
              <a:rPr lang="es-GT" sz="1800" dirty="0">
                <a:solidFill>
                  <a:schemeClr val="dk1"/>
                </a:solidFill>
              </a:rPr>
            </a:br>
            <a:r>
              <a:rPr lang="es-GT" sz="1800" dirty="0">
                <a:solidFill>
                  <a:schemeClr val="dk1"/>
                </a:solidFill>
                <a:hlinkClick r:id="rId4"/>
              </a:rPr>
              <a:t>https://www.youtube.com/watch?v=5ujh7Juzx2Q&amp;t=119s</a:t>
            </a:r>
            <a:endParaRPr lang="es-GT" sz="1800" dirty="0">
              <a:solidFill>
                <a:schemeClr val="dk1"/>
              </a:solidFill>
            </a:endParaRPr>
          </a:p>
          <a:p>
            <a:pPr marL="114300">
              <a:lnSpc>
                <a:spcPct val="115000"/>
              </a:lnSpc>
              <a:spcBef>
                <a:spcPts val="1200"/>
              </a:spcBef>
              <a:buClr>
                <a:schemeClr val="dk1"/>
              </a:buClr>
              <a:buSzPts val="1800"/>
            </a:pPr>
            <a:endParaRPr lang="es-GT" sz="1800" dirty="0">
              <a:solidFill>
                <a:schemeClr val="dk1"/>
              </a:solidFill>
            </a:endParaRPr>
          </a:p>
          <a:p>
            <a:pPr marL="114300">
              <a:lnSpc>
                <a:spcPct val="115000"/>
              </a:lnSpc>
              <a:spcBef>
                <a:spcPts val="1200"/>
              </a:spcBef>
              <a:buClr>
                <a:schemeClr val="dk1"/>
              </a:buClr>
              <a:buSzPts val="1800"/>
            </a:pPr>
            <a:endParaRPr lang="es-GT" sz="1800" dirty="0">
              <a:solidFill>
                <a:schemeClr val="dk1"/>
              </a:solidFill>
            </a:endParaRPr>
          </a:p>
        </p:txBody>
      </p:sp>
      <p:sp>
        <p:nvSpPr>
          <p:cNvPr id="2" name="Título 4">
            <a:extLst>
              <a:ext uri="{FF2B5EF4-FFF2-40B4-BE49-F238E27FC236}">
                <a16:creationId xmlns:a16="http://schemas.microsoft.com/office/drawing/2014/main" id="{A159586C-8A3F-1F2E-C197-2FD2F08A374E}"/>
              </a:ext>
            </a:extLst>
          </p:cNvPr>
          <p:cNvSpPr>
            <a:spLocks noGrp="1"/>
          </p:cNvSpPr>
          <p:nvPr>
            <p:ph type="title"/>
          </p:nvPr>
        </p:nvSpPr>
        <p:spPr>
          <a:xfrm>
            <a:off x="311700" y="445025"/>
            <a:ext cx="8520600" cy="572700"/>
          </a:xfrm>
        </p:spPr>
        <p:txBody>
          <a:bodyPr>
            <a:normAutofit fontScale="90000"/>
          </a:bodyPr>
          <a:lstStyle/>
          <a:p>
            <a:pPr algn="ctr"/>
            <a:r>
              <a:rPr lang="es-GT" dirty="0"/>
              <a:t>Tarea 4</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g2d853e9ab94_0_31"/>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70" name="Google Shape;70;g2d853e9ab94_0_31"/>
          <p:cNvSpPr txBox="1"/>
          <p:nvPr/>
        </p:nvSpPr>
        <p:spPr>
          <a:xfrm>
            <a:off x="38850" y="862425"/>
            <a:ext cx="9051600" cy="42345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Clr>
                <a:schemeClr val="dk1"/>
              </a:buClr>
              <a:buSzPts val="1100"/>
              <a:buFont typeface="Arial"/>
              <a:buNone/>
            </a:pPr>
            <a:r>
              <a:rPr lang="es-GT" sz="1800" b="1" dirty="0">
                <a:solidFill>
                  <a:schemeClr val="dk1"/>
                </a:solidFill>
              </a:rPr>
              <a:t>Entrega</a:t>
            </a:r>
            <a:endParaRPr sz="1800" b="1" dirty="0">
              <a:solidFill>
                <a:schemeClr val="dk1"/>
              </a:solidFill>
            </a:endParaRPr>
          </a:p>
          <a:p>
            <a:pPr marL="457200" lvl="0" indent="-342900" algn="just" rtl="0">
              <a:lnSpc>
                <a:spcPct val="115000"/>
              </a:lnSpc>
              <a:spcBef>
                <a:spcPts val="1200"/>
              </a:spcBef>
              <a:spcAft>
                <a:spcPts val="0"/>
              </a:spcAft>
              <a:buClr>
                <a:schemeClr val="dk1"/>
              </a:buClr>
              <a:buSzPts val="1800"/>
              <a:buChar char="●"/>
            </a:pPr>
            <a:r>
              <a:rPr lang="es-GT" sz="1800" dirty="0">
                <a:solidFill>
                  <a:schemeClr val="dk1"/>
                </a:solidFill>
              </a:rPr>
              <a:t>Los pasos de la instalación, y las capturas del flujo creado deben de venir en un solo PDF nombrado de la siguiente manera [SOG2]Tarea3_carne.pdf</a:t>
            </a:r>
          </a:p>
          <a:p>
            <a:pPr marL="400050" lvl="2" indent="-285750" algn="just">
              <a:lnSpc>
                <a:spcPct val="115000"/>
              </a:lnSpc>
              <a:spcBef>
                <a:spcPts val="1200"/>
              </a:spcBef>
              <a:buClr>
                <a:schemeClr val="dk1"/>
              </a:buClr>
              <a:buSzPts val="1800"/>
              <a:buFont typeface="Arial" panose="020B0604020202020204" pitchFamily="34" charset="0"/>
              <a:buChar char="•"/>
            </a:pPr>
            <a:r>
              <a:rPr lang="es-GT" sz="1800" dirty="0">
                <a:solidFill>
                  <a:schemeClr val="dk1"/>
                </a:solidFill>
              </a:rPr>
              <a:t>Caratula con su nombre y carnet.</a:t>
            </a:r>
          </a:p>
          <a:p>
            <a:pPr marL="400050" lvl="2" indent="-285750" algn="just">
              <a:lnSpc>
                <a:spcPct val="115000"/>
              </a:lnSpc>
              <a:spcBef>
                <a:spcPts val="1200"/>
              </a:spcBef>
              <a:buClr>
                <a:schemeClr val="dk1"/>
              </a:buClr>
              <a:buSzPts val="1800"/>
              <a:buFont typeface="Arial" panose="020B0604020202020204" pitchFamily="34" charset="0"/>
              <a:buChar char="•"/>
            </a:pPr>
            <a:r>
              <a:rPr lang="es-GT" sz="1800" dirty="0">
                <a:solidFill>
                  <a:schemeClr val="dk1"/>
                </a:solidFill>
              </a:rPr>
              <a:t>Para tener derecho a nota, en el Drive dado, debe aparecer el archivo enviado 1 sola vez, si aparece dos veces o más, solo se calificara sobre los pasos de instalación</a:t>
            </a:r>
          </a:p>
          <a:p>
            <a:pPr marL="400050" lvl="2" indent="-285750" algn="just">
              <a:lnSpc>
                <a:spcPct val="115000"/>
              </a:lnSpc>
              <a:spcBef>
                <a:spcPts val="1200"/>
              </a:spcBef>
              <a:buClr>
                <a:schemeClr val="dk1"/>
              </a:buClr>
              <a:buSzPts val="1800"/>
              <a:buFont typeface="Arial" panose="020B0604020202020204" pitchFamily="34" charset="0"/>
              <a:buChar char="•"/>
            </a:pPr>
            <a:r>
              <a:rPr lang="es-GT" sz="1800" dirty="0">
                <a:solidFill>
                  <a:schemeClr val="dk1"/>
                </a:solidFill>
              </a:rPr>
              <a:t>Es entrega individual</a:t>
            </a:r>
            <a:endParaRPr sz="1800" dirty="0">
              <a:solidFill>
                <a:schemeClr val="dk1"/>
              </a:solidFill>
            </a:endParaRPr>
          </a:p>
          <a:p>
            <a:pPr marL="0" lvl="0" indent="0" algn="just" rtl="0">
              <a:lnSpc>
                <a:spcPct val="115000"/>
              </a:lnSpc>
              <a:spcBef>
                <a:spcPts val="1200"/>
              </a:spcBef>
              <a:spcAft>
                <a:spcPts val="0"/>
              </a:spcAft>
              <a:buClr>
                <a:schemeClr val="dk1"/>
              </a:buClr>
              <a:buSzPts val="1100"/>
              <a:buFont typeface="Arial"/>
              <a:buNone/>
            </a:pPr>
            <a:r>
              <a:rPr lang="es-GT" sz="1800" b="1" dirty="0">
                <a:solidFill>
                  <a:schemeClr val="dk1"/>
                </a:solidFill>
              </a:rPr>
              <a:t>Fecha de entrega</a:t>
            </a:r>
            <a:endParaRPr sz="1800" b="1" dirty="0">
              <a:solidFill>
                <a:schemeClr val="dk1"/>
              </a:solidFill>
            </a:endParaRPr>
          </a:p>
          <a:p>
            <a:pPr marL="457200" lvl="0" indent="-342900" algn="just" rtl="0">
              <a:lnSpc>
                <a:spcPct val="115000"/>
              </a:lnSpc>
              <a:spcBef>
                <a:spcPts val="1200"/>
              </a:spcBef>
              <a:spcAft>
                <a:spcPts val="0"/>
              </a:spcAft>
              <a:buClr>
                <a:schemeClr val="dk1"/>
              </a:buClr>
              <a:buSzPts val="1800"/>
              <a:buChar char="●"/>
            </a:pPr>
            <a:r>
              <a:rPr lang="es-GT" sz="1800" dirty="0">
                <a:solidFill>
                  <a:schemeClr val="dk1"/>
                </a:solidFill>
              </a:rPr>
              <a:t>Lunes 13 de abril del 2026 antes de 23:59 h</a:t>
            </a:r>
            <a:r>
              <a:rPr lang="es" sz="1800" dirty="0">
                <a:solidFill>
                  <a:schemeClr val="dk1"/>
                </a:solidFill>
              </a:rPr>
              <a:t>.</a:t>
            </a:r>
            <a:endParaRPr sz="1800" dirty="0">
              <a:solidFill>
                <a:schemeClr val="dk1"/>
              </a:solidFill>
            </a:endParaRPr>
          </a:p>
          <a:p>
            <a:pPr marL="0" lvl="0" indent="0" algn="just" rtl="0">
              <a:spcBef>
                <a:spcPts val="1200"/>
              </a:spcBef>
              <a:spcAft>
                <a:spcPts val="0"/>
              </a:spcAft>
              <a:buNone/>
            </a:pPr>
            <a:endParaRPr sz="1800" dirty="0">
              <a:solidFill>
                <a:schemeClr val="dk2"/>
              </a:solidFill>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454</TotalTime>
  <Words>320</Words>
  <Application>Microsoft Office PowerPoint</Application>
  <PresentationFormat>Presentación en pantalla (16:9)</PresentationFormat>
  <Paragraphs>36</Paragraphs>
  <Slides>4</Slides>
  <Notes>4</Notes>
  <HiddenSlides>0</HiddenSlides>
  <MMClips>0</MMClips>
  <ScaleCrop>false</ScaleCrop>
  <HeadingPairs>
    <vt:vector size="6" baseType="variant">
      <vt:variant>
        <vt:lpstr>Fuentes usadas</vt:lpstr>
      </vt:variant>
      <vt:variant>
        <vt:i4>1</vt:i4>
      </vt:variant>
      <vt:variant>
        <vt:lpstr>Tema</vt:lpstr>
      </vt:variant>
      <vt:variant>
        <vt:i4>1</vt:i4>
      </vt:variant>
      <vt:variant>
        <vt:lpstr>Títulos de diapositiva</vt:lpstr>
      </vt:variant>
      <vt:variant>
        <vt:i4>4</vt:i4>
      </vt:variant>
    </vt:vector>
  </HeadingPairs>
  <TitlesOfParts>
    <vt:vector size="6" baseType="lpstr">
      <vt:lpstr>Arial</vt:lpstr>
      <vt:lpstr>Simple Light</vt:lpstr>
      <vt:lpstr>Presentación de PowerPoint</vt:lpstr>
      <vt:lpstr>Tarea 4</vt:lpstr>
      <vt:lpstr>Tarea 4</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mynor israel miranda lopez</dc:creator>
  <cp:lastModifiedBy>William Santos</cp:lastModifiedBy>
  <cp:revision>9</cp:revision>
  <dcterms:modified xsi:type="dcterms:W3CDTF">2026-04-03T18:21:52Z</dcterms:modified>
</cp:coreProperties>
</file>