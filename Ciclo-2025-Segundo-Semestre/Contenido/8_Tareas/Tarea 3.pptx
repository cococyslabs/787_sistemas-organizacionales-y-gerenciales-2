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2" r:id="rId4"/>
    <p:sldId id="258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JlZl+luecGVzsZpUAlAN4SVcu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D1B0283-5687-4A5E-923D-03B7FAD6BEE9}">
  <a:tblStyle styleId="{6D1B0283-5687-4A5E-923D-03B7FAD6BE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810" y="3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customschemas.google.com/relationships/presentationmetadata" Target="metadata"/><Relationship Id="rId2" Type="http://schemas.openxmlformats.org/officeDocument/2006/relationships/slide" Target="slides/slide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28" Type="http://schemas.openxmlformats.org/officeDocument/2006/relationships/theme" Target="theme/theme1.xml"/><Relationship Id="rId4" Type="http://schemas.openxmlformats.org/officeDocument/2006/relationships/slide" Target="slides/slide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853e9ab9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2d853e9ab9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7D3F533E-DE3E-5A88-3DC4-FE59EE960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853e9ab94_0_26:notes">
            <a:extLst>
              <a:ext uri="{FF2B5EF4-FFF2-40B4-BE49-F238E27FC236}">
                <a16:creationId xmlns:a16="http://schemas.microsoft.com/office/drawing/2014/main" id="{FBA38415-A761-FCED-30F9-1A4DA8316E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2d853e9ab94_0_26:notes">
            <a:extLst>
              <a:ext uri="{FF2B5EF4-FFF2-40B4-BE49-F238E27FC236}">
                <a16:creationId xmlns:a16="http://schemas.microsoft.com/office/drawing/2014/main" id="{06252A98-70C6-552F-01EC-7B83593167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8773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853e9ab94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d853e9ab94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5ujh7Juzx2Q&amp;t=119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drive/folders/13xckqA76D-VAVdr9fcLSnz7tt7Gc9dey?usp=sharin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>
            <p:extLst>
              <p:ext uri="{D42A27DB-BD31-4B8C-83A1-F6EECF244321}">
                <p14:modId xmlns:p14="http://schemas.microsoft.com/office/powerpoint/2010/main" val="3720212595"/>
              </p:ext>
            </p:extLst>
          </p:nvPr>
        </p:nvGraphicFramePr>
        <p:xfrm>
          <a:off x="5328200" y="970025"/>
          <a:ext cx="3690575" cy="798516"/>
        </p:xfrm>
        <a:graphic>
          <a:graphicData uri="http://schemas.openxmlformats.org/drawingml/2006/table">
            <a:tbl>
              <a:tblPr>
                <a:noFill/>
                <a:tableStyleId>{6D1B0283-5687-4A5E-923D-03B7FAD6BEE9}</a:tableStyleId>
              </a:tblPr>
              <a:tblGrid>
                <a:gridCol w="151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lang="es" sz="1420" b="1" u="none" strike="noStrike" cap="non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42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strike="noStrike" cap="none" dirty="0"/>
                        <a:t>Martes, 16/09/2025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lang="es" sz="142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2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strike="noStrike" cap="none" dirty="0"/>
                        <a:t>17:20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3992650" y="2132750"/>
            <a:ext cx="51429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Sección P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s" sz="25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TAREA 3</a:t>
            </a:r>
          </a:p>
        </p:txBody>
      </p:sp>
      <p:sp>
        <p:nvSpPr>
          <p:cNvPr id="57" name="Google Shape;57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2000"/>
            </a:pPr>
            <a:r>
              <a:rPr lang="es-GT" sz="2000" dirty="0"/>
              <a:t>Mynor Israel Miranda López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853e9ab94_0_26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2d853e9ab94_0_26"/>
          <p:cNvSpPr txBox="1"/>
          <p:nvPr/>
        </p:nvSpPr>
        <p:spPr>
          <a:xfrm>
            <a:off x="62150" y="870200"/>
            <a:ext cx="8989500" cy="42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GT" sz="1800" dirty="0">
                <a:solidFill>
                  <a:schemeClr val="dk1"/>
                </a:solidFill>
              </a:rPr>
              <a:t>La tarea se debe de realizar de manera individual, y consiste en dos partes, 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endParaRPr lang="es-GT" sz="1800" dirty="0">
              <a:solidFill>
                <a:schemeClr val="dk1"/>
              </a:solidFill>
            </a:endParaRP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GT" sz="1800" dirty="0">
                <a:solidFill>
                  <a:schemeClr val="dk1"/>
                </a:solidFill>
              </a:rPr>
              <a:t>Parte 1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GT" sz="1800" dirty="0">
                <a:solidFill>
                  <a:schemeClr val="dk1"/>
                </a:solidFill>
              </a:rPr>
              <a:t>Primero se deben de indicar los pasos de la instalación de </a:t>
            </a:r>
            <a:r>
              <a:rPr lang="es-GT" sz="1800" dirty="0" err="1">
                <a:solidFill>
                  <a:schemeClr val="dk1"/>
                </a:solidFill>
              </a:rPr>
              <a:t>UIPath</a:t>
            </a:r>
            <a:r>
              <a:rPr lang="es-GT" sz="1800" dirty="0">
                <a:solidFill>
                  <a:schemeClr val="dk1"/>
                </a:solidFill>
              </a:rPr>
              <a:t> en sus PC, se debe de adjuntar las capturas de pantalla de cada paso</a:t>
            </a:r>
            <a:br>
              <a:rPr lang="es-GT" sz="1800" dirty="0">
                <a:solidFill>
                  <a:schemeClr val="dk1"/>
                </a:solidFill>
              </a:rPr>
            </a:br>
            <a:br>
              <a:rPr lang="es-GT" sz="1800" dirty="0">
                <a:solidFill>
                  <a:schemeClr val="dk1"/>
                </a:solidFill>
              </a:rPr>
            </a:br>
            <a:r>
              <a:rPr lang="es-GT" sz="1800" dirty="0">
                <a:solidFill>
                  <a:schemeClr val="dk1"/>
                </a:solidFill>
              </a:rPr>
              <a:t>link de apoyo</a:t>
            </a:r>
            <a:br>
              <a:rPr lang="es-GT" sz="1800" dirty="0">
                <a:solidFill>
                  <a:schemeClr val="dk1"/>
                </a:solidFill>
              </a:rPr>
            </a:br>
            <a:r>
              <a:rPr lang="es-GT" sz="1800" dirty="0">
                <a:solidFill>
                  <a:schemeClr val="dk1"/>
                </a:solidFill>
                <a:hlinkClick r:id="rId4"/>
              </a:rPr>
              <a:t>https://www.youtube.com/watch?v=5ujh7Juzx2Q&amp;t=119s</a:t>
            </a:r>
            <a:endParaRPr lang="es-GT" sz="1800" dirty="0">
              <a:solidFill>
                <a:schemeClr val="dk1"/>
              </a:solidFill>
            </a:endParaRP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endParaRPr lang="es-GT" sz="1800" dirty="0">
              <a:solidFill>
                <a:schemeClr val="dk1"/>
              </a:solidFill>
            </a:endParaRP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endParaRPr lang="es-GT" sz="1800" dirty="0">
              <a:solidFill>
                <a:schemeClr val="dk1"/>
              </a:solidFill>
            </a:endParaRPr>
          </a:p>
        </p:txBody>
      </p:sp>
      <p:sp>
        <p:nvSpPr>
          <p:cNvPr id="2" name="Título 4">
            <a:extLst>
              <a:ext uri="{FF2B5EF4-FFF2-40B4-BE49-F238E27FC236}">
                <a16:creationId xmlns:a16="http://schemas.microsoft.com/office/drawing/2014/main" id="{A159586C-8A3F-1F2E-C197-2FD2F08A3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s-GT" dirty="0"/>
              <a:t>Tarea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A0256F09-4DA7-8325-6AED-218934C21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853e9ab94_0_26">
            <a:extLst>
              <a:ext uri="{FF2B5EF4-FFF2-40B4-BE49-F238E27FC236}">
                <a16:creationId xmlns:a16="http://schemas.microsoft.com/office/drawing/2014/main" id="{78C15D57-8A3B-3D28-01E8-D1E64772FBBB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6005C9A3-DE0B-02C7-6C85-4F3DC2BBB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GT" dirty="0"/>
              <a:t>Tarea 3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266A398-8C83-953D-8E16-C8D313764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114300" indent="0">
              <a:buNone/>
            </a:pPr>
            <a:r>
              <a:rPr lang="es-MX" dirty="0">
                <a:solidFill>
                  <a:schemeClr val="tx1"/>
                </a:solidFill>
              </a:rPr>
              <a:t>Parte 2</a:t>
            </a:r>
          </a:p>
          <a:p>
            <a:pPr marL="114300" indent="0">
              <a:buNone/>
            </a:pPr>
            <a:r>
              <a:rPr lang="es-MX" dirty="0">
                <a:solidFill>
                  <a:schemeClr val="tx1"/>
                </a:solidFill>
              </a:rPr>
              <a:t>crear un RPA  que genere un archivo cuyo contenido sea sus datos personales:</a:t>
            </a:r>
          </a:p>
          <a:p>
            <a:r>
              <a:rPr lang="es-MX" dirty="0">
                <a:solidFill>
                  <a:schemeClr val="tx1"/>
                </a:solidFill>
              </a:rPr>
              <a:t>Nombre </a:t>
            </a:r>
            <a:r>
              <a:rPr lang="es-MX">
                <a:solidFill>
                  <a:schemeClr val="tx1"/>
                </a:solidFill>
              </a:rPr>
              <a:t>y Apellidos</a:t>
            </a:r>
            <a:r>
              <a:rPr lang="es-MX" dirty="0">
                <a:solidFill>
                  <a:schemeClr val="tx1"/>
                </a:solidFill>
              </a:rPr>
              <a:t>	</a:t>
            </a:r>
          </a:p>
          <a:p>
            <a:r>
              <a:rPr lang="es-MX" dirty="0">
                <a:solidFill>
                  <a:schemeClr val="tx1"/>
                </a:solidFill>
              </a:rPr>
              <a:t>Carne</a:t>
            </a:r>
          </a:p>
          <a:p>
            <a:r>
              <a:rPr lang="es-MX" dirty="0">
                <a:solidFill>
                  <a:schemeClr val="tx1"/>
                </a:solidFill>
              </a:rPr>
              <a:t>Curso</a:t>
            </a:r>
          </a:p>
          <a:p>
            <a:r>
              <a:rPr lang="es-MX" dirty="0">
                <a:solidFill>
                  <a:schemeClr val="tx1"/>
                </a:solidFill>
              </a:rPr>
              <a:t>Numero de Grupo</a:t>
            </a:r>
          </a:p>
          <a:p>
            <a:r>
              <a:rPr lang="es-MX" dirty="0">
                <a:solidFill>
                  <a:schemeClr val="tx1"/>
                </a:solidFill>
              </a:rPr>
              <a:t>y una imagen de la hora en que se esta ejecutando el robot</a:t>
            </a:r>
          </a:p>
          <a:p>
            <a:endParaRPr lang="es-MX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s-MX" dirty="0">
                <a:solidFill>
                  <a:schemeClr val="tx1"/>
                </a:solidFill>
              </a:rPr>
              <a:t>el archivo lo debe de guardar en </a:t>
            </a:r>
            <a:r>
              <a:rPr lang="es-MX" dirty="0" err="1">
                <a:solidFill>
                  <a:schemeClr val="tx1"/>
                </a:solidFill>
              </a:rPr>
              <a:t>pdf</a:t>
            </a:r>
            <a:endParaRPr lang="es-MX" dirty="0">
              <a:solidFill>
                <a:schemeClr val="tx1"/>
              </a:solidFill>
            </a:endParaRPr>
          </a:p>
          <a:p>
            <a:endParaRPr lang="es-MX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s-MX" dirty="0">
                <a:solidFill>
                  <a:schemeClr val="tx1"/>
                </a:solidFill>
              </a:rPr>
              <a:t>y luego subirlo a esta carpeta Drive</a:t>
            </a:r>
          </a:p>
          <a:p>
            <a:endParaRPr lang="es-MX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s-MX" dirty="0">
                <a:solidFill>
                  <a:schemeClr val="tx1"/>
                </a:solidFill>
                <a:hlinkClick r:id="rId4"/>
              </a:rPr>
              <a:t>https://drive.google.com/drive/folders/13xckqA76D-VAVdr9fcLSnz7tt7Gc9dey?usp=sharing</a:t>
            </a:r>
            <a:endParaRPr lang="es-MX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s-MX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s-MX" dirty="0">
                <a:solidFill>
                  <a:schemeClr val="tx1"/>
                </a:solidFill>
              </a:rPr>
              <a:t>Solo se permite un archivo subido, por lo que no se toleraran pruebas, </a:t>
            </a:r>
            <a:endParaRPr lang="es-G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61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2d853e9ab94_0_3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2d853e9ab94_0_31"/>
          <p:cNvSpPr txBox="1"/>
          <p:nvPr/>
        </p:nvSpPr>
        <p:spPr>
          <a:xfrm>
            <a:off x="38850" y="862425"/>
            <a:ext cx="9051600" cy="4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800" b="1" dirty="0">
                <a:solidFill>
                  <a:schemeClr val="dk1"/>
                </a:solidFill>
              </a:rPr>
              <a:t>Entrega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Los pasos de la instalación, y las capturas del flujo creado deben de venir en un solo PDF nombrado de la siguiente manera [SOG2]Tarea3_carne.pdf</a:t>
            </a:r>
          </a:p>
          <a:p>
            <a:pPr marL="400050" lvl="2" indent="-28575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Caratula con su nombre, carne y dpi</a:t>
            </a:r>
          </a:p>
          <a:p>
            <a:pPr marL="400050" lvl="2" indent="-28575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Para tener derecho a nota, en el Drive dado, debe aparecer el archivo enviado 1 sola vez, si aparece dos veces o más, solo se calificara sobre los pasos de instalación</a:t>
            </a:r>
          </a:p>
          <a:p>
            <a:pPr marL="400050" lvl="2" indent="-28575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Es entrega individual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800" b="1" dirty="0">
                <a:solidFill>
                  <a:schemeClr val="dk1"/>
                </a:solidFill>
              </a:rPr>
              <a:t>Fecha de entrega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Martes 23 de septiembre del 2025 antes de 23:59 h</a:t>
            </a:r>
            <a:r>
              <a:rPr lang="es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275</Words>
  <Application>Microsoft Office PowerPoint</Application>
  <PresentationFormat>Presentación en pantalla (16:9)</PresentationFormat>
  <Paragraphs>36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Presentación de PowerPoint</vt:lpstr>
      <vt:lpstr>Tarea 3</vt:lpstr>
      <vt:lpstr>Tarea 3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mynor israel miranda lopez</dc:creator>
  <cp:lastModifiedBy>mynor israel miranda lopez</cp:lastModifiedBy>
  <cp:revision>9</cp:revision>
  <dcterms:modified xsi:type="dcterms:W3CDTF">2025-09-17T03:35:43Z</dcterms:modified>
</cp:coreProperties>
</file>