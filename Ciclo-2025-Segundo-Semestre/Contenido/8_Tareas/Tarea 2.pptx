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1" roundtripDataSignature="AMtx7mjETPyxpYYY9/htpOjH3oNLo/wNf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96B5EE4-E36C-4C56-9F94-D3B8B277E586}">
  <a:tblStyle styleId="{B96B5EE4-E36C-4C56-9F94-D3B8B277E586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11" Type="http://customschemas.google.com/relationships/presentationmetadata" Target="metadata"/><Relationship Id="rId10" Type="http://schemas.openxmlformats.org/officeDocument/2006/relationships/slide" Target="slides/slide4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2d853e9ab94_0_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g2d853e9ab94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d8fa948c4e_0_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g2d8fa948c4e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d853e9ab94_0_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g2d853e9ab94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" name="Google Shape;12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6" name="Google Shape;16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7" name="Google Shape;1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3" name="Google Shape;23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7" name="Google Shape;2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1" name="Google Shape;31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2" name="Google Shape;32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3" name="Google Shape;3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36" name="Google Shape;3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9" name="Google Shape;39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1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8" name="Google Shape;48;p1"/>
          <p:cNvGraphicFramePr/>
          <p:nvPr/>
        </p:nvGraphicFramePr>
        <p:xfrm>
          <a:off x="5328200" y="970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{B96B5EE4-E36C-4C56-9F94-D3B8B277E586}</a:tableStyleId>
              </a:tblPr>
              <a:tblGrid>
                <a:gridCol w="1518200"/>
                <a:gridCol w="2172375"/>
              </a:tblGrid>
              <a:tr h="32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0"/>
                        <a:buFont typeface="Arial"/>
                        <a:buNone/>
                      </a:pPr>
                      <a:r>
                        <a:rPr b="1" lang="es" sz="1420" u="none" cap="none" strike="noStrike">
                          <a:solidFill>
                            <a:schemeClr val="dk1"/>
                          </a:solidFill>
                        </a:rPr>
                        <a:t>Día, Fecha:</a:t>
                      </a:r>
                      <a:endParaRPr b="1" sz="142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Martes, 26/08/2025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63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0"/>
                        <a:buFont typeface="Arial"/>
                        <a:buNone/>
                      </a:pPr>
                      <a:r>
                        <a:rPr b="1" lang="es" sz="1420" u="none" cap="none" strike="noStrike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b="1" sz="142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17:20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9" name="Google Shape;49;p1"/>
          <p:cNvSpPr txBox="1"/>
          <p:nvPr/>
        </p:nvSpPr>
        <p:spPr>
          <a:xfrm>
            <a:off x="3992650" y="2132750"/>
            <a:ext cx="5142900" cy="172351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SISTEMAS ORGANIZACIONALES Y GERENCIALES 2 Sección P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TAREA 2</a:t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1"/>
          <p:cNvSpPr txBox="1"/>
          <p:nvPr/>
        </p:nvSpPr>
        <p:spPr>
          <a:xfrm>
            <a:off x="107100" y="4595250"/>
            <a:ext cx="4290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Mynor Israel Miranda López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g2d853e9ab94_0_26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g2d853e9ab94_0_26"/>
          <p:cNvSpPr txBox="1"/>
          <p:nvPr/>
        </p:nvSpPr>
        <p:spPr>
          <a:xfrm>
            <a:off x="3286550" y="303025"/>
            <a:ext cx="1942500" cy="2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TAREA 2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g2d853e9ab94_0_26"/>
          <p:cNvSpPr txBox="1"/>
          <p:nvPr/>
        </p:nvSpPr>
        <p:spPr>
          <a:xfrm>
            <a:off x="62150" y="870200"/>
            <a:ext cx="8989500" cy="42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le entregará una serie de datos en archivos csv y debe realizar lo siguiente</a:t>
            </a:r>
            <a:endParaRPr/>
          </a:p>
          <a:p>
            <a:pPr indent="0" lvl="0" marL="1143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</a:t>
            </a:r>
            <a:r>
              <a:rPr b="1" i="0" lang="e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Preparación de datos:</a:t>
            </a:r>
            <a:endParaRPr/>
          </a:p>
          <a:p>
            <a:pPr indent="0" lvl="2" marL="1143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a.	Extraer los datos del archivo .csv.</a:t>
            </a:r>
            <a:endParaRPr/>
          </a:p>
          <a:p>
            <a:pPr indent="0" lvl="2" marL="1143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b.	Verificar si hay valores faltantes o duplicados y decidir cómo manejarlos.</a:t>
            </a:r>
            <a:endParaRPr/>
          </a:p>
          <a:p>
            <a:pPr indent="0" lvl="2" marL="1143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c.	Asegurarse de que los tipos de datos sean correctos para cada columna.</a:t>
            </a:r>
            <a:endParaRPr/>
          </a:p>
          <a:p>
            <a:pPr indent="0" lvl="2" marL="1143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d.	Cargar los datos a una base de datos SQL en la nube. </a:t>
            </a:r>
            <a:endParaRPr/>
          </a:p>
          <a:p>
            <a:pPr indent="0" lvl="0" marL="1143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2.Análisis exploratorio:</a:t>
            </a:r>
            <a:endParaRPr/>
          </a:p>
          <a:p>
            <a:pPr indent="0" lvl="0" marL="1143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a.	Obtener los datos de la base de datos.</a:t>
            </a:r>
            <a:endParaRPr/>
          </a:p>
          <a:p>
            <a:pPr indent="0" lvl="0" marL="1143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b.	Calcular estadísticas básicas (media, mediana, moda) para las variables numéricas.</a:t>
            </a:r>
            <a:endParaRPr/>
          </a:p>
          <a:p>
            <a:pPr indent="0" lvl="0" marL="1143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c.	Crear visualizaciones para mostrar la distribución de ventas por categoría de producto y región.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g2d8fa948c4e_0_9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g2d8fa948c4e_0_9"/>
          <p:cNvSpPr txBox="1"/>
          <p:nvPr/>
        </p:nvSpPr>
        <p:spPr>
          <a:xfrm>
            <a:off x="3286550" y="303025"/>
            <a:ext cx="1942500" cy="2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TAREA 2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g2d8fa948c4e_0_9"/>
          <p:cNvSpPr txBox="1"/>
          <p:nvPr/>
        </p:nvSpPr>
        <p:spPr>
          <a:xfrm>
            <a:off x="62150" y="870200"/>
            <a:ext cx="8989500" cy="42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3.Análisis de tendencias:</a:t>
            </a:r>
            <a:endParaRPr/>
          </a:p>
          <a:p>
            <a:pPr indent="0" lvl="0" marL="1143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a.	Determinar los meses con mayores y menores ventas.</a:t>
            </a:r>
            <a:endParaRPr/>
          </a:p>
          <a:p>
            <a:pPr indent="0" lvl="0" marL="1143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b.	Identificar los productos más vendidos y los menos populares.</a:t>
            </a:r>
            <a:endParaRPr/>
          </a:p>
          <a:p>
            <a:pPr indent="0" lvl="0" marL="1143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4.Segmentación de clientes:</a:t>
            </a:r>
            <a:endParaRPr/>
          </a:p>
          <a:p>
            <a:pPr indent="0" lvl="0" marL="1143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a.	Agrupar a los clientes por edad y analizar sus patrones de compra.</a:t>
            </a:r>
            <a:endParaRPr/>
          </a:p>
          <a:p>
            <a:pPr indent="0" lvl="0" marL="1143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b.	Comparar el comportamiento de compra entre géneros.</a:t>
            </a:r>
            <a:endParaRPr/>
          </a:p>
          <a:p>
            <a:pPr indent="-2286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g2d853e9ab94_0_31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g2d853e9ab94_0_31"/>
          <p:cNvSpPr txBox="1"/>
          <p:nvPr/>
        </p:nvSpPr>
        <p:spPr>
          <a:xfrm>
            <a:off x="38850" y="862425"/>
            <a:ext cx="9051600" cy="42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Entrega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 PDF, con el siguiente nombre [SOG2]Tarea2_G#_carne.pdf</a:t>
            </a:r>
            <a:endParaRPr/>
          </a:p>
          <a:p>
            <a:pPr indent="-285750" lvl="2" marL="40005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Caratula con su nombre carne y dpi</a:t>
            </a:r>
            <a:endParaRPr/>
          </a:p>
          <a:p>
            <a:pPr indent="-285750" lvl="2" marL="40005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Contenido, con los 4 puntos solicitados</a:t>
            </a:r>
            <a:endParaRPr/>
          </a:p>
          <a:p>
            <a:pPr indent="-285750" lvl="2" marL="40005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Conclusión</a:t>
            </a:r>
            <a:endParaRPr/>
          </a:p>
          <a:p>
            <a:pPr indent="-285750" lvl="2" marL="40005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 entrega individual</a:t>
            </a:r>
            <a:endParaRPr/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Fecha de entrega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Martes 2 de septiembre del 2025 antes de 23:00 h.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mynor israel miranda lopez</dc:creator>
</cp:coreProperties>
</file>