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0" r:id="rId4"/>
    <p:sldId id="258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gJlZl+luecGVzsZpUAlAN4SVcu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D1B0283-5687-4A5E-923D-03B7FAD6BEE9}">
  <a:tblStyle styleId="{6D1B0283-5687-4A5E-923D-03B7FAD6BE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918" y="3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customschemas.google.com/relationships/presentationmetadata" Target="metadata"/><Relationship Id="rId2" Type="http://schemas.openxmlformats.org/officeDocument/2006/relationships/slide" Target="slides/slide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28" Type="http://schemas.openxmlformats.org/officeDocument/2006/relationships/theme" Target="theme/theme1.xml"/><Relationship Id="rId4" Type="http://schemas.openxmlformats.org/officeDocument/2006/relationships/slide" Target="slides/slide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853e9ab9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2d853e9ab9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892A7928-A73C-3C0E-BA14-DC9E1FCCA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853e9ab94_0_31:notes">
            <a:extLst>
              <a:ext uri="{FF2B5EF4-FFF2-40B4-BE49-F238E27FC236}">
                <a16:creationId xmlns:a16="http://schemas.microsoft.com/office/drawing/2014/main" id="{E6284A5D-4574-3FB0-57EA-6AF0249D4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d853e9ab94_0_31:notes">
            <a:extLst>
              <a:ext uri="{FF2B5EF4-FFF2-40B4-BE49-F238E27FC236}">
                <a16:creationId xmlns:a16="http://schemas.microsoft.com/office/drawing/2014/main" id="{7AD927FE-E3E8-772A-34AC-A1C14B43C9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3368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853e9ab94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d853e9ab94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s.smartsheet.com/content/project-outline-template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>
            <p:extLst>
              <p:ext uri="{D42A27DB-BD31-4B8C-83A1-F6EECF244321}">
                <p14:modId xmlns:p14="http://schemas.microsoft.com/office/powerpoint/2010/main" val="2845089536"/>
              </p:ext>
            </p:extLst>
          </p:nvPr>
        </p:nvGraphicFramePr>
        <p:xfrm>
          <a:off x="5328200" y="970025"/>
          <a:ext cx="3690575" cy="798516"/>
        </p:xfrm>
        <a:graphic>
          <a:graphicData uri="http://schemas.openxmlformats.org/drawingml/2006/table">
            <a:tbl>
              <a:tblPr>
                <a:noFill/>
                <a:tableStyleId>{6D1B0283-5687-4A5E-923D-03B7FAD6BEE9}</a:tableStyleId>
              </a:tblPr>
              <a:tblGrid>
                <a:gridCol w="151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lang="es" sz="1420" b="1" u="none" strike="noStrike" cap="non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42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strike="noStrike" cap="none"/>
                        <a:t>Martes, </a:t>
                      </a:r>
                      <a:r>
                        <a:rPr lang="es"/>
                        <a:t>29</a:t>
                      </a:r>
                      <a:r>
                        <a:rPr lang="es" sz="1400" u="none" strike="noStrike" cap="none"/>
                        <a:t>/07/2025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lang="es" sz="142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2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strike="noStrike" cap="none" dirty="0"/>
                        <a:t>17:20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3992650" y="2132750"/>
            <a:ext cx="51429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Sección P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s" sz="25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TAREA 1</a:t>
            </a: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2000"/>
            </a:pPr>
            <a:r>
              <a:rPr lang="es-GT" sz="2000" dirty="0"/>
              <a:t>Mynor Israel Miranda López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853e9ab94_0_26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2d853e9ab94_0_26"/>
          <p:cNvSpPr txBox="1"/>
          <p:nvPr/>
        </p:nvSpPr>
        <p:spPr>
          <a:xfrm>
            <a:off x="3286550" y="303025"/>
            <a:ext cx="19425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chemeClr val="dk1"/>
                </a:solidFill>
              </a:rPr>
              <a:t>TAREA 1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64" name="Google Shape;64;g2d853e9ab94_0_26"/>
          <p:cNvSpPr txBox="1"/>
          <p:nvPr/>
        </p:nvSpPr>
        <p:spPr>
          <a:xfrm>
            <a:off x="62150" y="870200"/>
            <a:ext cx="8989500" cy="42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chemeClr val="dk1"/>
                </a:solidFill>
              </a:rPr>
              <a:t>Ha sido nombrado como nuevo Gerente del Area TIC de la emprea NovaTech, esta empresa da servicios tercerizados TIC para comercios y comerciantes que no cuentan con área especializada en tecnología, sus clientes no tienen conocimeinto tecnológico. Su primera T</a:t>
            </a:r>
            <a:r>
              <a:rPr lang="es-GT" sz="1800" dirty="0">
                <a:solidFill>
                  <a:schemeClr val="dk1"/>
                </a:solidFill>
              </a:rPr>
              <a:t>a</a:t>
            </a:r>
            <a:r>
              <a:rPr lang="es" sz="1800" dirty="0">
                <a:solidFill>
                  <a:schemeClr val="dk1"/>
                </a:solidFill>
              </a:rPr>
              <a:t>rea es realizar un plan estrategico de transformación tecnologica de las empresas que ya son socias.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chemeClr val="dk1"/>
                </a:solidFill>
              </a:rPr>
              <a:t>La mayoria aun usa excel para llevar sus suministros y contabilidad, usan nuestras app para cobros y recursos humanos, pero se desea centralizar todo. 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  <a:p>
            <a:pPr marL="457200" lvl="0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Genere un plan para implementar ERP</a:t>
            </a:r>
          </a:p>
          <a:p>
            <a:pPr marL="457200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Liste 3 ERP que pueden ser aptos para la empresa</a:t>
            </a:r>
          </a:p>
          <a:p>
            <a:pPr marL="457200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Seleccione una opción de CRM para implementar, y justifique su uso</a:t>
            </a:r>
          </a:p>
          <a:p>
            <a:pPr marL="457200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Redacte una conclusión de mínimo 15 líneas (fuente Arial tamaño 12)</a:t>
            </a:r>
          </a:p>
          <a:p>
            <a:pPr marL="457200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/>
              <a:buChar char="●"/>
            </a:pPr>
            <a:endParaRPr sz="18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8E96F11F-D39B-C364-76DA-6CDAE459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2d853e9ab94_0_31">
            <a:extLst>
              <a:ext uri="{FF2B5EF4-FFF2-40B4-BE49-F238E27FC236}">
                <a16:creationId xmlns:a16="http://schemas.microsoft.com/office/drawing/2014/main" id="{92CBFC8E-122D-2A04-3EC0-E1738B1360BC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2d853e9ab94_0_31">
            <a:extLst>
              <a:ext uri="{FF2B5EF4-FFF2-40B4-BE49-F238E27FC236}">
                <a16:creationId xmlns:a16="http://schemas.microsoft.com/office/drawing/2014/main" id="{23AAF1B4-8CE8-A2E1-B1B9-4393D95A6703}"/>
              </a:ext>
            </a:extLst>
          </p:cNvPr>
          <p:cNvSpPr txBox="1"/>
          <p:nvPr/>
        </p:nvSpPr>
        <p:spPr>
          <a:xfrm>
            <a:off x="38850" y="862425"/>
            <a:ext cx="9051600" cy="4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800" b="1" dirty="0">
                <a:solidFill>
                  <a:schemeClr val="dk1"/>
                </a:solidFill>
              </a:rPr>
              <a:t>Plantillas de planificación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Se debe de usar una plantilla de planificación, ya que como Gerente, debe de dar una formalidad y profesionalidad a la visión de la propuesta</a:t>
            </a: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Se pueden usar las plantillas de este sitio</a:t>
            </a:r>
          </a:p>
          <a:p>
            <a:pPr marL="457200" lvl="0" indent="-34290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 </a:t>
            </a:r>
            <a:r>
              <a:rPr lang="es-GT" sz="1800" dirty="0">
                <a:solidFill>
                  <a:schemeClr val="dk1"/>
                </a:solidFill>
                <a:hlinkClick r:id="rId4"/>
              </a:rPr>
              <a:t>https://es.smartsheet.com/content/project-outline-templates</a:t>
            </a:r>
            <a:endParaRPr lang="es-GT" sz="1800" dirty="0">
              <a:solidFill>
                <a:schemeClr val="dk1"/>
              </a:solidFill>
            </a:endParaRPr>
          </a:p>
          <a:p>
            <a:pPr marL="457200" lvl="0" indent="-34290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Char char="●"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800" b="1" dirty="0">
                <a:solidFill>
                  <a:schemeClr val="dk1"/>
                </a:solidFill>
              </a:rPr>
              <a:t>Para el CRM</a:t>
            </a: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Se puede usar el visto en clase (Salesforce) pero no olvidar agregar la justificación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236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2d853e9ab94_0_3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2d853e9ab94_0_31"/>
          <p:cNvSpPr txBox="1"/>
          <p:nvPr/>
        </p:nvSpPr>
        <p:spPr>
          <a:xfrm>
            <a:off x="38850" y="862425"/>
            <a:ext cx="9051600" cy="4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800" b="1" dirty="0">
                <a:solidFill>
                  <a:schemeClr val="dk1"/>
                </a:solidFill>
              </a:rPr>
              <a:t>Entrega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En PDF, de contener </a:t>
            </a:r>
          </a:p>
          <a:p>
            <a:pPr marL="400050" lvl="2" indent="-28575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Caratula con su nombre carne y dpi</a:t>
            </a:r>
          </a:p>
          <a:p>
            <a:pPr marL="400050" lvl="2" indent="-28575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Contenido, Plan ERP y CRM</a:t>
            </a:r>
          </a:p>
          <a:p>
            <a:pPr marL="400050" lvl="2" indent="-28575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conclusión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800" b="1" dirty="0">
                <a:solidFill>
                  <a:schemeClr val="dk1"/>
                </a:solidFill>
              </a:rPr>
              <a:t>Fecha de entrega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Martes 12 de Agosto del 2025 antes de 23:00 h</a:t>
            </a:r>
            <a:r>
              <a:rPr lang="es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259</Words>
  <Application>Microsoft Office PowerPoint</Application>
  <PresentationFormat>Presentación en pantalla (16:9)</PresentationFormat>
  <Paragraphs>30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mynor israel miranda lopez</dc:creator>
  <cp:lastModifiedBy>mynor israel miranda lopez</cp:lastModifiedBy>
  <cp:revision>5</cp:revision>
  <dcterms:modified xsi:type="dcterms:W3CDTF">2025-07-30T04:26:43Z</dcterms:modified>
</cp:coreProperties>
</file>